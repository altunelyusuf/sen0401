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41" r:id="rId1"/>
  </p:sldMasterIdLst>
  <p:notesMasterIdLst>
    <p:notesMasterId r:id="rId73"/>
  </p:notesMasterIdLst>
  <p:sldIdLst>
    <p:sldId id="256" r:id="rId2"/>
    <p:sldId id="257" r:id="rId3"/>
    <p:sldId id="359" r:id="rId4"/>
    <p:sldId id="282" r:id="rId5"/>
    <p:sldId id="283" r:id="rId6"/>
    <p:sldId id="367" r:id="rId7"/>
    <p:sldId id="326" r:id="rId8"/>
    <p:sldId id="360" r:id="rId9"/>
    <p:sldId id="327" r:id="rId10"/>
    <p:sldId id="368" r:id="rId11"/>
    <p:sldId id="328" r:id="rId12"/>
    <p:sldId id="369" r:id="rId13"/>
    <p:sldId id="329" r:id="rId14"/>
    <p:sldId id="285" r:id="rId15"/>
    <p:sldId id="330" r:id="rId16"/>
    <p:sldId id="371" r:id="rId17"/>
    <p:sldId id="370" r:id="rId18"/>
    <p:sldId id="331" r:id="rId19"/>
    <p:sldId id="290" r:id="rId20"/>
    <p:sldId id="332" r:id="rId21"/>
    <p:sldId id="381" r:id="rId22"/>
    <p:sldId id="333" r:id="rId23"/>
    <p:sldId id="291" r:id="rId24"/>
    <p:sldId id="334" r:id="rId25"/>
    <p:sldId id="361" r:id="rId26"/>
    <p:sldId id="335" r:id="rId27"/>
    <p:sldId id="372" r:id="rId28"/>
    <p:sldId id="336" r:id="rId29"/>
    <p:sldId id="337" r:id="rId30"/>
    <p:sldId id="292" r:id="rId31"/>
    <p:sldId id="338" r:id="rId32"/>
    <p:sldId id="373" r:id="rId33"/>
    <p:sldId id="339" r:id="rId34"/>
    <p:sldId id="362" r:id="rId35"/>
    <p:sldId id="340" r:id="rId36"/>
    <p:sldId id="363" r:id="rId37"/>
    <p:sldId id="341" r:id="rId38"/>
    <p:sldId id="365" r:id="rId39"/>
    <p:sldId id="325" r:id="rId40"/>
    <p:sldId id="342" r:id="rId41"/>
    <p:sldId id="343" r:id="rId42"/>
    <p:sldId id="293" r:id="rId43"/>
    <p:sldId id="344" r:id="rId44"/>
    <p:sldId id="345" r:id="rId45"/>
    <p:sldId id="374" r:id="rId46"/>
    <p:sldId id="346" r:id="rId47"/>
    <p:sldId id="375" r:id="rId48"/>
    <p:sldId id="347" r:id="rId49"/>
    <p:sldId id="376" r:id="rId50"/>
    <p:sldId id="348" r:id="rId51"/>
    <p:sldId id="378" r:id="rId52"/>
    <p:sldId id="377" r:id="rId53"/>
    <p:sldId id="349" r:id="rId54"/>
    <p:sldId id="294" r:id="rId55"/>
    <p:sldId id="350" r:id="rId56"/>
    <p:sldId id="379" r:id="rId57"/>
    <p:sldId id="351" r:id="rId58"/>
    <p:sldId id="380" r:id="rId59"/>
    <p:sldId id="352" r:id="rId60"/>
    <p:sldId id="425" r:id="rId61"/>
    <p:sldId id="426" r:id="rId62"/>
    <p:sldId id="295" r:id="rId63"/>
    <p:sldId id="353" r:id="rId64"/>
    <p:sldId id="354" r:id="rId65"/>
    <p:sldId id="366" r:id="rId66"/>
    <p:sldId id="355" r:id="rId67"/>
    <p:sldId id="356" r:id="rId68"/>
    <p:sldId id="357" r:id="rId69"/>
    <p:sldId id="296" r:id="rId70"/>
    <p:sldId id="358" r:id="rId71"/>
    <p:sldId id="424" r:id="rId72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308" autoAdjust="0"/>
    <p:restoredTop sz="93596" autoAdjust="0"/>
  </p:normalViewPr>
  <p:slideViewPr>
    <p:cSldViewPr snapToGrid="0">
      <p:cViewPr varScale="1">
        <p:scale>
          <a:sx n="80" d="100"/>
          <a:sy n="80" d="100"/>
        </p:scale>
        <p:origin x="763" y="4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diagrams/_rels/data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/Relationships>
</file>

<file path=ppt/diagrams/_rels/data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sv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image" Target="../media/image14.svg"/><Relationship Id="rId1" Type="http://schemas.openxmlformats.org/officeDocument/2006/relationships/image" Target="../media/image13.png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svg"/><Relationship Id="rId1" Type="http://schemas.openxmlformats.org/officeDocument/2006/relationships/image" Target="../media/image23.png"/></Relationships>
</file>

<file path=ppt/diagrams/_rels/data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svg"/><Relationship Id="rId1" Type="http://schemas.openxmlformats.org/officeDocument/2006/relationships/image" Target="../media/image27.png"/><Relationship Id="rId4" Type="http://schemas.openxmlformats.org/officeDocument/2006/relationships/image" Target="../media/image30.svg"/></Relationships>
</file>

<file path=ppt/diagrams/_rels/data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svg"/><Relationship Id="rId1" Type="http://schemas.openxmlformats.org/officeDocument/2006/relationships/image" Target="../media/image31.png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34.svg"/></Relationships>
</file>

<file path=ppt/diagrams/_rels/data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svg"/><Relationship Id="rId1" Type="http://schemas.openxmlformats.org/officeDocument/2006/relationships/image" Target="../media/image37.png"/></Relationships>
</file>

<file path=ppt/diagrams/_rels/data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41.svg"/></Relationships>
</file>

<file path=ppt/diagrams/_rels/data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svg"/><Relationship Id="rId1" Type="http://schemas.openxmlformats.org/officeDocument/2006/relationships/image" Target="../media/image42.png"/><Relationship Id="rId4" Type="http://schemas.openxmlformats.org/officeDocument/2006/relationships/image" Target="../media/image45.svg"/></Relationships>
</file>

<file path=ppt/diagrams/_rels/data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51.svg"/><Relationship Id="rId5" Type="http://schemas.openxmlformats.org/officeDocument/2006/relationships/image" Target="../media/image50.png"/><Relationship Id="rId4" Type="http://schemas.openxmlformats.org/officeDocument/2006/relationships/image" Target="../media/image49.svg"/></Relationships>
</file>

<file path=ppt/diagrams/_rels/data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svg"/><Relationship Id="rId1" Type="http://schemas.openxmlformats.org/officeDocument/2006/relationships/image" Target="../media/image52.png"/><Relationship Id="rId4" Type="http://schemas.openxmlformats.org/officeDocument/2006/relationships/image" Target="../media/image55.svg"/></Relationships>
</file>

<file path=ppt/diagrams/_rels/data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svg"/><Relationship Id="rId1" Type="http://schemas.openxmlformats.org/officeDocument/2006/relationships/image" Target="../media/image56.png"/><Relationship Id="rId4" Type="http://schemas.openxmlformats.org/officeDocument/2006/relationships/image" Target="../media/image59.svg"/></Relationships>
</file>

<file path=ppt/diagrams/_rels/data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62.svg"/><Relationship Id="rId1" Type="http://schemas.openxmlformats.org/officeDocument/2006/relationships/image" Target="../media/image61.png"/><Relationship Id="rId6" Type="http://schemas.openxmlformats.org/officeDocument/2006/relationships/image" Target="../media/image66.svg"/><Relationship Id="rId5" Type="http://schemas.openxmlformats.org/officeDocument/2006/relationships/image" Target="../media/image65.png"/><Relationship Id="rId4" Type="http://schemas.openxmlformats.org/officeDocument/2006/relationships/image" Target="../media/image64.svg"/></Relationships>
</file>

<file path=ppt/diagrams/_rels/data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svg"/><Relationship Id="rId3" Type="http://schemas.openxmlformats.org/officeDocument/2006/relationships/image" Target="../media/image70.png"/><Relationship Id="rId7" Type="http://schemas.openxmlformats.org/officeDocument/2006/relationships/image" Target="../media/image74.png"/><Relationship Id="rId2" Type="http://schemas.openxmlformats.org/officeDocument/2006/relationships/image" Target="../media/image69.svg"/><Relationship Id="rId1" Type="http://schemas.openxmlformats.org/officeDocument/2006/relationships/image" Target="../media/image68.png"/><Relationship Id="rId6" Type="http://schemas.openxmlformats.org/officeDocument/2006/relationships/image" Target="../media/image73.svg"/><Relationship Id="rId5" Type="http://schemas.openxmlformats.org/officeDocument/2006/relationships/image" Target="../media/image72.png"/><Relationship Id="rId10" Type="http://schemas.openxmlformats.org/officeDocument/2006/relationships/image" Target="../media/image77.svg"/><Relationship Id="rId4" Type="http://schemas.openxmlformats.org/officeDocument/2006/relationships/image" Target="../media/image71.svg"/><Relationship Id="rId9" Type="http://schemas.openxmlformats.org/officeDocument/2006/relationships/image" Target="../media/image76.png"/></Relationships>
</file>

<file path=ppt/diagrams/_rels/data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81.svg"/><Relationship Id="rId1" Type="http://schemas.openxmlformats.org/officeDocument/2006/relationships/image" Target="../media/image80.png"/><Relationship Id="rId4" Type="http://schemas.openxmlformats.org/officeDocument/2006/relationships/image" Target="../media/image83.svg"/></Relationships>
</file>

<file path=ppt/diagrams/_rels/data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85.svg"/><Relationship Id="rId1" Type="http://schemas.openxmlformats.org/officeDocument/2006/relationships/image" Target="../media/image84.png"/><Relationship Id="rId4" Type="http://schemas.openxmlformats.org/officeDocument/2006/relationships/image" Target="../media/image87.svg"/></Relationships>
</file>

<file path=ppt/diagrams/_rels/data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9.svg"/><Relationship Id="rId1" Type="http://schemas.openxmlformats.org/officeDocument/2006/relationships/image" Target="../media/image88.png"/><Relationship Id="rId6" Type="http://schemas.openxmlformats.org/officeDocument/2006/relationships/image" Target="../media/image93.svg"/><Relationship Id="rId5" Type="http://schemas.openxmlformats.org/officeDocument/2006/relationships/image" Target="../media/image92.png"/><Relationship Id="rId4" Type="http://schemas.openxmlformats.org/officeDocument/2006/relationships/image" Target="../media/image91.svg"/></Relationships>
</file>

<file path=ppt/diagrams/_rels/data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95.svg"/><Relationship Id="rId1" Type="http://schemas.openxmlformats.org/officeDocument/2006/relationships/image" Target="../media/image94.png"/><Relationship Id="rId4" Type="http://schemas.openxmlformats.org/officeDocument/2006/relationships/image" Target="../media/image97.svg"/></Relationships>
</file>

<file path=ppt/diagrams/_rels/data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svg"/><Relationship Id="rId1" Type="http://schemas.openxmlformats.org/officeDocument/2006/relationships/image" Target="../media/image98.png"/><Relationship Id="rId6" Type="http://schemas.openxmlformats.org/officeDocument/2006/relationships/image" Target="../media/image103.svg"/><Relationship Id="rId5" Type="http://schemas.openxmlformats.org/officeDocument/2006/relationships/image" Target="../media/image102.png"/><Relationship Id="rId4" Type="http://schemas.openxmlformats.org/officeDocument/2006/relationships/image" Target="../media/image101.svg"/></Relationships>
</file>

<file path=ppt/diagrams/_rels/data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106.svg"/><Relationship Id="rId1" Type="http://schemas.openxmlformats.org/officeDocument/2006/relationships/image" Target="../media/image105.png"/><Relationship Id="rId4" Type="http://schemas.openxmlformats.org/officeDocument/2006/relationships/image" Target="../media/image108.svg"/></Relationships>
</file>

<file path=ppt/diagrams/_rels/data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jpeg"/><Relationship Id="rId2" Type="http://schemas.openxmlformats.org/officeDocument/2006/relationships/image" Target="../media/image14.svg"/><Relationship Id="rId1" Type="http://schemas.openxmlformats.org/officeDocument/2006/relationships/image" Target="../media/image109.png"/><Relationship Id="rId5" Type="http://schemas.openxmlformats.org/officeDocument/2006/relationships/image" Target="../media/image112.svg"/><Relationship Id="rId4" Type="http://schemas.openxmlformats.org/officeDocument/2006/relationships/image" Target="../media/image111.png"/></Relationships>
</file>

<file path=ppt/diagrams/_rels/data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114.svg"/><Relationship Id="rId1" Type="http://schemas.openxmlformats.org/officeDocument/2006/relationships/image" Target="../media/image113.png"/><Relationship Id="rId4" Type="http://schemas.openxmlformats.org/officeDocument/2006/relationships/image" Target="../media/image116.svg"/></Relationships>
</file>

<file path=ppt/diagrams/_rels/data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svg"/><Relationship Id="rId3" Type="http://schemas.openxmlformats.org/officeDocument/2006/relationships/image" Target="../media/image92.png"/><Relationship Id="rId7" Type="http://schemas.openxmlformats.org/officeDocument/2006/relationships/image" Target="../media/image122.png"/><Relationship Id="rId2" Type="http://schemas.openxmlformats.org/officeDocument/2006/relationships/image" Target="../media/image119.svg"/><Relationship Id="rId1" Type="http://schemas.openxmlformats.org/officeDocument/2006/relationships/image" Target="../media/image118.png"/><Relationship Id="rId6" Type="http://schemas.openxmlformats.org/officeDocument/2006/relationships/image" Target="../media/image121.svg"/><Relationship Id="rId5" Type="http://schemas.openxmlformats.org/officeDocument/2006/relationships/image" Target="../media/image120.png"/><Relationship Id="rId4" Type="http://schemas.openxmlformats.org/officeDocument/2006/relationships/image" Target="../media/image93.svg"/></Relationships>
</file>

<file path=ppt/diagrams/_rels/data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svg"/><Relationship Id="rId3" Type="http://schemas.openxmlformats.org/officeDocument/2006/relationships/image" Target="../media/image124.png"/><Relationship Id="rId7" Type="http://schemas.openxmlformats.org/officeDocument/2006/relationships/image" Target="../media/image128.png"/><Relationship Id="rId2" Type="http://schemas.openxmlformats.org/officeDocument/2006/relationships/hyperlink" Target="https://blockchain.info/block/000000000019d6689c085ae165831e934ff763ae46a2a6c172b3f1b60a8ce26f" TargetMode="External"/><Relationship Id="rId1" Type="http://schemas.openxmlformats.org/officeDocument/2006/relationships/hyperlink" Target="https://github.com/bitcoin/bitcoin/blob/3955c3940eff83518c186facfec6f50545b5aab5/src/chainparams.cpp" TargetMode="External"/><Relationship Id="rId6" Type="http://schemas.openxmlformats.org/officeDocument/2006/relationships/image" Target="../media/image127.svg"/><Relationship Id="rId5" Type="http://schemas.openxmlformats.org/officeDocument/2006/relationships/image" Target="../media/image126.png"/><Relationship Id="rId4" Type="http://schemas.openxmlformats.org/officeDocument/2006/relationships/image" Target="../media/image125.svg"/></Relationships>
</file>

<file path=ppt/diagrams/_rels/data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svg"/><Relationship Id="rId1" Type="http://schemas.openxmlformats.org/officeDocument/2006/relationships/image" Target="../media/image130.png"/><Relationship Id="rId5" Type="http://schemas.openxmlformats.org/officeDocument/2006/relationships/image" Target="../media/image134.svg"/><Relationship Id="rId4" Type="http://schemas.openxmlformats.org/officeDocument/2006/relationships/image" Target="../media/image133.png"/></Relationships>
</file>

<file path=ppt/diagrams/_rels/data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9.svg"/><Relationship Id="rId3" Type="http://schemas.openxmlformats.org/officeDocument/2006/relationships/image" Target="../media/image144.png"/><Relationship Id="rId7" Type="http://schemas.openxmlformats.org/officeDocument/2006/relationships/image" Target="../media/image148.png"/><Relationship Id="rId2" Type="http://schemas.openxmlformats.org/officeDocument/2006/relationships/image" Target="../media/image143.svg"/><Relationship Id="rId1" Type="http://schemas.openxmlformats.org/officeDocument/2006/relationships/image" Target="../media/image142.png"/><Relationship Id="rId6" Type="http://schemas.openxmlformats.org/officeDocument/2006/relationships/image" Target="../media/image147.svg"/><Relationship Id="rId5" Type="http://schemas.openxmlformats.org/officeDocument/2006/relationships/image" Target="../media/image146.png"/><Relationship Id="rId4" Type="http://schemas.openxmlformats.org/officeDocument/2006/relationships/image" Target="../media/image145.svg"/></Relationships>
</file>

<file path=ppt/diagrams/_rels/data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152.svg"/><Relationship Id="rId1" Type="http://schemas.openxmlformats.org/officeDocument/2006/relationships/image" Target="../media/image151.png"/><Relationship Id="rId6" Type="http://schemas.openxmlformats.org/officeDocument/2006/relationships/image" Target="../media/image156.svg"/><Relationship Id="rId5" Type="http://schemas.openxmlformats.org/officeDocument/2006/relationships/image" Target="../media/image155.png"/><Relationship Id="rId4" Type="http://schemas.openxmlformats.org/officeDocument/2006/relationships/image" Target="../media/image154.svg"/></Relationships>
</file>

<file path=ppt/diagrams/_rels/data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159.svg"/><Relationship Id="rId1" Type="http://schemas.openxmlformats.org/officeDocument/2006/relationships/image" Target="../media/image158.png"/><Relationship Id="rId4" Type="http://schemas.openxmlformats.org/officeDocument/2006/relationships/image" Target="../media/image161.svg"/></Relationships>
</file>

<file path=ppt/diagrams/_rels/data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3.svg"/><Relationship Id="rId1" Type="http://schemas.openxmlformats.org/officeDocument/2006/relationships/image" Target="../media/image162.png"/><Relationship Id="rId4" Type="http://schemas.openxmlformats.org/officeDocument/2006/relationships/image" Target="../media/image165.svg"/></Relationships>
</file>

<file path=ppt/diagrams/_rels/data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52.svg"/><Relationship Id="rId1" Type="http://schemas.openxmlformats.org/officeDocument/2006/relationships/image" Target="../media/image151.png"/><Relationship Id="rId4" Type="http://schemas.openxmlformats.org/officeDocument/2006/relationships/image" Target="../media/image167.svg"/></Relationships>
</file>

<file path=ppt/diagrams/_rels/data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svg"/><Relationship Id="rId1" Type="http://schemas.openxmlformats.org/officeDocument/2006/relationships/image" Target="../media/image168.png"/><Relationship Id="rId4" Type="http://schemas.openxmlformats.org/officeDocument/2006/relationships/image" Target="../media/image171.svg"/></Relationships>
</file>

<file path=ppt/diagrams/_rels/data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63.svg"/><Relationship Id="rId1" Type="http://schemas.openxmlformats.org/officeDocument/2006/relationships/image" Target="../media/image162.png"/><Relationship Id="rId4" Type="http://schemas.openxmlformats.org/officeDocument/2006/relationships/image" Target="../media/image173.svg"/></Relationships>
</file>

<file path=ppt/diagrams/_rels/data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93.svg"/><Relationship Id="rId1" Type="http://schemas.openxmlformats.org/officeDocument/2006/relationships/image" Target="../media/image92.png"/><Relationship Id="rId6" Type="http://schemas.openxmlformats.org/officeDocument/2006/relationships/image" Target="../media/image149.svg"/><Relationship Id="rId5" Type="http://schemas.openxmlformats.org/officeDocument/2006/relationships/image" Target="../media/image148.png"/><Relationship Id="rId4" Type="http://schemas.openxmlformats.org/officeDocument/2006/relationships/image" Target="../media/image175.svg"/></Relationships>
</file>

<file path=ppt/diagrams/_rels/data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7.svg"/><Relationship Id="rId1" Type="http://schemas.openxmlformats.org/officeDocument/2006/relationships/image" Target="../media/image176.png"/><Relationship Id="rId6" Type="http://schemas.openxmlformats.org/officeDocument/2006/relationships/image" Target="../media/image181.svg"/><Relationship Id="rId5" Type="http://schemas.openxmlformats.org/officeDocument/2006/relationships/image" Target="../media/image180.png"/><Relationship Id="rId4" Type="http://schemas.openxmlformats.org/officeDocument/2006/relationships/image" Target="../media/image179.svg"/></Relationships>
</file>

<file path=ppt/diagrams/_rels/data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svg"/><Relationship Id="rId1" Type="http://schemas.openxmlformats.org/officeDocument/2006/relationships/image" Target="../media/image182.png"/><Relationship Id="rId4" Type="http://schemas.openxmlformats.org/officeDocument/2006/relationships/image" Target="../media/image185.svg"/></Relationships>
</file>

<file path=ppt/diagrams/_rels/data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2" Type="http://schemas.openxmlformats.org/officeDocument/2006/relationships/image" Target="../media/image190.svg"/><Relationship Id="rId1" Type="http://schemas.openxmlformats.org/officeDocument/2006/relationships/image" Target="../media/image189.png"/><Relationship Id="rId4" Type="http://schemas.openxmlformats.org/officeDocument/2006/relationships/image" Target="../media/image192.svg"/></Relationships>
</file>

<file path=ppt/diagrams/_rels/data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194.svg"/><Relationship Id="rId1" Type="http://schemas.openxmlformats.org/officeDocument/2006/relationships/image" Target="../media/image193.png"/><Relationship Id="rId4" Type="http://schemas.openxmlformats.org/officeDocument/2006/relationships/image" Target="../media/image108.svg"/></Relationships>
</file>

<file path=ppt/diagrams/_rels/data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6.svg"/><Relationship Id="rId1" Type="http://schemas.openxmlformats.org/officeDocument/2006/relationships/image" Target="../media/image195.png"/><Relationship Id="rId6" Type="http://schemas.openxmlformats.org/officeDocument/2006/relationships/image" Target="../media/image200.svg"/><Relationship Id="rId5" Type="http://schemas.openxmlformats.org/officeDocument/2006/relationships/image" Target="../media/image199.png"/><Relationship Id="rId4" Type="http://schemas.openxmlformats.org/officeDocument/2006/relationships/image" Target="../media/image198.svg"/></Relationships>
</file>

<file path=ppt/diagrams/_rels/data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image" Target="../media/image202.svg"/><Relationship Id="rId1" Type="http://schemas.openxmlformats.org/officeDocument/2006/relationships/image" Target="../media/image201.png"/><Relationship Id="rId6" Type="http://schemas.openxmlformats.org/officeDocument/2006/relationships/image" Target="../media/image206.svg"/><Relationship Id="rId5" Type="http://schemas.openxmlformats.org/officeDocument/2006/relationships/image" Target="../media/image205.png"/><Relationship Id="rId4" Type="http://schemas.openxmlformats.org/officeDocument/2006/relationships/image" Target="../media/image204.svg"/></Relationships>
</file>

<file path=ppt/diagrams/_rels/data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147.svg"/><Relationship Id="rId1" Type="http://schemas.openxmlformats.org/officeDocument/2006/relationships/image" Target="../media/image146.png"/><Relationship Id="rId6" Type="http://schemas.openxmlformats.org/officeDocument/2006/relationships/image" Target="../media/image208.svg"/><Relationship Id="rId5" Type="http://schemas.openxmlformats.org/officeDocument/2006/relationships/image" Target="../media/image207.png"/><Relationship Id="rId4" Type="http://schemas.openxmlformats.org/officeDocument/2006/relationships/image" Target="../media/image91.svg"/></Relationships>
</file>

<file path=ppt/diagrams/_rels/data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11.svg"/><Relationship Id="rId1" Type="http://schemas.openxmlformats.org/officeDocument/2006/relationships/image" Target="../media/image210.png"/><Relationship Id="rId6" Type="http://schemas.openxmlformats.org/officeDocument/2006/relationships/image" Target="../media/image215.svg"/><Relationship Id="rId5" Type="http://schemas.openxmlformats.org/officeDocument/2006/relationships/image" Target="../media/image214.png"/><Relationship Id="rId4" Type="http://schemas.openxmlformats.org/officeDocument/2006/relationships/image" Target="../media/image213.svg"/></Relationships>
</file>

<file path=ppt/diagrams/_rels/data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7.svg"/><Relationship Id="rId1" Type="http://schemas.openxmlformats.org/officeDocument/2006/relationships/image" Target="../media/image216.png"/><Relationship Id="rId4" Type="http://schemas.openxmlformats.org/officeDocument/2006/relationships/image" Target="../media/image219.svg"/></Relationships>
</file>

<file path=ppt/diagrams/_rels/data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7.svg"/><Relationship Id="rId3" Type="http://schemas.openxmlformats.org/officeDocument/2006/relationships/image" Target="../media/image222.png"/><Relationship Id="rId7" Type="http://schemas.openxmlformats.org/officeDocument/2006/relationships/image" Target="../media/image226.png"/><Relationship Id="rId2" Type="http://schemas.openxmlformats.org/officeDocument/2006/relationships/image" Target="../media/image221.svg"/><Relationship Id="rId1" Type="http://schemas.openxmlformats.org/officeDocument/2006/relationships/image" Target="../media/image220.png"/><Relationship Id="rId6" Type="http://schemas.openxmlformats.org/officeDocument/2006/relationships/image" Target="../media/image225.svg"/><Relationship Id="rId5" Type="http://schemas.openxmlformats.org/officeDocument/2006/relationships/image" Target="../media/image224.png"/><Relationship Id="rId4" Type="http://schemas.openxmlformats.org/officeDocument/2006/relationships/image" Target="../media/image223.svg"/></Relationships>
</file>

<file path=ppt/diagrams/_rels/data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9.svg"/><Relationship Id="rId1" Type="http://schemas.openxmlformats.org/officeDocument/2006/relationships/image" Target="../media/image228.png"/><Relationship Id="rId4" Type="http://schemas.openxmlformats.org/officeDocument/2006/relationships/image" Target="../media/image231.svg"/></Relationships>
</file>

<file path=ppt/diagrams/_rels/data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9.svg"/><Relationship Id="rId3" Type="http://schemas.openxmlformats.org/officeDocument/2006/relationships/image" Target="../media/image234.png"/><Relationship Id="rId7" Type="http://schemas.openxmlformats.org/officeDocument/2006/relationships/image" Target="../media/image238.png"/><Relationship Id="rId2" Type="http://schemas.openxmlformats.org/officeDocument/2006/relationships/image" Target="../media/image233.svg"/><Relationship Id="rId1" Type="http://schemas.openxmlformats.org/officeDocument/2006/relationships/image" Target="../media/image232.png"/><Relationship Id="rId6" Type="http://schemas.openxmlformats.org/officeDocument/2006/relationships/image" Target="../media/image237.svg"/><Relationship Id="rId5" Type="http://schemas.openxmlformats.org/officeDocument/2006/relationships/image" Target="../media/image236.png"/><Relationship Id="rId10" Type="http://schemas.openxmlformats.org/officeDocument/2006/relationships/image" Target="../media/image241.svg"/><Relationship Id="rId4" Type="http://schemas.openxmlformats.org/officeDocument/2006/relationships/image" Target="../media/image235.svg"/><Relationship Id="rId9" Type="http://schemas.openxmlformats.org/officeDocument/2006/relationships/image" Target="../media/image240.png"/></Relationships>
</file>

<file path=ppt/diagrams/_rels/data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svg"/><Relationship Id="rId3" Type="http://schemas.openxmlformats.org/officeDocument/2006/relationships/image" Target="../media/image244.png"/><Relationship Id="rId7" Type="http://schemas.openxmlformats.org/officeDocument/2006/relationships/image" Target="../media/image248.png"/><Relationship Id="rId2" Type="http://schemas.openxmlformats.org/officeDocument/2006/relationships/image" Target="../media/image243.svg"/><Relationship Id="rId1" Type="http://schemas.openxmlformats.org/officeDocument/2006/relationships/image" Target="../media/image242.png"/><Relationship Id="rId6" Type="http://schemas.openxmlformats.org/officeDocument/2006/relationships/image" Target="../media/image247.svg"/><Relationship Id="rId5" Type="http://schemas.openxmlformats.org/officeDocument/2006/relationships/image" Target="../media/image246.png"/><Relationship Id="rId4" Type="http://schemas.openxmlformats.org/officeDocument/2006/relationships/image" Target="../media/image245.svg"/></Relationships>
</file>

<file path=ppt/diagrams/_rels/data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8.svg"/><Relationship Id="rId3" Type="http://schemas.openxmlformats.org/officeDocument/2006/relationships/image" Target="../media/image253.png"/><Relationship Id="rId7" Type="http://schemas.openxmlformats.org/officeDocument/2006/relationships/image" Target="../media/image257.png"/><Relationship Id="rId2" Type="http://schemas.openxmlformats.org/officeDocument/2006/relationships/image" Target="../media/image252.svg"/><Relationship Id="rId1" Type="http://schemas.openxmlformats.org/officeDocument/2006/relationships/image" Target="../media/image251.png"/><Relationship Id="rId6" Type="http://schemas.openxmlformats.org/officeDocument/2006/relationships/image" Target="../media/image256.svg"/><Relationship Id="rId5" Type="http://schemas.openxmlformats.org/officeDocument/2006/relationships/image" Target="../media/image255.png"/><Relationship Id="rId4" Type="http://schemas.openxmlformats.org/officeDocument/2006/relationships/image" Target="../media/image254.svg"/></Relationships>
</file>

<file path=ppt/diagrams/_rels/drawing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/Relationships>
</file>

<file path=ppt/diagrams/_rels/drawing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sv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image" Target="../media/image14.svg"/><Relationship Id="rId1" Type="http://schemas.openxmlformats.org/officeDocument/2006/relationships/image" Target="../media/image13.png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svg"/><Relationship Id="rId1" Type="http://schemas.openxmlformats.org/officeDocument/2006/relationships/image" Target="../media/image23.png"/></Relationships>
</file>

<file path=ppt/diagrams/_rels/drawing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svg"/><Relationship Id="rId1" Type="http://schemas.openxmlformats.org/officeDocument/2006/relationships/image" Target="../media/image27.png"/><Relationship Id="rId4" Type="http://schemas.openxmlformats.org/officeDocument/2006/relationships/image" Target="../media/image30.svg"/></Relationships>
</file>

<file path=ppt/diagrams/_rels/drawing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svg"/><Relationship Id="rId1" Type="http://schemas.openxmlformats.org/officeDocument/2006/relationships/image" Target="../media/image31.png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34.svg"/></Relationships>
</file>

<file path=ppt/diagrams/_rels/drawing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svg"/><Relationship Id="rId1" Type="http://schemas.openxmlformats.org/officeDocument/2006/relationships/image" Target="../media/image37.png"/></Relationships>
</file>

<file path=ppt/diagrams/_rels/drawing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41.svg"/></Relationships>
</file>

<file path=ppt/diagrams/_rels/drawing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svg"/><Relationship Id="rId1" Type="http://schemas.openxmlformats.org/officeDocument/2006/relationships/image" Target="../media/image42.png"/><Relationship Id="rId4" Type="http://schemas.openxmlformats.org/officeDocument/2006/relationships/image" Target="../media/image45.svg"/></Relationships>
</file>

<file path=ppt/diagrams/_rels/drawing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51.svg"/><Relationship Id="rId5" Type="http://schemas.openxmlformats.org/officeDocument/2006/relationships/image" Target="../media/image50.png"/><Relationship Id="rId4" Type="http://schemas.openxmlformats.org/officeDocument/2006/relationships/image" Target="../media/image49.svg"/></Relationships>
</file>

<file path=ppt/diagrams/_rels/drawing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svg"/><Relationship Id="rId1" Type="http://schemas.openxmlformats.org/officeDocument/2006/relationships/image" Target="../media/image52.png"/><Relationship Id="rId4" Type="http://schemas.openxmlformats.org/officeDocument/2006/relationships/image" Target="../media/image55.svg"/></Relationships>
</file>

<file path=ppt/diagrams/_rels/drawing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svg"/><Relationship Id="rId1" Type="http://schemas.openxmlformats.org/officeDocument/2006/relationships/image" Target="../media/image56.png"/><Relationship Id="rId4" Type="http://schemas.openxmlformats.org/officeDocument/2006/relationships/image" Target="../media/image59.svg"/></Relationships>
</file>

<file path=ppt/diagrams/_rels/drawing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62.svg"/><Relationship Id="rId1" Type="http://schemas.openxmlformats.org/officeDocument/2006/relationships/image" Target="../media/image61.png"/><Relationship Id="rId6" Type="http://schemas.openxmlformats.org/officeDocument/2006/relationships/image" Target="../media/image66.svg"/><Relationship Id="rId5" Type="http://schemas.openxmlformats.org/officeDocument/2006/relationships/image" Target="../media/image65.png"/><Relationship Id="rId4" Type="http://schemas.openxmlformats.org/officeDocument/2006/relationships/image" Target="../media/image64.svg"/></Relationships>
</file>

<file path=ppt/diagrams/_rels/drawing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svg"/><Relationship Id="rId3" Type="http://schemas.openxmlformats.org/officeDocument/2006/relationships/image" Target="../media/image70.png"/><Relationship Id="rId7" Type="http://schemas.openxmlformats.org/officeDocument/2006/relationships/image" Target="../media/image74.png"/><Relationship Id="rId2" Type="http://schemas.openxmlformats.org/officeDocument/2006/relationships/image" Target="../media/image69.svg"/><Relationship Id="rId1" Type="http://schemas.openxmlformats.org/officeDocument/2006/relationships/image" Target="../media/image68.png"/><Relationship Id="rId6" Type="http://schemas.openxmlformats.org/officeDocument/2006/relationships/image" Target="../media/image73.svg"/><Relationship Id="rId5" Type="http://schemas.openxmlformats.org/officeDocument/2006/relationships/image" Target="../media/image72.png"/><Relationship Id="rId10" Type="http://schemas.openxmlformats.org/officeDocument/2006/relationships/image" Target="../media/image77.svg"/><Relationship Id="rId4" Type="http://schemas.openxmlformats.org/officeDocument/2006/relationships/image" Target="../media/image71.svg"/><Relationship Id="rId9" Type="http://schemas.openxmlformats.org/officeDocument/2006/relationships/image" Target="../media/image76.png"/></Relationships>
</file>

<file path=ppt/diagrams/_rels/drawing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81.svg"/><Relationship Id="rId1" Type="http://schemas.openxmlformats.org/officeDocument/2006/relationships/image" Target="../media/image80.png"/><Relationship Id="rId4" Type="http://schemas.openxmlformats.org/officeDocument/2006/relationships/image" Target="../media/image83.svg"/></Relationships>
</file>

<file path=ppt/diagrams/_rels/drawing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85.svg"/><Relationship Id="rId1" Type="http://schemas.openxmlformats.org/officeDocument/2006/relationships/image" Target="../media/image84.png"/><Relationship Id="rId4" Type="http://schemas.openxmlformats.org/officeDocument/2006/relationships/image" Target="../media/image87.svg"/></Relationships>
</file>

<file path=ppt/diagrams/_rels/drawing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9.svg"/><Relationship Id="rId1" Type="http://schemas.openxmlformats.org/officeDocument/2006/relationships/image" Target="../media/image88.png"/><Relationship Id="rId6" Type="http://schemas.openxmlformats.org/officeDocument/2006/relationships/image" Target="../media/image93.svg"/><Relationship Id="rId5" Type="http://schemas.openxmlformats.org/officeDocument/2006/relationships/image" Target="../media/image92.png"/><Relationship Id="rId4" Type="http://schemas.openxmlformats.org/officeDocument/2006/relationships/image" Target="../media/image91.svg"/></Relationships>
</file>

<file path=ppt/diagrams/_rels/drawing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95.svg"/><Relationship Id="rId1" Type="http://schemas.openxmlformats.org/officeDocument/2006/relationships/image" Target="../media/image94.png"/><Relationship Id="rId4" Type="http://schemas.openxmlformats.org/officeDocument/2006/relationships/image" Target="../media/image97.svg"/></Relationships>
</file>

<file path=ppt/diagrams/_rels/drawing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svg"/><Relationship Id="rId1" Type="http://schemas.openxmlformats.org/officeDocument/2006/relationships/image" Target="../media/image98.png"/><Relationship Id="rId6" Type="http://schemas.openxmlformats.org/officeDocument/2006/relationships/image" Target="../media/image103.svg"/><Relationship Id="rId5" Type="http://schemas.openxmlformats.org/officeDocument/2006/relationships/image" Target="../media/image102.png"/><Relationship Id="rId4" Type="http://schemas.openxmlformats.org/officeDocument/2006/relationships/image" Target="../media/image101.svg"/></Relationships>
</file>

<file path=ppt/diagrams/_rels/drawing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106.svg"/><Relationship Id="rId1" Type="http://schemas.openxmlformats.org/officeDocument/2006/relationships/image" Target="../media/image105.png"/><Relationship Id="rId4" Type="http://schemas.openxmlformats.org/officeDocument/2006/relationships/image" Target="../media/image108.svg"/></Relationships>
</file>

<file path=ppt/diagrams/_rels/drawing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jpeg"/><Relationship Id="rId2" Type="http://schemas.openxmlformats.org/officeDocument/2006/relationships/image" Target="../media/image14.svg"/><Relationship Id="rId1" Type="http://schemas.openxmlformats.org/officeDocument/2006/relationships/image" Target="../media/image109.png"/><Relationship Id="rId5" Type="http://schemas.openxmlformats.org/officeDocument/2006/relationships/image" Target="../media/image112.svg"/><Relationship Id="rId4" Type="http://schemas.openxmlformats.org/officeDocument/2006/relationships/image" Target="../media/image111.png"/></Relationships>
</file>

<file path=ppt/diagrams/_rels/drawing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114.svg"/><Relationship Id="rId1" Type="http://schemas.openxmlformats.org/officeDocument/2006/relationships/image" Target="../media/image113.png"/><Relationship Id="rId4" Type="http://schemas.openxmlformats.org/officeDocument/2006/relationships/image" Target="../media/image116.svg"/></Relationships>
</file>

<file path=ppt/diagrams/_rels/drawing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svg"/><Relationship Id="rId3" Type="http://schemas.openxmlformats.org/officeDocument/2006/relationships/image" Target="../media/image92.png"/><Relationship Id="rId7" Type="http://schemas.openxmlformats.org/officeDocument/2006/relationships/image" Target="../media/image122.png"/><Relationship Id="rId2" Type="http://schemas.openxmlformats.org/officeDocument/2006/relationships/image" Target="../media/image119.svg"/><Relationship Id="rId1" Type="http://schemas.openxmlformats.org/officeDocument/2006/relationships/image" Target="../media/image118.png"/><Relationship Id="rId6" Type="http://schemas.openxmlformats.org/officeDocument/2006/relationships/image" Target="../media/image121.svg"/><Relationship Id="rId5" Type="http://schemas.openxmlformats.org/officeDocument/2006/relationships/image" Target="../media/image120.png"/><Relationship Id="rId4" Type="http://schemas.openxmlformats.org/officeDocument/2006/relationships/image" Target="../media/image93.svg"/></Relationships>
</file>

<file path=ppt/diagrams/_rels/drawing24.xml.rels><?xml version="1.0" encoding="UTF-8" standalone="yes"?>
<Relationships xmlns="http://schemas.openxmlformats.org/package/2006/relationships"><Relationship Id="rId8" Type="http://schemas.openxmlformats.org/officeDocument/2006/relationships/hyperlink" Target="https://blockchain.info/block/000000000019d6689c085ae165831e934ff763ae46a2a6c172b3f1b60a8ce26f" TargetMode="External"/><Relationship Id="rId3" Type="http://schemas.openxmlformats.org/officeDocument/2006/relationships/image" Target="../media/image126.png"/><Relationship Id="rId7" Type="http://schemas.openxmlformats.org/officeDocument/2006/relationships/image" Target="../media/image129.svg"/><Relationship Id="rId2" Type="http://schemas.openxmlformats.org/officeDocument/2006/relationships/image" Target="../media/image125.svg"/><Relationship Id="rId1" Type="http://schemas.openxmlformats.org/officeDocument/2006/relationships/image" Target="../media/image124.png"/><Relationship Id="rId6" Type="http://schemas.openxmlformats.org/officeDocument/2006/relationships/image" Target="../media/image128.png"/><Relationship Id="rId5" Type="http://schemas.openxmlformats.org/officeDocument/2006/relationships/hyperlink" Target="https://github.com/bitcoin/bitcoin/blob/3955c3940eff83518c186facfec6f50545b5aab5/src/chainparams.cpp" TargetMode="External"/><Relationship Id="rId4" Type="http://schemas.openxmlformats.org/officeDocument/2006/relationships/image" Target="../media/image127.svg"/></Relationships>
</file>

<file path=ppt/diagrams/_rels/drawing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svg"/><Relationship Id="rId1" Type="http://schemas.openxmlformats.org/officeDocument/2006/relationships/image" Target="../media/image130.png"/><Relationship Id="rId5" Type="http://schemas.openxmlformats.org/officeDocument/2006/relationships/image" Target="../media/image134.svg"/><Relationship Id="rId4" Type="http://schemas.openxmlformats.org/officeDocument/2006/relationships/image" Target="../media/image133.png"/></Relationships>
</file>

<file path=ppt/diagrams/_rels/drawing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9.svg"/><Relationship Id="rId3" Type="http://schemas.openxmlformats.org/officeDocument/2006/relationships/image" Target="../media/image144.png"/><Relationship Id="rId7" Type="http://schemas.openxmlformats.org/officeDocument/2006/relationships/image" Target="../media/image148.png"/><Relationship Id="rId2" Type="http://schemas.openxmlformats.org/officeDocument/2006/relationships/image" Target="../media/image143.svg"/><Relationship Id="rId1" Type="http://schemas.openxmlformats.org/officeDocument/2006/relationships/image" Target="../media/image142.png"/><Relationship Id="rId6" Type="http://schemas.openxmlformats.org/officeDocument/2006/relationships/image" Target="../media/image147.svg"/><Relationship Id="rId5" Type="http://schemas.openxmlformats.org/officeDocument/2006/relationships/image" Target="../media/image146.png"/><Relationship Id="rId4" Type="http://schemas.openxmlformats.org/officeDocument/2006/relationships/image" Target="../media/image145.svg"/></Relationships>
</file>

<file path=ppt/diagrams/_rels/drawing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152.svg"/><Relationship Id="rId1" Type="http://schemas.openxmlformats.org/officeDocument/2006/relationships/image" Target="../media/image151.png"/><Relationship Id="rId6" Type="http://schemas.openxmlformats.org/officeDocument/2006/relationships/image" Target="../media/image156.svg"/><Relationship Id="rId5" Type="http://schemas.openxmlformats.org/officeDocument/2006/relationships/image" Target="../media/image155.png"/><Relationship Id="rId4" Type="http://schemas.openxmlformats.org/officeDocument/2006/relationships/image" Target="../media/image154.svg"/></Relationships>
</file>

<file path=ppt/diagrams/_rels/drawing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159.svg"/><Relationship Id="rId1" Type="http://schemas.openxmlformats.org/officeDocument/2006/relationships/image" Target="../media/image158.png"/><Relationship Id="rId4" Type="http://schemas.openxmlformats.org/officeDocument/2006/relationships/image" Target="../media/image161.svg"/></Relationships>
</file>

<file path=ppt/diagrams/_rels/drawing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3.svg"/><Relationship Id="rId1" Type="http://schemas.openxmlformats.org/officeDocument/2006/relationships/image" Target="../media/image162.png"/><Relationship Id="rId4" Type="http://schemas.openxmlformats.org/officeDocument/2006/relationships/image" Target="../media/image165.svg"/></Relationships>
</file>

<file path=ppt/diagrams/_rels/drawing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52.svg"/><Relationship Id="rId1" Type="http://schemas.openxmlformats.org/officeDocument/2006/relationships/image" Target="../media/image151.png"/><Relationship Id="rId4" Type="http://schemas.openxmlformats.org/officeDocument/2006/relationships/image" Target="../media/image167.svg"/></Relationships>
</file>

<file path=ppt/diagrams/_rels/drawing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svg"/><Relationship Id="rId1" Type="http://schemas.openxmlformats.org/officeDocument/2006/relationships/image" Target="../media/image168.png"/><Relationship Id="rId4" Type="http://schemas.openxmlformats.org/officeDocument/2006/relationships/image" Target="../media/image171.svg"/></Relationships>
</file>

<file path=ppt/diagrams/_rels/drawing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63.svg"/><Relationship Id="rId1" Type="http://schemas.openxmlformats.org/officeDocument/2006/relationships/image" Target="../media/image162.png"/><Relationship Id="rId4" Type="http://schemas.openxmlformats.org/officeDocument/2006/relationships/image" Target="../media/image173.svg"/></Relationships>
</file>

<file path=ppt/diagrams/_rels/drawing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93.svg"/><Relationship Id="rId1" Type="http://schemas.openxmlformats.org/officeDocument/2006/relationships/image" Target="../media/image92.png"/><Relationship Id="rId6" Type="http://schemas.openxmlformats.org/officeDocument/2006/relationships/image" Target="../media/image149.svg"/><Relationship Id="rId5" Type="http://schemas.openxmlformats.org/officeDocument/2006/relationships/image" Target="../media/image148.png"/><Relationship Id="rId4" Type="http://schemas.openxmlformats.org/officeDocument/2006/relationships/image" Target="../media/image175.svg"/></Relationships>
</file>

<file path=ppt/diagrams/_rels/drawing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7.svg"/><Relationship Id="rId1" Type="http://schemas.openxmlformats.org/officeDocument/2006/relationships/image" Target="../media/image176.png"/><Relationship Id="rId6" Type="http://schemas.openxmlformats.org/officeDocument/2006/relationships/image" Target="../media/image181.svg"/><Relationship Id="rId5" Type="http://schemas.openxmlformats.org/officeDocument/2006/relationships/image" Target="../media/image180.png"/><Relationship Id="rId4" Type="http://schemas.openxmlformats.org/officeDocument/2006/relationships/image" Target="../media/image179.svg"/></Relationships>
</file>

<file path=ppt/diagrams/_rels/drawing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svg"/><Relationship Id="rId1" Type="http://schemas.openxmlformats.org/officeDocument/2006/relationships/image" Target="../media/image182.png"/><Relationship Id="rId4" Type="http://schemas.openxmlformats.org/officeDocument/2006/relationships/image" Target="../media/image185.svg"/></Relationships>
</file>

<file path=ppt/diagrams/_rels/drawing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2" Type="http://schemas.openxmlformats.org/officeDocument/2006/relationships/image" Target="../media/image190.svg"/><Relationship Id="rId1" Type="http://schemas.openxmlformats.org/officeDocument/2006/relationships/image" Target="../media/image189.png"/><Relationship Id="rId4" Type="http://schemas.openxmlformats.org/officeDocument/2006/relationships/image" Target="../media/image192.svg"/></Relationships>
</file>

<file path=ppt/diagrams/_rels/drawing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194.svg"/><Relationship Id="rId1" Type="http://schemas.openxmlformats.org/officeDocument/2006/relationships/image" Target="../media/image193.png"/><Relationship Id="rId4" Type="http://schemas.openxmlformats.org/officeDocument/2006/relationships/image" Target="../media/image108.svg"/></Relationships>
</file>

<file path=ppt/diagrams/_rels/drawing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6.svg"/><Relationship Id="rId1" Type="http://schemas.openxmlformats.org/officeDocument/2006/relationships/image" Target="../media/image195.png"/><Relationship Id="rId6" Type="http://schemas.openxmlformats.org/officeDocument/2006/relationships/image" Target="../media/image200.svg"/><Relationship Id="rId5" Type="http://schemas.openxmlformats.org/officeDocument/2006/relationships/image" Target="../media/image199.png"/><Relationship Id="rId4" Type="http://schemas.openxmlformats.org/officeDocument/2006/relationships/image" Target="../media/image198.svg"/></Relationships>
</file>

<file path=ppt/diagrams/_rels/drawing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image" Target="../media/image202.svg"/><Relationship Id="rId1" Type="http://schemas.openxmlformats.org/officeDocument/2006/relationships/image" Target="../media/image201.png"/><Relationship Id="rId6" Type="http://schemas.openxmlformats.org/officeDocument/2006/relationships/image" Target="../media/image206.svg"/><Relationship Id="rId5" Type="http://schemas.openxmlformats.org/officeDocument/2006/relationships/image" Target="../media/image205.png"/><Relationship Id="rId4" Type="http://schemas.openxmlformats.org/officeDocument/2006/relationships/image" Target="../media/image204.svg"/></Relationships>
</file>

<file path=ppt/diagrams/_rels/drawing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147.svg"/><Relationship Id="rId1" Type="http://schemas.openxmlformats.org/officeDocument/2006/relationships/image" Target="../media/image146.png"/><Relationship Id="rId6" Type="http://schemas.openxmlformats.org/officeDocument/2006/relationships/image" Target="../media/image208.svg"/><Relationship Id="rId5" Type="http://schemas.openxmlformats.org/officeDocument/2006/relationships/image" Target="../media/image207.png"/><Relationship Id="rId4" Type="http://schemas.openxmlformats.org/officeDocument/2006/relationships/image" Target="../media/image91.svg"/></Relationships>
</file>

<file path=ppt/diagrams/_rels/drawing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11.svg"/><Relationship Id="rId1" Type="http://schemas.openxmlformats.org/officeDocument/2006/relationships/image" Target="../media/image210.png"/><Relationship Id="rId6" Type="http://schemas.openxmlformats.org/officeDocument/2006/relationships/image" Target="../media/image215.svg"/><Relationship Id="rId5" Type="http://schemas.openxmlformats.org/officeDocument/2006/relationships/image" Target="../media/image214.png"/><Relationship Id="rId4" Type="http://schemas.openxmlformats.org/officeDocument/2006/relationships/image" Target="../media/image213.svg"/></Relationships>
</file>

<file path=ppt/diagrams/_rels/drawing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7.svg"/><Relationship Id="rId1" Type="http://schemas.openxmlformats.org/officeDocument/2006/relationships/image" Target="../media/image216.png"/><Relationship Id="rId4" Type="http://schemas.openxmlformats.org/officeDocument/2006/relationships/image" Target="../media/image219.svg"/></Relationships>
</file>

<file path=ppt/diagrams/_rels/drawing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7.svg"/><Relationship Id="rId3" Type="http://schemas.openxmlformats.org/officeDocument/2006/relationships/image" Target="../media/image222.png"/><Relationship Id="rId7" Type="http://schemas.openxmlformats.org/officeDocument/2006/relationships/image" Target="../media/image226.png"/><Relationship Id="rId2" Type="http://schemas.openxmlformats.org/officeDocument/2006/relationships/image" Target="../media/image221.svg"/><Relationship Id="rId1" Type="http://schemas.openxmlformats.org/officeDocument/2006/relationships/image" Target="../media/image220.png"/><Relationship Id="rId6" Type="http://schemas.openxmlformats.org/officeDocument/2006/relationships/image" Target="../media/image225.svg"/><Relationship Id="rId5" Type="http://schemas.openxmlformats.org/officeDocument/2006/relationships/image" Target="../media/image224.png"/><Relationship Id="rId4" Type="http://schemas.openxmlformats.org/officeDocument/2006/relationships/image" Target="../media/image223.svg"/></Relationships>
</file>

<file path=ppt/diagrams/_rels/drawing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9.svg"/><Relationship Id="rId1" Type="http://schemas.openxmlformats.org/officeDocument/2006/relationships/image" Target="../media/image228.png"/><Relationship Id="rId4" Type="http://schemas.openxmlformats.org/officeDocument/2006/relationships/image" Target="../media/image231.svg"/></Relationships>
</file>

<file path=ppt/diagrams/_rels/drawing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9.svg"/><Relationship Id="rId3" Type="http://schemas.openxmlformats.org/officeDocument/2006/relationships/image" Target="../media/image234.png"/><Relationship Id="rId7" Type="http://schemas.openxmlformats.org/officeDocument/2006/relationships/image" Target="../media/image238.png"/><Relationship Id="rId2" Type="http://schemas.openxmlformats.org/officeDocument/2006/relationships/image" Target="../media/image233.svg"/><Relationship Id="rId1" Type="http://schemas.openxmlformats.org/officeDocument/2006/relationships/image" Target="../media/image232.png"/><Relationship Id="rId6" Type="http://schemas.openxmlformats.org/officeDocument/2006/relationships/image" Target="../media/image237.svg"/><Relationship Id="rId5" Type="http://schemas.openxmlformats.org/officeDocument/2006/relationships/image" Target="../media/image236.png"/><Relationship Id="rId10" Type="http://schemas.openxmlformats.org/officeDocument/2006/relationships/image" Target="../media/image241.svg"/><Relationship Id="rId4" Type="http://schemas.openxmlformats.org/officeDocument/2006/relationships/image" Target="../media/image235.svg"/><Relationship Id="rId9" Type="http://schemas.openxmlformats.org/officeDocument/2006/relationships/image" Target="../media/image240.png"/></Relationships>
</file>

<file path=ppt/diagrams/_rels/drawing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svg"/><Relationship Id="rId3" Type="http://schemas.openxmlformats.org/officeDocument/2006/relationships/image" Target="../media/image244.png"/><Relationship Id="rId7" Type="http://schemas.openxmlformats.org/officeDocument/2006/relationships/image" Target="../media/image248.png"/><Relationship Id="rId2" Type="http://schemas.openxmlformats.org/officeDocument/2006/relationships/image" Target="../media/image243.svg"/><Relationship Id="rId1" Type="http://schemas.openxmlformats.org/officeDocument/2006/relationships/image" Target="../media/image242.png"/><Relationship Id="rId6" Type="http://schemas.openxmlformats.org/officeDocument/2006/relationships/image" Target="../media/image247.svg"/><Relationship Id="rId5" Type="http://schemas.openxmlformats.org/officeDocument/2006/relationships/image" Target="../media/image246.png"/><Relationship Id="rId4" Type="http://schemas.openxmlformats.org/officeDocument/2006/relationships/image" Target="../media/image245.svg"/></Relationships>
</file>

<file path=ppt/diagrams/_rels/drawing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8.svg"/><Relationship Id="rId3" Type="http://schemas.openxmlformats.org/officeDocument/2006/relationships/image" Target="../media/image253.png"/><Relationship Id="rId7" Type="http://schemas.openxmlformats.org/officeDocument/2006/relationships/image" Target="../media/image257.png"/><Relationship Id="rId2" Type="http://schemas.openxmlformats.org/officeDocument/2006/relationships/image" Target="../media/image252.svg"/><Relationship Id="rId1" Type="http://schemas.openxmlformats.org/officeDocument/2006/relationships/image" Target="../media/image251.png"/><Relationship Id="rId6" Type="http://schemas.openxmlformats.org/officeDocument/2006/relationships/image" Target="../media/image256.svg"/><Relationship Id="rId5" Type="http://schemas.openxmlformats.org/officeDocument/2006/relationships/image" Target="../media/image255.png"/><Relationship Id="rId4" Type="http://schemas.openxmlformats.org/officeDocument/2006/relationships/image" Target="../media/image254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5_1">
  <dgm:title val=""/>
  <dgm:desc val=""/>
  <dgm:catLst>
    <dgm:cat type="accent5" pri="11100"/>
  </dgm:catLst>
  <dgm:styleLbl name="node0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5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5">
        <a:tint val="4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4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4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5">
        <a:alpha val="4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5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5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5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05/8/colors/accent4_1">
  <dgm:title val=""/>
  <dgm:desc val=""/>
  <dgm:catLst>
    <dgm:cat type="accent4" pri="11100"/>
  </dgm:catLst>
  <dgm:styleLbl name="node0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4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4">
        <a:tint val="4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4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4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4">
        <a:alpha val="4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4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4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4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E7782D7-80F6-4BA3-9B8A-2EC91E772AC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Introduction</a:t>
          </a:r>
          <a:endParaRPr lang="en-US"/>
        </a:p>
      </dgm:t>
    </dgm:pt>
    <dgm:pt modelId="{954B563A-FDB8-43A4-9E7B-D7FC6E4AC68E}" type="sibTrans" cxnId="{5008B347-A9D2-4032-9E8E-581E057B6423}">
      <dgm:prSet/>
      <dgm:spPr/>
      <dgm:t>
        <a:bodyPr/>
        <a:lstStyle/>
        <a:p>
          <a:endParaRPr lang="en-US"/>
        </a:p>
      </dgm:t>
    </dgm:pt>
    <dgm:pt modelId="{62F88E30-85D7-49F1-9928-AF43E76E1741}" type="parTrans" cxnId="{5008B347-A9D2-4032-9E8E-581E057B6423}">
      <dgm:prSet/>
      <dgm:spPr/>
      <dgm:t>
        <a:bodyPr/>
        <a:lstStyle/>
        <a:p>
          <a:endParaRPr lang="en-US" sz="2000"/>
        </a:p>
      </dgm:t>
    </dgm:pt>
    <dgm:pt modelId="{A6A073F2-37D6-4EDD-B41E-0D102CB0132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Structure of a Block</a:t>
          </a:r>
          <a:endParaRPr lang="en-US"/>
        </a:p>
      </dgm:t>
    </dgm:pt>
    <dgm:pt modelId="{5F531619-EA2C-47F0-AE09-B4B7E6D7E2F7}" type="parTrans" cxnId="{793445D6-0A42-4FF6-8BFC-CCB7EFB160DD}">
      <dgm:prSet/>
      <dgm:spPr/>
      <dgm:t>
        <a:bodyPr/>
        <a:lstStyle/>
        <a:p>
          <a:endParaRPr lang="tr-TR"/>
        </a:p>
      </dgm:t>
    </dgm:pt>
    <dgm:pt modelId="{97BADF61-A359-4C2C-9F22-D05F287AC7A1}" type="sibTrans" cxnId="{793445D6-0A42-4FF6-8BFC-CCB7EFB160DD}">
      <dgm:prSet/>
      <dgm:spPr/>
      <dgm:t>
        <a:bodyPr/>
        <a:lstStyle/>
        <a:p>
          <a:endParaRPr lang="tr-TR"/>
        </a:p>
      </dgm:t>
    </dgm:pt>
    <dgm:pt modelId="{93D53855-4770-4755-A416-56E334144DA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Block Header</a:t>
          </a:r>
          <a:endParaRPr lang="en-US"/>
        </a:p>
      </dgm:t>
    </dgm:pt>
    <dgm:pt modelId="{C698B9E0-5AC8-4D18-947C-CDAE8C27E28D}" type="parTrans" cxnId="{B8B4F010-3597-416C-8CAA-5EA29467D4B0}">
      <dgm:prSet/>
      <dgm:spPr/>
      <dgm:t>
        <a:bodyPr/>
        <a:lstStyle/>
        <a:p>
          <a:endParaRPr lang="tr-TR"/>
        </a:p>
      </dgm:t>
    </dgm:pt>
    <dgm:pt modelId="{BD340C85-B0DB-4675-95C1-2CB406C282B3}" type="sibTrans" cxnId="{B8B4F010-3597-416C-8CAA-5EA29467D4B0}">
      <dgm:prSet/>
      <dgm:spPr/>
      <dgm:t>
        <a:bodyPr/>
        <a:lstStyle/>
        <a:p>
          <a:endParaRPr lang="tr-TR"/>
        </a:p>
      </dgm:t>
    </dgm:pt>
    <dgm:pt modelId="{E1E8CC57-4FE6-4300-8D77-723B36C6A1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Block Identifiers</a:t>
          </a:r>
        </a:p>
      </dgm:t>
    </dgm:pt>
    <dgm:pt modelId="{F231B423-E8F1-49B3-8E29-C678B40962E0}" type="parTrans" cxnId="{8534153C-0F98-4D11-AD2F-E8E9FCAB4038}">
      <dgm:prSet/>
      <dgm:spPr/>
      <dgm:t>
        <a:bodyPr/>
        <a:lstStyle/>
        <a:p>
          <a:endParaRPr lang="tr-TR"/>
        </a:p>
      </dgm:t>
    </dgm:pt>
    <dgm:pt modelId="{19E38123-0EA9-48FF-8FDB-684F5019343B}" type="sibTrans" cxnId="{8534153C-0F98-4D11-AD2F-E8E9FCAB4038}">
      <dgm:prSet/>
      <dgm:spPr/>
      <dgm:t>
        <a:bodyPr/>
        <a:lstStyle/>
        <a:p>
          <a:endParaRPr lang="tr-TR"/>
        </a:p>
      </dgm:t>
    </dgm:pt>
    <dgm:pt modelId="{DA9FF1B2-2D26-46F2-A59F-5CD6FFF8FE5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The Genesis Block</a:t>
          </a:r>
          <a:endParaRPr lang="en-US" dirty="0"/>
        </a:p>
      </dgm:t>
    </dgm:pt>
    <dgm:pt modelId="{E22E2CE8-B712-47CF-B6CF-B870166817CF}" type="parTrans" cxnId="{12346651-53DB-4AA5-B94F-C5202C4FD768}">
      <dgm:prSet/>
      <dgm:spPr/>
      <dgm:t>
        <a:bodyPr/>
        <a:lstStyle/>
        <a:p>
          <a:endParaRPr lang="tr-TR"/>
        </a:p>
      </dgm:t>
    </dgm:pt>
    <dgm:pt modelId="{BFCC23DE-3114-4D7B-9DD6-7DA8603B02A2}" type="sibTrans" cxnId="{12346651-53DB-4AA5-B94F-C5202C4FD768}">
      <dgm:prSet/>
      <dgm:spPr/>
      <dgm:t>
        <a:bodyPr/>
        <a:lstStyle/>
        <a:p>
          <a:endParaRPr lang="tr-TR"/>
        </a:p>
      </dgm:t>
    </dgm:pt>
    <dgm:pt modelId="{E37161DF-094D-47E5-A025-3A6665756F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Linking Blocks in the Blockchain</a:t>
          </a:r>
        </a:p>
      </dgm:t>
    </dgm:pt>
    <dgm:pt modelId="{BAB0EDFD-ABAC-43E3-9792-FF10328110C3}" type="parTrans" cxnId="{981F839C-DCFF-48DD-A113-17FA61FC8E1A}">
      <dgm:prSet/>
      <dgm:spPr/>
      <dgm:t>
        <a:bodyPr/>
        <a:lstStyle/>
        <a:p>
          <a:endParaRPr lang="tr-TR"/>
        </a:p>
      </dgm:t>
    </dgm:pt>
    <dgm:pt modelId="{CA439BB4-BBA7-4DFE-BF1E-C1B85775F643}" type="sibTrans" cxnId="{981F839C-DCFF-48DD-A113-17FA61FC8E1A}">
      <dgm:prSet/>
      <dgm:spPr/>
      <dgm:t>
        <a:bodyPr/>
        <a:lstStyle/>
        <a:p>
          <a:endParaRPr lang="tr-TR"/>
        </a:p>
      </dgm:t>
    </dgm:pt>
    <dgm:pt modelId="{08F4B0C2-F9A1-4319-A3DB-AD16A0AD8BE1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F42DE873-C73E-4544-8574-EFFCC443B60D}" type="pres">
      <dgm:prSet presAssocID="{8E7782D7-80F6-4BA3-9B8A-2EC91E772ACE}" presName="compNode" presStyleCnt="0"/>
      <dgm:spPr/>
    </dgm:pt>
    <dgm:pt modelId="{2F61D6AA-F154-4C02-BF89-4E959692B186}" type="pres">
      <dgm:prSet presAssocID="{8E7782D7-80F6-4BA3-9B8A-2EC91E772ACE}" presName="bgRect" presStyleLbl="bgShp" presStyleIdx="0" presStyleCnt="6"/>
      <dgm:spPr/>
    </dgm:pt>
    <dgm:pt modelId="{25FDDA82-91D8-49E1-957E-8CD51BB0AAA7}" type="pres">
      <dgm:prSet presAssocID="{8E7782D7-80F6-4BA3-9B8A-2EC91E772ACE}" presName="iconRect" presStyleLbl="node1" presStyleIdx="0" presStyleCnt="6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inTracks"/>
        </a:ext>
      </dgm:extLst>
    </dgm:pt>
    <dgm:pt modelId="{93536E42-D167-486B-B0EC-2BD503D6C0C6}" type="pres">
      <dgm:prSet presAssocID="{8E7782D7-80F6-4BA3-9B8A-2EC91E772ACE}" presName="spaceRect" presStyleCnt="0"/>
      <dgm:spPr/>
    </dgm:pt>
    <dgm:pt modelId="{F7086D05-00DC-42E7-ABA8-F28AAB22342B}" type="pres">
      <dgm:prSet presAssocID="{8E7782D7-80F6-4BA3-9B8A-2EC91E772ACE}" presName="parTx" presStyleLbl="revTx" presStyleIdx="0" presStyleCnt="6">
        <dgm:presLayoutVars>
          <dgm:chMax val="0"/>
          <dgm:chPref val="0"/>
        </dgm:presLayoutVars>
      </dgm:prSet>
      <dgm:spPr/>
    </dgm:pt>
    <dgm:pt modelId="{36D5CC0F-13E7-4F67-BA0B-C84CE5B89C87}" type="pres">
      <dgm:prSet presAssocID="{954B563A-FDB8-43A4-9E7B-D7FC6E4AC68E}" presName="sibTrans" presStyleCnt="0"/>
      <dgm:spPr/>
    </dgm:pt>
    <dgm:pt modelId="{C9C19357-3F3A-4F53-8B33-256F16247E1F}" type="pres">
      <dgm:prSet presAssocID="{A6A073F2-37D6-4EDD-B41E-0D102CB01322}" presName="compNode" presStyleCnt="0"/>
      <dgm:spPr/>
    </dgm:pt>
    <dgm:pt modelId="{E1F906A8-CEF5-42F8-B994-91D281E8BDAF}" type="pres">
      <dgm:prSet presAssocID="{A6A073F2-37D6-4EDD-B41E-0D102CB01322}" presName="bgRect" presStyleLbl="bgShp" presStyleIdx="1" presStyleCnt="6"/>
      <dgm:spPr/>
    </dgm:pt>
    <dgm:pt modelId="{30655E1D-CF38-4D53-99B9-AAC7070ED7DA}" type="pres">
      <dgm:prSet presAssocID="{A6A073F2-37D6-4EDD-B41E-0D102CB01322}" presName="iconRect" presStyleLbl="node1" presStyleIdx="1" presStyleCnt="6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ierarchy"/>
        </a:ext>
      </dgm:extLst>
    </dgm:pt>
    <dgm:pt modelId="{BA24E777-245E-4C0F-B21D-756987EA1EEB}" type="pres">
      <dgm:prSet presAssocID="{A6A073F2-37D6-4EDD-B41E-0D102CB01322}" presName="spaceRect" presStyleCnt="0"/>
      <dgm:spPr/>
    </dgm:pt>
    <dgm:pt modelId="{FD68BBFC-F4FB-4134-843D-074FF9A7B205}" type="pres">
      <dgm:prSet presAssocID="{A6A073F2-37D6-4EDD-B41E-0D102CB01322}" presName="parTx" presStyleLbl="revTx" presStyleIdx="1" presStyleCnt="6">
        <dgm:presLayoutVars>
          <dgm:chMax val="0"/>
          <dgm:chPref val="0"/>
        </dgm:presLayoutVars>
      </dgm:prSet>
      <dgm:spPr/>
    </dgm:pt>
    <dgm:pt modelId="{1042A3B7-23CC-4BB9-87B2-849258699BBD}" type="pres">
      <dgm:prSet presAssocID="{97BADF61-A359-4C2C-9F22-D05F287AC7A1}" presName="sibTrans" presStyleCnt="0"/>
      <dgm:spPr/>
    </dgm:pt>
    <dgm:pt modelId="{35BCF565-92BF-4A3A-AB25-1DB8CFB72633}" type="pres">
      <dgm:prSet presAssocID="{93D53855-4770-4755-A416-56E334144DA8}" presName="compNode" presStyleCnt="0"/>
      <dgm:spPr/>
    </dgm:pt>
    <dgm:pt modelId="{3869AE8E-732F-49A0-A401-7994CE780388}" type="pres">
      <dgm:prSet presAssocID="{93D53855-4770-4755-A416-56E334144DA8}" presName="bgRect" presStyleLbl="bgShp" presStyleIdx="2" presStyleCnt="6"/>
      <dgm:spPr/>
    </dgm:pt>
    <dgm:pt modelId="{5F7DC008-959B-4DF2-A429-92E70667C50F}" type="pres">
      <dgm:prSet presAssocID="{93D53855-4770-4755-A416-56E334144DA8}" presName="iconRect" presStyleLbl="node1" presStyleIdx="2" presStyleCnt="6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9A17C680-F343-40A6-80D8-5CC24FC50D0A}" type="pres">
      <dgm:prSet presAssocID="{93D53855-4770-4755-A416-56E334144DA8}" presName="spaceRect" presStyleCnt="0"/>
      <dgm:spPr/>
    </dgm:pt>
    <dgm:pt modelId="{D44243B6-9B32-4E3D-A420-B75D6A99D762}" type="pres">
      <dgm:prSet presAssocID="{93D53855-4770-4755-A416-56E334144DA8}" presName="parTx" presStyleLbl="revTx" presStyleIdx="2" presStyleCnt="6">
        <dgm:presLayoutVars>
          <dgm:chMax val="0"/>
          <dgm:chPref val="0"/>
        </dgm:presLayoutVars>
      </dgm:prSet>
      <dgm:spPr/>
    </dgm:pt>
    <dgm:pt modelId="{7062696B-4601-4832-9123-3734D2131CEA}" type="pres">
      <dgm:prSet presAssocID="{BD340C85-B0DB-4675-95C1-2CB406C282B3}" presName="sibTrans" presStyleCnt="0"/>
      <dgm:spPr/>
    </dgm:pt>
    <dgm:pt modelId="{C8607577-2341-4D0D-801C-5EBD2A9A01A9}" type="pres">
      <dgm:prSet presAssocID="{E1E8CC57-4FE6-4300-8D77-723B36C6A15E}" presName="compNode" presStyleCnt="0"/>
      <dgm:spPr/>
    </dgm:pt>
    <dgm:pt modelId="{E7C0C833-E570-430E-AA3F-1643C632797D}" type="pres">
      <dgm:prSet presAssocID="{E1E8CC57-4FE6-4300-8D77-723B36C6A15E}" presName="bgRect" presStyleLbl="bgShp" presStyleIdx="3" presStyleCnt="6"/>
      <dgm:spPr/>
    </dgm:pt>
    <dgm:pt modelId="{6809E2DC-A953-48CE-8192-35FF371CE278}" type="pres">
      <dgm:prSet presAssocID="{E1E8CC57-4FE6-4300-8D77-723B36C6A15E}" presName="iconRect" presStyleLbl="node1" presStyleIdx="3" presStyleCnt="6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700FDED5-38FD-4B93-BFA8-E85FBF87F6D1}" type="pres">
      <dgm:prSet presAssocID="{E1E8CC57-4FE6-4300-8D77-723B36C6A15E}" presName="spaceRect" presStyleCnt="0"/>
      <dgm:spPr/>
    </dgm:pt>
    <dgm:pt modelId="{A919B016-A446-4F51-BFA3-792C2F49B52F}" type="pres">
      <dgm:prSet presAssocID="{E1E8CC57-4FE6-4300-8D77-723B36C6A15E}" presName="parTx" presStyleLbl="revTx" presStyleIdx="3" presStyleCnt="6">
        <dgm:presLayoutVars>
          <dgm:chMax val="0"/>
          <dgm:chPref val="0"/>
        </dgm:presLayoutVars>
      </dgm:prSet>
      <dgm:spPr/>
    </dgm:pt>
    <dgm:pt modelId="{461FA28C-9AAA-4B07-B5E1-343215B3F33D}" type="pres">
      <dgm:prSet presAssocID="{19E38123-0EA9-48FF-8FDB-684F5019343B}" presName="sibTrans" presStyleCnt="0"/>
      <dgm:spPr/>
    </dgm:pt>
    <dgm:pt modelId="{5F455FAE-F293-4FDB-885C-750EEF36B166}" type="pres">
      <dgm:prSet presAssocID="{DA9FF1B2-2D26-46F2-A59F-5CD6FFF8FE53}" presName="compNode" presStyleCnt="0"/>
      <dgm:spPr/>
    </dgm:pt>
    <dgm:pt modelId="{50D60AC2-857A-43D5-9E22-2105ABB40EB6}" type="pres">
      <dgm:prSet presAssocID="{DA9FF1B2-2D26-46F2-A59F-5CD6FFF8FE53}" presName="bgRect" presStyleLbl="bgShp" presStyleIdx="4" presStyleCnt="6"/>
      <dgm:spPr/>
    </dgm:pt>
    <dgm:pt modelId="{E2CC780E-ABE6-462C-8C01-0A99DB455A19}" type="pres">
      <dgm:prSet presAssocID="{DA9FF1B2-2D26-46F2-A59F-5CD6FFF8FE53}" presName="iconRect" presStyleLbl="node1" presStyleIdx="4" presStyleCnt="6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minoTile"/>
        </a:ext>
      </dgm:extLst>
    </dgm:pt>
    <dgm:pt modelId="{82FD69D7-C19C-4792-9D49-189F0951AE7C}" type="pres">
      <dgm:prSet presAssocID="{DA9FF1B2-2D26-46F2-A59F-5CD6FFF8FE53}" presName="spaceRect" presStyleCnt="0"/>
      <dgm:spPr/>
    </dgm:pt>
    <dgm:pt modelId="{C919B73C-EAD2-488A-9C15-5CB3760F39BA}" type="pres">
      <dgm:prSet presAssocID="{DA9FF1B2-2D26-46F2-A59F-5CD6FFF8FE53}" presName="parTx" presStyleLbl="revTx" presStyleIdx="4" presStyleCnt="6">
        <dgm:presLayoutVars>
          <dgm:chMax val="0"/>
          <dgm:chPref val="0"/>
        </dgm:presLayoutVars>
      </dgm:prSet>
      <dgm:spPr/>
    </dgm:pt>
    <dgm:pt modelId="{D14E46D9-8E15-47FB-A8A2-A245E9275006}" type="pres">
      <dgm:prSet presAssocID="{BFCC23DE-3114-4D7B-9DD6-7DA8603B02A2}" presName="sibTrans" presStyleCnt="0"/>
      <dgm:spPr/>
    </dgm:pt>
    <dgm:pt modelId="{5FEACA49-B2D4-4652-8CB8-DE39BD7D2D61}" type="pres">
      <dgm:prSet presAssocID="{E37161DF-094D-47E5-A025-3A6665756F40}" presName="compNode" presStyleCnt="0"/>
      <dgm:spPr/>
    </dgm:pt>
    <dgm:pt modelId="{FF782FF9-AD86-4F22-811C-9ED67BC94613}" type="pres">
      <dgm:prSet presAssocID="{E37161DF-094D-47E5-A025-3A6665756F40}" presName="bgRect" presStyleLbl="bgShp" presStyleIdx="5" presStyleCnt="6"/>
      <dgm:spPr/>
    </dgm:pt>
    <dgm:pt modelId="{0806252F-31B8-42D7-8086-F84D40B78DA9}" type="pres">
      <dgm:prSet presAssocID="{E37161DF-094D-47E5-A025-3A6665756F40}" presName="iconRect" presStyleLbl="node1" presStyleIdx="5" presStyleCnt="6"/>
      <dgm:spPr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E7A17C32-6A99-40D7-85B6-8FA5CD214700}" type="pres">
      <dgm:prSet presAssocID="{E37161DF-094D-47E5-A025-3A6665756F40}" presName="spaceRect" presStyleCnt="0"/>
      <dgm:spPr/>
    </dgm:pt>
    <dgm:pt modelId="{2F3BF5DE-B35B-494F-93E1-1A7C1FB91E3C}" type="pres">
      <dgm:prSet presAssocID="{E37161DF-094D-47E5-A025-3A6665756F40}" presName="parTx" presStyleLbl="revTx" presStyleIdx="5" presStyleCnt="6">
        <dgm:presLayoutVars>
          <dgm:chMax val="0"/>
          <dgm:chPref val="0"/>
        </dgm:presLayoutVars>
      </dgm:prSet>
      <dgm:spPr/>
    </dgm:pt>
  </dgm:ptLst>
  <dgm:cxnLst>
    <dgm:cxn modelId="{B8B4F010-3597-416C-8CAA-5EA29467D4B0}" srcId="{A133FCAE-E73A-4F6E-AAE2-9B409B02E4EB}" destId="{93D53855-4770-4755-A416-56E334144DA8}" srcOrd="2" destOrd="0" parTransId="{C698B9E0-5AC8-4D18-947C-CDAE8C27E28D}" sibTransId="{BD340C85-B0DB-4675-95C1-2CB406C282B3}"/>
    <dgm:cxn modelId="{59EC7C1A-2B17-47E9-BC06-20AF8FF4E28D}" type="presOf" srcId="{A6A073F2-37D6-4EDD-B41E-0D102CB01322}" destId="{FD68BBFC-F4FB-4134-843D-074FF9A7B205}" srcOrd="0" destOrd="0" presId="urn:microsoft.com/office/officeart/2018/2/layout/IconVerticalSolidList"/>
    <dgm:cxn modelId="{28D56E2F-03CA-45C6-8A5E-9A46D0F1CD1E}" type="presOf" srcId="{DA9FF1B2-2D26-46F2-A59F-5CD6FFF8FE53}" destId="{C919B73C-EAD2-488A-9C15-5CB3760F39BA}" srcOrd="0" destOrd="0" presId="urn:microsoft.com/office/officeart/2018/2/layout/IconVerticalSolidList"/>
    <dgm:cxn modelId="{0691183B-CCC6-4E35-8418-D5D5AC9ABF70}" type="presOf" srcId="{E1E8CC57-4FE6-4300-8D77-723B36C6A15E}" destId="{A919B016-A446-4F51-BFA3-792C2F49B52F}" srcOrd="0" destOrd="0" presId="urn:microsoft.com/office/officeart/2018/2/layout/IconVerticalSolidList"/>
    <dgm:cxn modelId="{8534153C-0F98-4D11-AD2F-E8E9FCAB4038}" srcId="{A133FCAE-E73A-4F6E-AAE2-9B409B02E4EB}" destId="{E1E8CC57-4FE6-4300-8D77-723B36C6A15E}" srcOrd="3" destOrd="0" parTransId="{F231B423-E8F1-49B3-8E29-C678B40962E0}" sibTransId="{19E38123-0EA9-48FF-8FDB-684F5019343B}"/>
    <dgm:cxn modelId="{EBEA8A47-C8D3-49FD-97EA-18905F0C88FA}" type="presOf" srcId="{93D53855-4770-4755-A416-56E334144DA8}" destId="{D44243B6-9B32-4E3D-A420-B75D6A99D762}" srcOrd="0" destOrd="0" presId="urn:microsoft.com/office/officeart/2018/2/layout/IconVerticalSolidList"/>
    <dgm:cxn modelId="{5008B347-A9D2-4032-9E8E-581E057B6423}" srcId="{A133FCAE-E73A-4F6E-AAE2-9B409B02E4EB}" destId="{8E7782D7-80F6-4BA3-9B8A-2EC91E772ACE}" srcOrd="0" destOrd="0" parTransId="{62F88E30-85D7-49F1-9928-AF43E76E1741}" sibTransId="{954B563A-FDB8-43A4-9E7B-D7FC6E4AC68E}"/>
    <dgm:cxn modelId="{12346651-53DB-4AA5-B94F-C5202C4FD768}" srcId="{A133FCAE-E73A-4F6E-AAE2-9B409B02E4EB}" destId="{DA9FF1B2-2D26-46F2-A59F-5CD6FFF8FE53}" srcOrd="4" destOrd="0" parTransId="{E22E2CE8-B712-47CF-B6CF-B870166817CF}" sibTransId="{BFCC23DE-3114-4D7B-9DD6-7DA8603B02A2}"/>
    <dgm:cxn modelId="{C89D6792-2154-4951-800F-590D43716D08}" type="presOf" srcId="{A133FCAE-E73A-4F6E-AAE2-9B409B02E4EB}" destId="{08F4B0C2-F9A1-4319-A3DB-AD16A0AD8BE1}" srcOrd="0" destOrd="0" presId="urn:microsoft.com/office/officeart/2018/2/layout/IconVerticalSolidList"/>
    <dgm:cxn modelId="{981F839C-DCFF-48DD-A113-17FA61FC8E1A}" srcId="{A133FCAE-E73A-4F6E-AAE2-9B409B02E4EB}" destId="{E37161DF-094D-47E5-A025-3A6665756F40}" srcOrd="5" destOrd="0" parTransId="{BAB0EDFD-ABAC-43E3-9792-FF10328110C3}" sibTransId="{CA439BB4-BBA7-4DFE-BF1E-C1B85775F643}"/>
    <dgm:cxn modelId="{276ED7A5-EEE5-4BBB-91F5-8CB3F264E330}" type="presOf" srcId="{E37161DF-094D-47E5-A025-3A6665756F40}" destId="{2F3BF5DE-B35B-494F-93E1-1A7C1FB91E3C}" srcOrd="0" destOrd="0" presId="urn:microsoft.com/office/officeart/2018/2/layout/IconVerticalSolidList"/>
    <dgm:cxn modelId="{ADA1C4AA-374E-4DA0-9514-63A87D73EDB8}" type="presOf" srcId="{8E7782D7-80F6-4BA3-9B8A-2EC91E772ACE}" destId="{F7086D05-00DC-42E7-ABA8-F28AAB22342B}" srcOrd="0" destOrd="0" presId="urn:microsoft.com/office/officeart/2018/2/layout/IconVerticalSolidList"/>
    <dgm:cxn modelId="{793445D6-0A42-4FF6-8BFC-CCB7EFB160DD}" srcId="{A133FCAE-E73A-4F6E-AAE2-9B409B02E4EB}" destId="{A6A073F2-37D6-4EDD-B41E-0D102CB01322}" srcOrd="1" destOrd="0" parTransId="{5F531619-EA2C-47F0-AE09-B4B7E6D7E2F7}" sibTransId="{97BADF61-A359-4C2C-9F22-D05F287AC7A1}"/>
    <dgm:cxn modelId="{75CCF773-1E99-4304-85DE-5F57772A7B52}" type="presParOf" srcId="{08F4B0C2-F9A1-4319-A3DB-AD16A0AD8BE1}" destId="{F42DE873-C73E-4544-8574-EFFCC443B60D}" srcOrd="0" destOrd="0" presId="urn:microsoft.com/office/officeart/2018/2/layout/IconVerticalSolidList"/>
    <dgm:cxn modelId="{14D350E1-C0D3-4D4F-AE3D-40CAB936F470}" type="presParOf" srcId="{F42DE873-C73E-4544-8574-EFFCC443B60D}" destId="{2F61D6AA-F154-4C02-BF89-4E959692B186}" srcOrd="0" destOrd="0" presId="urn:microsoft.com/office/officeart/2018/2/layout/IconVerticalSolidList"/>
    <dgm:cxn modelId="{A2D1FFB1-5635-46F3-859E-0A4BA038FE1A}" type="presParOf" srcId="{F42DE873-C73E-4544-8574-EFFCC443B60D}" destId="{25FDDA82-91D8-49E1-957E-8CD51BB0AAA7}" srcOrd="1" destOrd="0" presId="urn:microsoft.com/office/officeart/2018/2/layout/IconVerticalSolidList"/>
    <dgm:cxn modelId="{81A4387C-38A1-456C-9CEF-B5FDDD24B39A}" type="presParOf" srcId="{F42DE873-C73E-4544-8574-EFFCC443B60D}" destId="{93536E42-D167-486B-B0EC-2BD503D6C0C6}" srcOrd="2" destOrd="0" presId="urn:microsoft.com/office/officeart/2018/2/layout/IconVerticalSolidList"/>
    <dgm:cxn modelId="{72E31CA8-D13E-4347-8F97-1351246D299A}" type="presParOf" srcId="{F42DE873-C73E-4544-8574-EFFCC443B60D}" destId="{F7086D05-00DC-42E7-ABA8-F28AAB22342B}" srcOrd="3" destOrd="0" presId="urn:microsoft.com/office/officeart/2018/2/layout/IconVerticalSolidList"/>
    <dgm:cxn modelId="{22710B15-0967-43E9-9ECA-1B15A870407D}" type="presParOf" srcId="{08F4B0C2-F9A1-4319-A3DB-AD16A0AD8BE1}" destId="{36D5CC0F-13E7-4F67-BA0B-C84CE5B89C87}" srcOrd="1" destOrd="0" presId="urn:microsoft.com/office/officeart/2018/2/layout/IconVerticalSolidList"/>
    <dgm:cxn modelId="{358FA757-0820-41D8-B5A4-D874669E1F42}" type="presParOf" srcId="{08F4B0C2-F9A1-4319-A3DB-AD16A0AD8BE1}" destId="{C9C19357-3F3A-4F53-8B33-256F16247E1F}" srcOrd="2" destOrd="0" presId="urn:microsoft.com/office/officeart/2018/2/layout/IconVerticalSolidList"/>
    <dgm:cxn modelId="{C00EC94D-14D6-40B5-9789-03E23EBF6F36}" type="presParOf" srcId="{C9C19357-3F3A-4F53-8B33-256F16247E1F}" destId="{E1F906A8-CEF5-42F8-B994-91D281E8BDAF}" srcOrd="0" destOrd="0" presId="urn:microsoft.com/office/officeart/2018/2/layout/IconVerticalSolidList"/>
    <dgm:cxn modelId="{C8ADE932-5D04-4C55-8AB2-0006610D4FE6}" type="presParOf" srcId="{C9C19357-3F3A-4F53-8B33-256F16247E1F}" destId="{30655E1D-CF38-4D53-99B9-AAC7070ED7DA}" srcOrd="1" destOrd="0" presId="urn:microsoft.com/office/officeart/2018/2/layout/IconVerticalSolidList"/>
    <dgm:cxn modelId="{E438DC1E-645C-46E5-AB7F-C62379E7C47B}" type="presParOf" srcId="{C9C19357-3F3A-4F53-8B33-256F16247E1F}" destId="{BA24E777-245E-4C0F-B21D-756987EA1EEB}" srcOrd="2" destOrd="0" presId="urn:microsoft.com/office/officeart/2018/2/layout/IconVerticalSolidList"/>
    <dgm:cxn modelId="{F1064E08-45FC-4577-97B5-85B0CEE4C063}" type="presParOf" srcId="{C9C19357-3F3A-4F53-8B33-256F16247E1F}" destId="{FD68BBFC-F4FB-4134-843D-074FF9A7B205}" srcOrd="3" destOrd="0" presId="urn:microsoft.com/office/officeart/2018/2/layout/IconVerticalSolidList"/>
    <dgm:cxn modelId="{DA5DF232-728A-43CB-A570-4F2A171B33A4}" type="presParOf" srcId="{08F4B0C2-F9A1-4319-A3DB-AD16A0AD8BE1}" destId="{1042A3B7-23CC-4BB9-87B2-849258699BBD}" srcOrd="3" destOrd="0" presId="urn:microsoft.com/office/officeart/2018/2/layout/IconVerticalSolidList"/>
    <dgm:cxn modelId="{602BA038-848E-4728-A131-5640DBBF7317}" type="presParOf" srcId="{08F4B0C2-F9A1-4319-A3DB-AD16A0AD8BE1}" destId="{35BCF565-92BF-4A3A-AB25-1DB8CFB72633}" srcOrd="4" destOrd="0" presId="urn:microsoft.com/office/officeart/2018/2/layout/IconVerticalSolidList"/>
    <dgm:cxn modelId="{2CCA89CF-7773-46AE-A15C-F2CC1EADBDB4}" type="presParOf" srcId="{35BCF565-92BF-4A3A-AB25-1DB8CFB72633}" destId="{3869AE8E-732F-49A0-A401-7994CE780388}" srcOrd="0" destOrd="0" presId="urn:microsoft.com/office/officeart/2018/2/layout/IconVerticalSolidList"/>
    <dgm:cxn modelId="{04BEEB17-5864-4CB5-9DB3-F049DDB6E1AA}" type="presParOf" srcId="{35BCF565-92BF-4A3A-AB25-1DB8CFB72633}" destId="{5F7DC008-959B-4DF2-A429-92E70667C50F}" srcOrd="1" destOrd="0" presId="urn:microsoft.com/office/officeart/2018/2/layout/IconVerticalSolidList"/>
    <dgm:cxn modelId="{7BA2DA15-A2B8-419A-BC61-5FBB0292A64C}" type="presParOf" srcId="{35BCF565-92BF-4A3A-AB25-1DB8CFB72633}" destId="{9A17C680-F343-40A6-80D8-5CC24FC50D0A}" srcOrd="2" destOrd="0" presId="urn:microsoft.com/office/officeart/2018/2/layout/IconVerticalSolidList"/>
    <dgm:cxn modelId="{C6EA6FAA-E493-46F0-9E0F-D184A8B14218}" type="presParOf" srcId="{35BCF565-92BF-4A3A-AB25-1DB8CFB72633}" destId="{D44243B6-9B32-4E3D-A420-B75D6A99D762}" srcOrd="3" destOrd="0" presId="urn:microsoft.com/office/officeart/2018/2/layout/IconVerticalSolidList"/>
    <dgm:cxn modelId="{D80D3B7E-94B5-4E66-9E6D-B4F1CC49A282}" type="presParOf" srcId="{08F4B0C2-F9A1-4319-A3DB-AD16A0AD8BE1}" destId="{7062696B-4601-4832-9123-3734D2131CEA}" srcOrd="5" destOrd="0" presId="urn:microsoft.com/office/officeart/2018/2/layout/IconVerticalSolidList"/>
    <dgm:cxn modelId="{FB13509A-71AE-4635-9AFC-F908EE64A283}" type="presParOf" srcId="{08F4B0C2-F9A1-4319-A3DB-AD16A0AD8BE1}" destId="{C8607577-2341-4D0D-801C-5EBD2A9A01A9}" srcOrd="6" destOrd="0" presId="urn:microsoft.com/office/officeart/2018/2/layout/IconVerticalSolidList"/>
    <dgm:cxn modelId="{E5B59C8F-1760-4BF3-AC41-94853E7AD834}" type="presParOf" srcId="{C8607577-2341-4D0D-801C-5EBD2A9A01A9}" destId="{E7C0C833-E570-430E-AA3F-1643C632797D}" srcOrd="0" destOrd="0" presId="urn:microsoft.com/office/officeart/2018/2/layout/IconVerticalSolidList"/>
    <dgm:cxn modelId="{800708BB-D1A8-46BD-AE30-E8A99F426197}" type="presParOf" srcId="{C8607577-2341-4D0D-801C-5EBD2A9A01A9}" destId="{6809E2DC-A953-48CE-8192-35FF371CE278}" srcOrd="1" destOrd="0" presId="urn:microsoft.com/office/officeart/2018/2/layout/IconVerticalSolidList"/>
    <dgm:cxn modelId="{1A800261-3049-4D35-A5AA-C76EF0A353E8}" type="presParOf" srcId="{C8607577-2341-4D0D-801C-5EBD2A9A01A9}" destId="{700FDED5-38FD-4B93-BFA8-E85FBF87F6D1}" srcOrd="2" destOrd="0" presId="urn:microsoft.com/office/officeart/2018/2/layout/IconVerticalSolidList"/>
    <dgm:cxn modelId="{3C1B87EB-755C-4A15-BE01-3CE72A094F94}" type="presParOf" srcId="{C8607577-2341-4D0D-801C-5EBD2A9A01A9}" destId="{A919B016-A446-4F51-BFA3-792C2F49B52F}" srcOrd="3" destOrd="0" presId="urn:microsoft.com/office/officeart/2018/2/layout/IconVerticalSolidList"/>
    <dgm:cxn modelId="{A143257F-D386-4C79-9495-5E4B1C17EFA6}" type="presParOf" srcId="{08F4B0C2-F9A1-4319-A3DB-AD16A0AD8BE1}" destId="{461FA28C-9AAA-4B07-B5E1-343215B3F33D}" srcOrd="7" destOrd="0" presId="urn:microsoft.com/office/officeart/2018/2/layout/IconVerticalSolidList"/>
    <dgm:cxn modelId="{3C48DE6E-9D2D-4D2F-B694-79376781CC2A}" type="presParOf" srcId="{08F4B0C2-F9A1-4319-A3DB-AD16A0AD8BE1}" destId="{5F455FAE-F293-4FDB-885C-750EEF36B166}" srcOrd="8" destOrd="0" presId="urn:microsoft.com/office/officeart/2018/2/layout/IconVerticalSolidList"/>
    <dgm:cxn modelId="{41A7C848-2B8C-42D4-9833-FDAF375BA78B}" type="presParOf" srcId="{5F455FAE-F293-4FDB-885C-750EEF36B166}" destId="{50D60AC2-857A-43D5-9E22-2105ABB40EB6}" srcOrd="0" destOrd="0" presId="urn:microsoft.com/office/officeart/2018/2/layout/IconVerticalSolidList"/>
    <dgm:cxn modelId="{2DF4D1CB-2B99-44EB-B2C6-A7E544A5C095}" type="presParOf" srcId="{5F455FAE-F293-4FDB-885C-750EEF36B166}" destId="{E2CC780E-ABE6-462C-8C01-0A99DB455A19}" srcOrd="1" destOrd="0" presId="urn:microsoft.com/office/officeart/2018/2/layout/IconVerticalSolidList"/>
    <dgm:cxn modelId="{8F58D70D-2A05-48BC-96DD-74813B5113ED}" type="presParOf" srcId="{5F455FAE-F293-4FDB-885C-750EEF36B166}" destId="{82FD69D7-C19C-4792-9D49-189F0951AE7C}" srcOrd="2" destOrd="0" presId="urn:microsoft.com/office/officeart/2018/2/layout/IconVerticalSolidList"/>
    <dgm:cxn modelId="{636BF357-8C4E-4E86-93C8-FD561DCE5EF6}" type="presParOf" srcId="{5F455FAE-F293-4FDB-885C-750EEF36B166}" destId="{C919B73C-EAD2-488A-9C15-5CB3760F39BA}" srcOrd="3" destOrd="0" presId="urn:microsoft.com/office/officeart/2018/2/layout/IconVerticalSolidList"/>
    <dgm:cxn modelId="{A1567EE2-D56E-4513-8601-077F9060A0B6}" type="presParOf" srcId="{08F4B0C2-F9A1-4319-A3DB-AD16A0AD8BE1}" destId="{D14E46D9-8E15-47FB-A8A2-A245E9275006}" srcOrd="9" destOrd="0" presId="urn:microsoft.com/office/officeart/2018/2/layout/IconVerticalSolidList"/>
    <dgm:cxn modelId="{FDA3FA1B-C1B9-430B-BACA-53050116D53F}" type="presParOf" srcId="{08F4B0C2-F9A1-4319-A3DB-AD16A0AD8BE1}" destId="{5FEACA49-B2D4-4652-8CB8-DE39BD7D2D61}" srcOrd="10" destOrd="0" presId="urn:microsoft.com/office/officeart/2018/2/layout/IconVerticalSolidList"/>
    <dgm:cxn modelId="{15B57F8E-4A72-4C8F-9864-856AAD5EE342}" type="presParOf" srcId="{5FEACA49-B2D4-4652-8CB8-DE39BD7D2D61}" destId="{FF782FF9-AD86-4F22-811C-9ED67BC94613}" srcOrd="0" destOrd="0" presId="urn:microsoft.com/office/officeart/2018/2/layout/IconVerticalSolidList"/>
    <dgm:cxn modelId="{3F3D1DDD-96D5-42B6-B6D4-F2E190BF53FD}" type="presParOf" srcId="{5FEACA49-B2D4-4652-8CB8-DE39BD7D2D61}" destId="{0806252F-31B8-42D7-8086-F84D40B78DA9}" srcOrd="1" destOrd="0" presId="urn:microsoft.com/office/officeart/2018/2/layout/IconVerticalSolidList"/>
    <dgm:cxn modelId="{9995FA8C-8DAF-4129-BFD5-43CB6B2371CD}" type="presParOf" srcId="{5FEACA49-B2D4-4652-8CB8-DE39BD7D2D61}" destId="{E7A17C32-6A99-40D7-85B6-8FA5CD214700}" srcOrd="2" destOrd="0" presId="urn:microsoft.com/office/officeart/2018/2/layout/IconVerticalSolidList"/>
    <dgm:cxn modelId="{B808865E-5E9D-4B1B-91B2-D8638CF8B9E9}" type="presParOf" srcId="{5FEACA49-B2D4-4652-8CB8-DE39BD7D2D61}" destId="{2F3BF5DE-B35B-494F-93E1-1A7C1FB91E3C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67C0957C-1036-4225-9D94-9961AC3813F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Merkle Trees</a:t>
          </a:r>
          <a:endParaRPr lang="en-US"/>
        </a:p>
      </dgm:t>
    </dgm:pt>
    <dgm:pt modelId="{64D12A14-7283-418A-B752-63780164C3C7}" type="parTrans" cxnId="{4E010910-4294-4238-B5F5-092232C081AD}">
      <dgm:prSet/>
      <dgm:spPr/>
      <dgm:t>
        <a:bodyPr/>
        <a:lstStyle/>
        <a:p>
          <a:endParaRPr lang="tr-TR"/>
        </a:p>
      </dgm:t>
    </dgm:pt>
    <dgm:pt modelId="{42A05506-395E-4CDD-9DAB-A66F97558D58}" type="sibTrans" cxnId="{4E010910-4294-4238-B5F5-092232C081AD}">
      <dgm:prSet/>
      <dgm:spPr/>
      <dgm:t>
        <a:bodyPr/>
        <a:lstStyle/>
        <a:p>
          <a:endParaRPr lang="tr-TR"/>
        </a:p>
      </dgm:t>
    </dgm:pt>
    <dgm:pt modelId="{C5EF830C-3AF0-453C-B3A3-559FA0B6B17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Merkle Trees and Simplified Payment Verification (SPV)</a:t>
          </a:r>
        </a:p>
      </dgm:t>
    </dgm:pt>
    <dgm:pt modelId="{97A04E5C-CD7A-4CC8-987C-250D4010A7C7}" type="parTrans" cxnId="{4CF0E08D-369C-4434-851F-16734F42AFC5}">
      <dgm:prSet/>
      <dgm:spPr/>
      <dgm:t>
        <a:bodyPr/>
        <a:lstStyle/>
        <a:p>
          <a:endParaRPr lang="tr-TR"/>
        </a:p>
      </dgm:t>
    </dgm:pt>
    <dgm:pt modelId="{9D3B1A32-8AD9-40E6-A3E3-76345B19B58C}" type="sibTrans" cxnId="{4CF0E08D-369C-4434-851F-16734F42AFC5}">
      <dgm:prSet/>
      <dgm:spPr/>
      <dgm:t>
        <a:bodyPr/>
        <a:lstStyle/>
        <a:p>
          <a:endParaRPr lang="tr-TR"/>
        </a:p>
      </dgm:t>
    </dgm:pt>
    <dgm:pt modelId="{4CB9D5D4-04E5-4143-8DE5-DEFF6E64625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Bitcoin’s Test Blockchains</a:t>
          </a:r>
          <a:endParaRPr lang="en-US"/>
        </a:p>
      </dgm:t>
    </dgm:pt>
    <dgm:pt modelId="{A341A0B5-2662-481E-A0AD-8891B8B8DEB2}" type="parTrans" cxnId="{C0A3B2DE-7340-4774-B5BD-3A95BA831DE7}">
      <dgm:prSet/>
      <dgm:spPr/>
      <dgm:t>
        <a:bodyPr/>
        <a:lstStyle/>
        <a:p>
          <a:endParaRPr lang="tr-TR"/>
        </a:p>
      </dgm:t>
    </dgm:pt>
    <dgm:pt modelId="{3B4607D0-E1EB-41D8-9163-113897D06575}" type="sibTrans" cxnId="{C0A3B2DE-7340-4774-B5BD-3A95BA831DE7}">
      <dgm:prSet/>
      <dgm:spPr/>
      <dgm:t>
        <a:bodyPr/>
        <a:lstStyle/>
        <a:p>
          <a:endParaRPr lang="tr-TR"/>
        </a:p>
      </dgm:t>
    </dgm:pt>
    <dgm:pt modelId="{49491E22-371E-454D-9CD6-04E8455B43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Test Blockchains for Development</a:t>
          </a:r>
        </a:p>
      </dgm:t>
    </dgm:pt>
    <dgm:pt modelId="{8F58483D-7F6B-4EF4-BDD4-CD74A0A4DF02}" type="parTrans" cxnId="{ED27BDAB-74B5-4733-B5DC-5C89DB24CA5C}">
      <dgm:prSet/>
      <dgm:spPr/>
      <dgm:t>
        <a:bodyPr/>
        <a:lstStyle/>
        <a:p>
          <a:endParaRPr lang="tr-TR"/>
        </a:p>
      </dgm:t>
    </dgm:pt>
    <dgm:pt modelId="{A92BA52C-FB3B-4C0A-B73A-A101D345AAC3}" type="sibTrans" cxnId="{ED27BDAB-74B5-4733-B5DC-5C89DB24CA5C}">
      <dgm:prSet/>
      <dgm:spPr/>
      <dgm:t>
        <a:bodyPr/>
        <a:lstStyle/>
        <a:p>
          <a:endParaRPr lang="tr-TR"/>
        </a:p>
      </dgm:t>
    </dgm:pt>
    <dgm:pt modelId="{169045B8-DB31-429A-931F-87BF7F350989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B84267A4-B145-4FA2-92E6-81031FCDCA9E}" type="pres">
      <dgm:prSet presAssocID="{67C0957C-1036-4225-9D94-9961AC3813FE}" presName="compNode" presStyleCnt="0"/>
      <dgm:spPr/>
    </dgm:pt>
    <dgm:pt modelId="{EC451111-9EB3-4467-872B-2550DADD86CA}" type="pres">
      <dgm:prSet presAssocID="{67C0957C-1036-4225-9D94-9961AC3813FE}" presName="bgRect" presStyleLbl="bgShp" presStyleIdx="0" presStyleCnt="4"/>
      <dgm:spPr/>
    </dgm:pt>
    <dgm:pt modelId="{F2953E38-CB17-4E70-82C7-09F304BF3B34}" type="pres">
      <dgm:prSet presAssocID="{67C0957C-1036-4225-9D94-9961AC3813FE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duous tree"/>
        </a:ext>
      </dgm:extLst>
    </dgm:pt>
    <dgm:pt modelId="{474FB1C6-BF7A-412A-8544-75F819862444}" type="pres">
      <dgm:prSet presAssocID="{67C0957C-1036-4225-9D94-9961AC3813FE}" presName="spaceRect" presStyleCnt="0"/>
      <dgm:spPr/>
    </dgm:pt>
    <dgm:pt modelId="{4E1BB455-6985-4FEA-AE42-62E9B87BAC40}" type="pres">
      <dgm:prSet presAssocID="{67C0957C-1036-4225-9D94-9961AC3813FE}" presName="parTx" presStyleLbl="revTx" presStyleIdx="0" presStyleCnt="4">
        <dgm:presLayoutVars>
          <dgm:chMax val="0"/>
          <dgm:chPref val="0"/>
        </dgm:presLayoutVars>
      </dgm:prSet>
      <dgm:spPr/>
    </dgm:pt>
    <dgm:pt modelId="{3898EDE7-9ADD-43B4-8495-8DD6174A7467}" type="pres">
      <dgm:prSet presAssocID="{42A05506-395E-4CDD-9DAB-A66F97558D58}" presName="sibTrans" presStyleCnt="0"/>
      <dgm:spPr/>
    </dgm:pt>
    <dgm:pt modelId="{A7E17874-8436-4AF8-8563-3CF80D0BAB71}" type="pres">
      <dgm:prSet presAssocID="{C5EF830C-3AF0-453C-B3A3-559FA0B6B171}" presName="compNode" presStyleCnt="0"/>
      <dgm:spPr/>
    </dgm:pt>
    <dgm:pt modelId="{C92DA124-2E67-4B0E-9479-DDFCAE094C8E}" type="pres">
      <dgm:prSet presAssocID="{C5EF830C-3AF0-453C-B3A3-559FA0B6B171}" presName="bgRect" presStyleLbl="bgShp" presStyleIdx="1" presStyleCnt="4"/>
      <dgm:spPr/>
    </dgm:pt>
    <dgm:pt modelId="{09EA49E6-4992-4710-9E06-5CF1FBE9C6DC}" type="pres">
      <dgm:prSet presAssocID="{C5EF830C-3AF0-453C-B3A3-559FA0B6B171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r tree"/>
        </a:ext>
      </dgm:extLst>
    </dgm:pt>
    <dgm:pt modelId="{0409B37C-BAB0-4976-8CC8-B1D13F8A61A6}" type="pres">
      <dgm:prSet presAssocID="{C5EF830C-3AF0-453C-B3A3-559FA0B6B171}" presName="spaceRect" presStyleCnt="0"/>
      <dgm:spPr/>
    </dgm:pt>
    <dgm:pt modelId="{32E039D8-C1A2-4EC7-9C45-CAD53C94318A}" type="pres">
      <dgm:prSet presAssocID="{C5EF830C-3AF0-453C-B3A3-559FA0B6B171}" presName="parTx" presStyleLbl="revTx" presStyleIdx="1" presStyleCnt="4">
        <dgm:presLayoutVars>
          <dgm:chMax val="0"/>
          <dgm:chPref val="0"/>
        </dgm:presLayoutVars>
      </dgm:prSet>
      <dgm:spPr/>
    </dgm:pt>
    <dgm:pt modelId="{A759C700-72D4-4FCE-A961-56416BAA7632}" type="pres">
      <dgm:prSet presAssocID="{9D3B1A32-8AD9-40E6-A3E3-76345B19B58C}" presName="sibTrans" presStyleCnt="0"/>
      <dgm:spPr/>
    </dgm:pt>
    <dgm:pt modelId="{8FA26679-9DF4-4FD1-A1B8-01C740880E36}" type="pres">
      <dgm:prSet presAssocID="{4CB9D5D4-04E5-4143-8DE5-DEFF6E646258}" presName="compNode" presStyleCnt="0"/>
      <dgm:spPr/>
    </dgm:pt>
    <dgm:pt modelId="{F3BC7586-6B5C-4DAA-8000-1A37FC018176}" type="pres">
      <dgm:prSet presAssocID="{4CB9D5D4-04E5-4143-8DE5-DEFF6E646258}" presName="bgRect" presStyleLbl="bgShp" presStyleIdx="2" presStyleCnt="4"/>
      <dgm:spPr/>
    </dgm:pt>
    <dgm:pt modelId="{478D61B0-026C-40D1-AECE-6A8C45F0691B}" type="pres">
      <dgm:prSet presAssocID="{4CB9D5D4-04E5-4143-8DE5-DEFF6E646258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9A4D259D-EB64-4DC9-B231-D9663B5915E1}" type="pres">
      <dgm:prSet presAssocID="{4CB9D5D4-04E5-4143-8DE5-DEFF6E646258}" presName="spaceRect" presStyleCnt="0"/>
      <dgm:spPr/>
    </dgm:pt>
    <dgm:pt modelId="{91905382-D6C1-4A57-96A3-66DF01262516}" type="pres">
      <dgm:prSet presAssocID="{4CB9D5D4-04E5-4143-8DE5-DEFF6E646258}" presName="parTx" presStyleLbl="revTx" presStyleIdx="2" presStyleCnt="4">
        <dgm:presLayoutVars>
          <dgm:chMax val="0"/>
          <dgm:chPref val="0"/>
        </dgm:presLayoutVars>
      </dgm:prSet>
      <dgm:spPr/>
    </dgm:pt>
    <dgm:pt modelId="{A921803B-2621-443F-925F-04FC396E7F71}" type="pres">
      <dgm:prSet presAssocID="{3B4607D0-E1EB-41D8-9163-113897D06575}" presName="sibTrans" presStyleCnt="0"/>
      <dgm:spPr/>
    </dgm:pt>
    <dgm:pt modelId="{302CFB60-E6EC-44FE-A603-63A86B356E92}" type="pres">
      <dgm:prSet presAssocID="{49491E22-371E-454D-9CD6-04E8455B437C}" presName="compNode" presStyleCnt="0"/>
      <dgm:spPr/>
    </dgm:pt>
    <dgm:pt modelId="{555AF333-952E-41FA-8414-AD6795858467}" type="pres">
      <dgm:prSet presAssocID="{49491E22-371E-454D-9CD6-04E8455B437C}" presName="bgRect" presStyleLbl="bgShp" presStyleIdx="3" presStyleCnt="4"/>
      <dgm:spPr/>
    </dgm:pt>
    <dgm:pt modelId="{264D7EB2-638C-4E7D-8750-E345F961E92D}" type="pres">
      <dgm:prSet presAssocID="{49491E22-371E-454D-9CD6-04E8455B437C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mputer"/>
        </a:ext>
      </dgm:extLst>
    </dgm:pt>
    <dgm:pt modelId="{CB556A05-4DCE-419A-AC1B-4067D8606750}" type="pres">
      <dgm:prSet presAssocID="{49491E22-371E-454D-9CD6-04E8455B437C}" presName="spaceRect" presStyleCnt="0"/>
      <dgm:spPr/>
    </dgm:pt>
    <dgm:pt modelId="{781E393C-DDDC-4164-804D-4720256CD689}" type="pres">
      <dgm:prSet presAssocID="{49491E22-371E-454D-9CD6-04E8455B437C}" presName="parTx" presStyleLbl="revTx" presStyleIdx="3" presStyleCnt="4">
        <dgm:presLayoutVars>
          <dgm:chMax val="0"/>
          <dgm:chPref val="0"/>
        </dgm:presLayoutVars>
      </dgm:prSet>
      <dgm:spPr/>
    </dgm:pt>
  </dgm:ptLst>
  <dgm:cxnLst>
    <dgm:cxn modelId="{4E010910-4294-4238-B5F5-092232C081AD}" srcId="{A133FCAE-E73A-4F6E-AAE2-9B409B02E4EB}" destId="{67C0957C-1036-4225-9D94-9961AC3813FE}" srcOrd="0" destOrd="0" parTransId="{64D12A14-7283-418A-B752-63780164C3C7}" sibTransId="{42A05506-395E-4CDD-9DAB-A66F97558D58}"/>
    <dgm:cxn modelId="{554F2417-1DC5-44D1-921A-E76967796F3A}" type="presOf" srcId="{4CB9D5D4-04E5-4143-8DE5-DEFF6E646258}" destId="{91905382-D6C1-4A57-96A3-66DF01262516}" srcOrd="0" destOrd="0" presId="urn:microsoft.com/office/officeart/2018/2/layout/IconVerticalSolidList"/>
    <dgm:cxn modelId="{D6385433-9FCB-492B-9B48-9049CDFF6C7D}" type="presOf" srcId="{A133FCAE-E73A-4F6E-AAE2-9B409B02E4EB}" destId="{169045B8-DB31-429A-931F-87BF7F350989}" srcOrd="0" destOrd="0" presId="urn:microsoft.com/office/officeart/2018/2/layout/IconVerticalSolidList"/>
    <dgm:cxn modelId="{37CF1735-4771-4F9D-9C5F-717311311537}" type="presOf" srcId="{49491E22-371E-454D-9CD6-04E8455B437C}" destId="{781E393C-DDDC-4164-804D-4720256CD689}" srcOrd="0" destOrd="0" presId="urn:microsoft.com/office/officeart/2018/2/layout/IconVerticalSolidList"/>
    <dgm:cxn modelId="{4CF0E08D-369C-4434-851F-16734F42AFC5}" srcId="{A133FCAE-E73A-4F6E-AAE2-9B409B02E4EB}" destId="{C5EF830C-3AF0-453C-B3A3-559FA0B6B171}" srcOrd="1" destOrd="0" parTransId="{97A04E5C-CD7A-4CC8-987C-250D4010A7C7}" sibTransId="{9D3B1A32-8AD9-40E6-A3E3-76345B19B58C}"/>
    <dgm:cxn modelId="{9800A492-D3BE-4764-BC73-EEE21A1E8010}" type="presOf" srcId="{67C0957C-1036-4225-9D94-9961AC3813FE}" destId="{4E1BB455-6985-4FEA-AE42-62E9B87BAC40}" srcOrd="0" destOrd="0" presId="urn:microsoft.com/office/officeart/2018/2/layout/IconVerticalSolidList"/>
    <dgm:cxn modelId="{ED27BDAB-74B5-4733-B5DC-5C89DB24CA5C}" srcId="{A133FCAE-E73A-4F6E-AAE2-9B409B02E4EB}" destId="{49491E22-371E-454D-9CD6-04E8455B437C}" srcOrd="3" destOrd="0" parTransId="{8F58483D-7F6B-4EF4-BDD4-CD74A0A4DF02}" sibTransId="{A92BA52C-FB3B-4C0A-B73A-A101D345AAC3}"/>
    <dgm:cxn modelId="{C4B0F8C2-52D3-4206-BDBA-66C60A6FEA61}" type="presOf" srcId="{C5EF830C-3AF0-453C-B3A3-559FA0B6B171}" destId="{32E039D8-C1A2-4EC7-9C45-CAD53C94318A}" srcOrd="0" destOrd="0" presId="urn:microsoft.com/office/officeart/2018/2/layout/IconVerticalSolidList"/>
    <dgm:cxn modelId="{C0A3B2DE-7340-4774-B5BD-3A95BA831DE7}" srcId="{A133FCAE-E73A-4F6E-AAE2-9B409B02E4EB}" destId="{4CB9D5D4-04E5-4143-8DE5-DEFF6E646258}" srcOrd="2" destOrd="0" parTransId="{A341A0B5-2662-481E-A0AD-8891B8B8DEB2}" sibTransId="{3B4607D0-E1EB-41D8-9163-113897D06575}"/>
    <dgm:cxn modelId="{E2DA77D2-780C-4065-A28E-1F2F91E9AD16}" type="presParOf" srcId="{169045B8-DB31-429A-931F-87BF7F350989}" destId="{B84267A4-B145-4FA2-92E6-81031FCDCA9E}" srcOrd="0" destOrd="0" presId="urn:microsoft.com/office/officeart/2018/2/layout/IconVerticalSolidList"/>
    <dgm:cxn modelId="{8CD47D7D-FEDA-4097-A7DF-5DD4D6F08A6E}" type="presParOf" srcId="{B84267A4-B145-4FA2-92E6-81031FCDCA9E}" destId="{EC451111-9EB3-4467-872B-2550DADD86CA}" srcOrd="0" destOrd="0" presId="urn:microsoft.com/office/officeart/2018/2/layout/IconVerticalSolidList"/>
    <dgm:cxn modelId="{C77E3B26-748B-4D55-BE32-8A77EFBFA857}" type="presParOf" srcId="{B84267A4-B145-4FA2-92E6-81031FCDCA9E}" destId="{F2953E38-CB17-4E70-82C7-09F304BF3B34}" srcOrd="1" destOrd="0" presId="urn:microsoft.com/office/officeart/2018/2/layout/IconVerticalSolidList"/>
    <dgm:cxn modelId="{D14149C3-328A-4D2F-BEE0-A9525FA5A977}" type="presParOf" srcId="{B84267A4-B145-4FA2-92E6-81031FCDCA9E}" destId="{474FB1C6-BF7A-412A-8544-75F819862444}" srcOrd="2" destOrd="0" presId="urn:microsoft.com/office/officeart/2018/2/layout/IconVerticalSolidList"/>
    <dgm:cxn modelId="{11C865F7-666A-4DE4-A90C-7CA20D60A29A}" type="presParOf" srcId="{B84267A4-B145-4FA2-92E6-81031FCDCA9E}" destId="{4E1BB455-6985-4FEA-AE42-62E9B87BAC40}" srcOrd="3" destOrd="0" presId="urn:microsoft.com/office/officeart/2018/2/layout/IconVerticalSolidList"/>
    <dgm:cxn modelId="{A8314AFD-2E01-4417-A0A5-A4B2FF796420}" type="presParOf" srcId="{169045B8-DB31-429A-931F-87BF7F350989}" destId="{3898EDE7-9ADD-43B4-8495-8DD6174A7467}" srcOrd="1" destOrd="0" presId="urn:microsoft.com/office/officeart/2018/2/layout/IconVerticalSolidList"/>
    <dgm:cxn modelId="{1FD8990E-BF02-475B-ADFC-5527B0C41420}" type="presParOf" srcId="{169045B8-DB31-429A-931F-87BF7F350989}" destId="{A7E17874-8436-4AF8-8563-3CF80D0BAB71}" srcOrd="2" destOrd="0" presId="urn:microsoft.com/office/officeart/2018/2/layout/IconVerticalSolidList"/>
    <dgm:cxn modelId="{065CE003-90C8-4B03-BDB3-11BF6637364B}" type="presParOf" srcId="{A7E17874-8436-4AF8-8563-3CF80D0BAB71}" destId="{C92DA124-2E67-4B0E-9479-DDFCAE094C8E}" srcOrd="0" destOrd="0" presId="urn:microsoft.com/office/officeart/2018/2/layout/IconVerticalSolidList"/>
    <dgm:cxn modelId="{46DC8363-5D51-45FD-BF90-F7BA14821F1A}" type="presParOf" srcId="{A7E17874-8436-4AF8-8563-3CF80D0BAB71}" destId="{09EA49E6-4992-4710-9E06-5CF1FBE9C6DC}" srcOrd="1" destOrd="0" presId="urn:microsoft.com/office/officeart/2018/2/layout/IconVerticalSolidList"/>
    <dgm:cxn modelId="{6E9B2E9B-A505-44E8-99A6-F907C077B6D5}" type="presParOf" srcId="{A7E17874-8436-4AF8-8563-3CF80D0BAB71}" destId="{0409B37C-BAB0-4976-8CC8-B1D13F8A61A6}" srcOrd="2" destOrd="0" presId="urn:microsoft.com/office/officeart/2018/2/layout/IconVerticalSolidList"/>
    <dgm:cxn modelId="{60A24B19-1257-4239-ACB8-8181A26E1274}" type="presParOf" srcId="{A7E17874-8436-4AF8-8563-3CF80D0BAB71}" destId="{32E039D8-C1A2-4EC7-9C45-CAD53C94318A}" srcOrd="3" destOrd="0" presId="urn:microsoft.com/office/officeart/2018/2/layout/IconVerticalSolidList"/>
    <dgm:cxn modelId="{F48969C8-0E4D-4D0A-A2C9-3115C18F9D18}" type="presParOf" srcId="{169045B8-DB31-429A-931F-87BF7F350989}" destId="{A759C700-72D4-4FCE-A961-56416BAA7632}" srcOrd="3" destOrd="0" presId="urn:microsoft.com/office/officeart/2018/2/layout/IconVerticalSolidList"/>
    <dgm:cxn modelId="{F3BC9B65-78C9-4E16-AED8-317114EDB8FC}" type="presParOf" srcId="{169045B8-DB31-429A-931F-87BF7F350989}" destId="{8FA26679-9DF4-4FD1-A1B8-01C740880E36}" srcOrd="4" destOrd="0" presId="urn:microsoft.com/office/officeart/2018/2/layout/IconVerticalSolidList"/>
    <dgm:cxn modelId="{52B7C704-7664-4AD7-A526-F8D5AA46B7D6}" type="presParOf" srcId="{8FA26679-9DF4-4FD1-A1B8-01C740880E36}" destId="{F3BC7586-6B5C-4DAA-8000-1A37FC018176}" srcOrd="0" destOrd="0" presId="urn:microsoft.com/office/officeart/2018/2/layout/IconVerticalSolidList"/>
    <dgm:cxn modelId="{C0A62B89-F965-40B3-AD1C-5FFF71D39A92}" type="presParOf" srcId="{8FA26679-9DF4-4FD1-A1B8-01C740880E36}" destId="{478D61B0-026C-40D1-AECE-6A8C45F0691B}" srcOrd="1" destOrd="0" presId="urn:microsoft.com/office/officeart/2018/2/layout/IconVerticalSolidList"/>
    <dgm:cxn modelId="{37AFDFB8-6467-4555-B6EE-E2575AE17823}" type="presParOf" srcId="{8FA26679-9DF4-4FD1-A1B8-01C740880E36}" destId="{9A4D259D-EB64-4DC9-B231-D9663B5915E1}" srcOrd="2" destOrd="0" presId="urn:microsoft.com/office/officeart/2018/2/layout/IconVerticalSolidList"/>
    <dgm:cxn modelId="{E277DB0E-CA8E-4C85-A094-C60BF7EFB036}" type="presParOf" srcId="{8FA26679-9DF4-4FD1-A1B8-01C740880E36}" destId="{91905382-D6C1-4A57-96A3-66DF01262516}" srcOrd="3" destOrd="0" presId="urn:microsoft.com/office/officeart/2018/2/layout/IconVerticalSolidList"/>
    <dgm:cxn modelId="{44495B5F-28AA-45EA-BC4B-F0F23AF8F971}" type="presParOf" srcId="{169045B8-DB31-429A-931F-87BF7F350989}" destId="{A921803B-2621-443F-925F-04FC396E7F71}" srcOrd="5" destOrd="0" presId="urn:microsoft.com/office/officeart/2018/2/layout/IconVerticalSolidList"/>
    <dgm:cxn modelId="{A69158C6-A58E-402A-8E6B-7FECEC096F35}" type="presParOf" srcId="{169045B8-DB31-429A-931F-87BF7F350989}" destId="{302CFB60-E6EC-44FE-A603-63A86B356E92}" srcOrd="6" destOrd="0" presId="urn:microsoft.com/office/officeart/2018/2/layout/IconVerticalSolidList"/>
    <dgm:cxn modelId="{9E4B4FBD-CC0B-47FF-BEF5-23F751874E20}" type="presParOf" srcId="{302CFB60-E6EC-44FE-A603-63A86B356E92}" destId="{555AF333-952E-41FA-8414-AD6795858467}" srcOrd="0" destOrd="0" presId="urn:microsoft.com/office/officeart/2018/2/layout/IconVerticalSolidList"/>
    <dgm:cxn modelId="{1FB417C5-2AFF-45A7-8BB3-E9E6C394C71D}" type="presParOf" srcId="{302CFB60-E6EC-44FE-A603-63A86B356E92}" destId="{264D7EB2-638C-4E7D-8750-E345F961E92D}" srcOrd="1" destOrd="0" presId="urn:microsoft.com/office/officeart/2018/2/layout/IconVerticalSolidList"/>
    <dgm:cxn modelId="{E8AE3FA9-0E50-416A-BDCB-ACA066BEE158}" type="presParOf" srcId="{302CFB60-E6EC-44FE-A603-63A86B356E92}" destId="{CB556A05-4DCE-419A-AC1B-4067D8606750}" srcOrd="2" destOrd="0" presId="urn:microsoft.com/office/officeart/2018/2/layout/IconVerticalSolidList"/>
    <dgm:cxn modelId="{BDC5C10C-BF05-4D3E-830E-37E73EFC8CB8}" type="presParOf" srcId="{302CFB60-E6EC-44FE-A603-63A86B356E92}" destId="{781E393C-DDDC-4164-804D-4720256CD689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C2943781-FCC8-479E-AEE5-8E25882F8FAF}" type="doc">
      <dgm:prSet loTypeId="urn:microsoft.com/office/officeart/2005/8/layout/vList5" loCatId="list" qsTypeId="urn:microsoft.com/office/officeart/2005/8/quickstyle/simple4" qsCatId="simple" csTypeId="urn:microsoft.com/office/officeart/2005/8/colors/accent5_1" csCatId="accent5" phldr="1"/>
      <dgm:spPr/>
      <dgm:t>
        <a:bodyPr/>
        <a:lstStyle/>
        <a:p>
          <a:endParaRPr lang="en-US"/>
        </a:p>
      </dgm:t>
    </dgm:pt>
    <dgm:pt modelId="{387D2BF7-46C1-48FE-AEC0-0E0F8A8D9CA1}">
      <dgm:prSet/>
      <dgm:spPr/>
      <dgm:t>
        <a:bodyPr/>
        <a:lstStyle/>
        <a:p>
          <a:r>
            <a:rPr lang="tr-TR"/>
            <a:t>Blockchain data structure</a:t>
          </a:r>
        </a:p>
      </dgm:t>
    </dgm:pt>
    <dgm:pt modelId="{4DCB7649-96C1-4317-8F9B-2C9798B50190}" type="parTrans" cxnId="{47055CA1-BB6D-4B60-9D61-22F55FAA8FB8}">
      <dgm:prSet/>
      <dgm:spPr/>
      <dgm:t>
        <a:bodyPr/>
        <a:lstStyle/>
        <a:p>
          <a:endParaRPr lang="tr-TR"/>
        </a:p>
      </dgm:t>
    </dgm:pt>
    <dgm:pt modelId="{867C77ED-978C-4CF8-B72D-C5259FE6DE15}" type="sibTrans" cxnId="{47055CA1-BB6D-4B60-9D61-22F55FAA8FB8}">
      <dgm:prSet/>
      <dgm:spPr/>
      <dgm:t>
        <a:bodyPr/>
        <a:lstStyle/>
        <a:p>
          <a:endParaRPr lang="tr-TR"/>
        </a:p>
      </dgm:t>
    </dgm:pt>
    <dgm:pt modelId="{5ED263BA-0FF0-42F1-B7BC-1CD18A3BF310}">
      <dgm:prSet/>
      <dgm:spPr/>
      <dgm:t>
        <a:bodyPr/>
        <a:lstStyle/>
        <a:p>
          <a:r>
            <a:rPr lang="tr-TR" dirty="0"/>
            <a:t>Ordered</a:t>
          </a:r>
        </a:p>
      </dgm:t>
    </dgm:pt>
    <dgm:pt modelId="{C3EEAAC1-AA82-4F84-98C8-4470CE9714AC}" type="parTrans" cxnId="{B3104A4B-82F6-4C04-8FBB-31DBDB458F4A}">
      <dgm:prSet/>
      <dgm:spPr/>
      <dgm:t>
        <a:bodyPr/>
        <a:lstStyle/>
        <a:p>
          <a:endParaRPr lang="tr-TR"/>
        </a:p>
      </dgm:t>
    </dgm:pt>
    <dgm:pt modelId="{FA00A733-9820-4E07-9204-1B558B98DAF0}" type="sibTrans" cxnId="{B3104A4B-82F6-4C04-8FBB-31DBDB458F4A}">
      <dgm:prSet/>
      <dgm:spPr/>
      <dgm:t>
        <a:bodyPr/>
        <a:lstStyle/>
        <a:p>
          <a:endParaRPr lang="tr-TR"/>
        </a:p>
      </dgm:t>
    </dgm:pt>
    <dgm:pt modelId="{B0F347C5-E2E7-4606-8279-228E6B6061DD}">
      <dgm:prSet/>
      <dgm:spPr/>
      <dgm:t>
        <a:bodyPr/>
        <a:lstStyle/>
        <a:p>
          <a:r>
            <a:rPr lang="tr-TR" dirty="0"/>
            <a:t>Back-linked</a:t>
          </a:r>
        </a:p>
      </dgm:t>
    </dgm:pt>
    <dgm:pt modelId="{27FAA90B-5336-4B65-9B64-C2CF27A7EADF}" type="parTrans" cxnId="{57E859AC-66CF-468F-BAA9-F380FDF225DF}">
      <dgm:prSet/>
      <dgm:spPr/>
      <dgm:t>
        <a:bodyPr/>
        <a:lstStyle/>
        <a:p>
          <a:endParaRPr lang="tr-TR"/>
        </a:p>
      </dgm:t>
    </dgm:pt>
    <dgm:pt modelId="{ADB9007E-0349-41C4-87F8-0A6BF1CFE165}" type="sibTrans" cxnId="{57E859AC-66CF-468F-BAA9-F380FDF225DF}">
      <dgm:prSet/>
      <dgm:spPr/>
      <dgm:t>
        <a:bodyPr/>
        <a:lstStyle/>
        <a:p>
          <a:endParaRPr lang="tr-TR"/>
        </a:p>
      </dgm:t>
    </dgm:pt>
    <dgm:pt modelId="{E2CB836E-34D6-4778-A02D-85B938314FAE}">
      <dgm:prSet/>
      <dgm:spPr/>
      <dgm:t>
        <a:bodyPr/>
        <a:lstStyle/>
        <a:p>
          <a:r>
            <a:rPr lang="tr-TR"/>
            <a:t>List of transaction blocks</a:t>
          </a:r>
        </a:p>
      </dgm:t>
    </dgm:pt>
    <dgm:pt modelId="{91BDA384-A9E5-45F2-B9FD-480657FC6F15}" type="parTrans" cxnId="{9D560CD6-D28F-415E-9579-2E008BC46108}">
      <dgm:prSet/>
      <dgm:spPr/>
      <dgm:t>
        <a:bodyPr/>
        <a:lstStyle/>
        <a:p>
          <a:endParaRPr lang="tr-TR"/>
        </a:p>
      </dgm:t>
    </dgm:pt>
    <dgm:pt modelId="{3E8D449C-6CFB-45FB-A19A-06D5663C554A}" type="sibTrans" cxnId="{9D560CD6-D28F-415E-9579-2E008BC46108}">
      <dgm:prSet/>
      <dgm:spPr/>
      <dgm:t>
        <a:bodyPr/>
        <a:lstStyle/>
        <a:p>
          <a:endParaRPr lang="tr-TR"/>
        </a:p>
      </dgm:t>
    </dgm:pt>
    <dgm:pt modelId="{E1B752C3-4D22-4D1F-A965-61C6F88878BF}">
      <dgm:prSet/>
      <dgm:spPr/>
      <dgm:t>
        <a:bodyPr/>
        <a:lstStyle/>
        <a:p>
          <a:r>
            <a:rPr lang="tr-TR" dirty="0"/>
            <a:t>Storage</a:t>
          </a:r>
        </a:p>
      </dgm:t>
    </dgm:pt>
    <dgm:pt modelId="{EA052E83-28D2-478E-8BC5-755585C5D5A1}" type="parTrans" cxnId="{5E7E4A34-4A37-4537-B9BF-14160FC8D0BF}">
      <dgm:prSet/>
      <dgm:spPr/>
      <dgm:t>
        <a:bodyPr/>
        <a:lstStyle/>
        <a:p>
          <a:endParaRPr lang="tr-TR"/>
        </a:p>
      </dgm:t>
    </dgm:pt>
    <dgm:pt modelId="{00011FAC-1B1F-4106-AF42-DF85AC8AC8C5}" type="sibTrans" cxnId="{5E7E4A34-4A37-4537-B9BF-14160FC8D0BF}">
      <dgm:prSet/>
      <dgm:spPr/>
      <dgm:t>
        <a:bodyPr/>
        <a:lstStyle/>
        <a:p>
          <a:endParaRPr lang="tr-TR"/>
        </a:p>
      </dgm:t>
    </dgm:pt>
    <dgm:pt modelId="{7F3FDF17-66D9-4E13-AA6D-5424B547CD4C}">
      <dgm:prSet/>
      <dgm:spPr/>
      <dgm:t>
        <a:bodyPr/>
        <a:lstStyle/>
        <a:p>
          <a:r>
            <a:rPr lang="tr-TR" dirty="0"/>
            <a:t>Can be stored as a flat file</a:t>
          </a:r>
        </a:p>
      </dgm:t>
    </dgm:pt>
    <dgm:pt modelId="{92FC3497-C31F-476C-B172-DFD90E291F9E}" type="parTrans" cxnId="{B88DF520-79AC-4C5A-8ABD-59F2B2148ADC}">
      <dgm:prSet/>
      <dgm:spPr/>
      <dgm:t>
        <a:bodyPr/>
        <a:lstStyle/>
        <a:p>
          <a:endParaRPr lang="tr-TR"/>
        </a:p>
      </dgm:t>
    </dgm:pt>
    <dgm:pt modelId="{CC7703E7-299F-46A1-AE76-B4838734F6EE}" type="sibTrans" cxnId="{B88DF520-79AC-4C5A-8ABD-59F2B2148ADC}">
      <dgm:prSet/>
      <dgm:spPr/>
      <dgm:t>
        <a:bodyPr/>
        <a:lstStyle/>
        <a:p>
          <a:endParaRPr lang="tr-TR"/>
        </a:p>
      </dgm:t>
    </dgm:pt>
    <dgm:pt modelId="{17576110-68D6-4041-805C-42ED22210BEF}">
      <dgm:prSet/>
      <dgm:spPr/>
      <dgm:t>
        <a:bodyPr/>
        <a:lstStyle/>
        <a:p>
          <a:r>
            <a:rPr lang="tr-TR" dirty="0"/>
            <a:t>Or in a simple database</a:t>
          </a:r>
        </a:p>
      </dgm:t>
    </dgm:pt>
    <dgm:pt modelId="{D1A8E3EC-8AE2-41E3-8D22-55ED24257A54}" type="parTrans" cxnId="{E375D029-FA80-4968-BCC5-2B708710F835}">
      <dgm:prSet/>
      <dgm:spPr/>
      <dgm:t>
        <a:bodyPr/>
        <a:lstStyle/>
        <a:p>
          <a:endParaRPr lang="tr-TR"/>
        </a:p>
      </dgm:t>
    </dgm:pt>
    <dgm:pt modelId="{C36F6D09-DEF4-4CB9-974C-6205AF9D8FAF}" type="sibTrans" cxnId="{E375D029-FA80-4968-BCC5-2B708710F835}">
      <dgm:prSet/>
      <dgm:spPr/>
      <dgm:t>
        <a:bodyPr/>
        <a:lstStyle/>
        <a:p>
          <a:endParaRPr lang="tr-TR"/>
        </a:p>
      </dgm:t>
    </dgm:pt>
    <dgm:pt modelId="{12A34426-CA75-4D22-8F5F-266D55752CC4}">
      <dgm:prSet/>
      <dgm:spPr/>
      <dgm:t>
        <a:bodyPr/>
        <a:lstStyle/>
        <a:p>
          <a:r>
            <a:rPr lang="tr-TR"/>
            <a:t>Height</a:t>
          </a:r>
        </a:p>
      </dgm:t>
    </dgm:pt>
    <dgm:pt modelId="{002BC1D0-4DBB-43A0-BDCA-BA765E95D0A7}" type="parTrans" cxnId="{FB7EE7CD-1C40-4874-AA49-B19BEF045863}">
      <dgm:prSet/>
      <dgm:spPr/>
      <dgm:t>
        <a:bodyPr/>
        <a:lstStyle/>
        <a:p>
          <a:endParaRPr lang="tr-TR"/>
        </a:p>
      </dgm:t>
    </dgm:pt>
    <dgm:pt modelId="{99151073-6781-4F6E-9F0F-B9F3E8B2DC37}" type="sibTrans" cxnId="{FB7EE7CD-1C40-4874-AA49-B19BEF045863}">
      <dgm:prSet/>
      <dgm:spPr/>
      <dgm:t>
        <a:bodyPr/>
        <a:lstStyle/>
        <a:p>
          <a:endParaRPr lang="tr-TR"/>
        </a:p>
      </dgm:t>
    </dgm:pt>
    <dgm:pt modelId="{76DA899F-034F-4334-B7B5-086E1F02954F}">
      <dgm:prSet/>
      <dgm:spPr/>
      <dgm:t>
        <a:bodyPr/>
        <a:lstStyle/>
        <a:p>
          <a:r>
            <a:rPr lang="tr-TR"/>
            <a:t>The distance from the first block</a:t>
          </a:r>
        </a:p>
      </dgm:t>
    </dgm:pt>
    <dgm:pt modelId="{9FA4D12A-B8E0-4544-9139-703E1A82790A}" type="parTrans" cxnId="{FD28E95C-EBB2-43EE-B820-C76974CFF4B2}">
      <dgm:prSet/>
      <dgm:spPr/>
      <dgm:t>
        <a:bodyPr/>
        <a:lstStyle/>
        <a:p>
          <a:endParaRPr lang="tr-TR"/>
        </a:p>
      </dgm:t>
    </dgm:pt>
    <dgm:pt modelId="{E12343FC-86E8-4A98-87A9-F6CC189D14BD}" type="sibTrans" cxnId="{FD28E95C-EBB2-43EE-B820-C76974CFF4B2}">
      <dgm:prSet/>
      <dgm:spPr/>
      <dgm:t>
        <a:bodyPr/>
        <a:lstStyle/>
        <a:p>
          <a:endParaRPr lang="tr-TR"/>
        </a:p>
      </dgm:t>
    </dgm:pt>
    <dgm:pt modelId="{D155D29B-DD0B-49B5-A8F4-4BB45AB5F12F}">
      <dgm:prSet/>
      <dgm:spPr/>
      <dgm:t>
        <a:bodyPr/>
        <a:lstStyle/>
        <a:p>
          <a:r>
            <a:rPr lang="tr-TR"/>
            <a:t>Top</a:t>
          </a:r>
        </a:p>
      </dgm:t>
    </dgm:pt>
    <dgm:pt modelId="{601830E9-35C6-4618-B088-1C4A1D005C17}" type="parTrans" cxnId="{EF1641AE-AA9B-4DE8-B073-3C7D870B8D0A}">
      <dgm:prSet/>
      <dgm:spPr/>
      <dgm:t>
        <a:bodyPr/>
        <a:lstStyle/>
        <a:p>
          <a:endParaRPr lang="tr-TR"/>
        </a:p>
      </dgm:t>
    </dgm:pt>
    <dgm:pt modelId="{308CD7DC-CD0B-40A4-9E0C-EDAEE0F1FE47}" type="sibTrans" cxnId="{EF1641AE-AA9B-4DE8-B073-3C7D870B8D0A}">
      <dgm:prSet/>
      <dgm:spPr/>
      <dgm:t>
        <a:bodyPr/>
        <a:lstStyle/>
        <a:p>
          <a:endParaRPr lang="tr-TR"/>
        </a:p>
      </dgm:t>
    </dgm:pt>
    <dgm:pt modelId="{8E65A806-43B9-42E1-A67E-EDF069978B50}">
      <dgm:prSet/>
      <dgm:spPr/>
      <dgm:t>
        <a:bodyPr/>
        <a:lstStyle/>
        <a:p>
          <a:r>
            <a:rPr lang="tr-TR"/>
            <a:t>The most recently added block</a:t>
          </a:r>
        </a:p>
      </dgm:t>
    </dgm:pt>
    <dgm:pt modelId="{BB82EF29-8F19-420B-A692-0A374C8AFFC7}" type="parTrans" cxnId="{E7996BC6-A01B-4319-84D1-DABB11466BB9}">
      <dgm:prSet/>
      <dgm:spPr/>
      <dgm:t>
        <a:bodyPr/>
        <a:lstStyle/>
        <a:p>
          <a:endParaRPr lang="tr-TR"/>
        </a:p>
      </dgm:t>
    </dgm:pt>
    <dgm:pt modelId="{887EBDCF-40F3-426F-BEFE-103E83891C53}" type="sibTrans" cxnId="{E7996BC6-A01B-4319-84D1-DABB11466BB9}">
      <dgm:prSet/>
      <dgm:spPr/>
      <dgm:t>
        <a:bodyPr/>
        <a:lstStyle/>
        <a:p>
          <a:endParaRPr lang="tr-TR"/>
        </a:p>
      </dgm:t>
    </dgm:pt>
    <dgm:pt modelId="{10D97B4E-BD9C-473E-8379-DEB1D51876C4}" type="pres">
      <dgm:prSet presAssocID="{C2943781-FCC8-479E-AEE5-8E25882F8FAF}" presName="Name0" presStyleCnt="0">
        <dgm:presLayoutVars>
          <dgm:dir/>
          <dgm:animLvl val="lvl"/>
          <dgm:resizeHandles val="exact"/>
        </dgm:presLayoutVars>
      </dgm:prSet>
      <dgm:spPr/>
    </dgm:pt>
    <dgm:pt modelId="{6EA1DD5E-A6DD-461E-9C1F-8A56AD169B64}" type="pres">
      <dgm:prSet presAssocID="{387D2BF7-46C1-48FE-AEC0-0E0F8A8D9CA1}" presName="linNode" presStyleCnt="0"/>
      <dgm:spPr/>
    </dgm:pt>
    <dgm:pt modelId="{CE11B3DA-9EC2-4392-9214-B8B4167ED57D}" type="pres">
      <dgm:prSet presAssocID="{387D2BF7-46C1-48FE-AEC0-0E0F8A8D9CA1}" presName="parentText" presStyleLbl="node1" presStyleIdx="0" presStyleCnt="4">
        <dgm:presLayoutVars>
          <dgm:chMax val="1"/>
          <dgm:bulletEnabled val="1"/>
        </dgm:presLayoutVars>
      </dgm:prSet>
      <dgm:spPr/>
    </dgm:pt>
    <dgm:pt modelId="{B4D0430B-DEA1-483E-8A8F-886760718660}" type="pres">
      <dgm:prSet presAssocID="{387D2BF7-46C1-48FE-AEC0-0E0F8A8D9CA1}" presName="descendantText" presStyleLbl="alignAccFollowNode1" presStyleIdx="0" presStyleCnt="4">
        <dgm:presLayoutVars>
          <dgm:bulletEnabled val="1"/>
        </dgm:presLayoutVars>
      </dgm:prSet>
      <dgm:spPr/>
    </dgm:pt>
    <dgm:pt modelId="{D8D388E8-A802-49B6-9320-B0BE8C5627A0}" type="pres">
      <dgm:prSet presAssocID="{867C77ED-978C-4CF8-B72D-C5259FE6DE15}" presName="sp" presStyleCnt="0"/>
      <dgm:spPr/>
    </dgm:pt>
    <dgm:pt modelId="{A373FF0D-DCBF-477A-8467-8C5F3A940990}" type="pres">
      <dgm:prSet presAssocID="{E1B752C3-4D22-4D1F-A965-61C6F88878BF}" presName="linNode" presStyleCnt="0"/>
      <dgm:spPr/>
    </dgm:pt>
    <dgm:pt modelId="{CE504755-FA8F-4F4B-95DA-351089EF1C18}" type="pres">
      <dgm:prSet presAssocID="{E1B752C3-4D22-4D1F-A965-61C6F88878BF}" presName="parentText" presStyleLbl="node1" presStyleIdx="1" presStyleCnt="4">
        <dgm:presLayoutVars>
          <dgm:chMax val="1"/>
          <dgm:bulletEnabled val="1"/>
        </dgm:presLayoutVars>
      </dgm:prSet>
      <dgm:spPr/>
    </dgm:pt>
    <dgm:pt modelId="{99B1DDBF-108F-4E35-935B-7FC3175D93D8}" type="pres">
      <dgm:prSet presAssocID="{E1B752C3-4D22-4D1F-A965-61C6F88878BF}" presName="descendantText" presStyleLbl="alignAccFollowNode1" presStyleIdx="1" presStyleCnt="4">
        <dgm:presLayoutVars>
          <dgm:bulletEnabled val="1"/>
        </dgm:presLayoutVars>
      </dgm:prSet>
      <dgm:spPr/>
    </dgm:pt>
    <dgm:pt modelId="{E3151DA5-482F-4F67-B9FB-B8AC797209E6}" type="pres">
      <dgm:prSet presAssocID="{00011FAC-1B1F-4106-AF42-DF85AC8AC8C5}" presName="sp" presStyleCnt="0"/>
      <dgm:spPr/>
    </dgm:pt>
    <dgm:pt modelId="{21FA82A7-3B4C-4955-9C53-FA4F2AB6B1D0}" type="pres">
      <dgm:prSet presAssocID="{12A34426-CA75-4D22-8F5F-266D55752CC4}" presName="linNode" presStyleCnt="0"/>
      <dgm:spPr/>
    </dgm:pt>
    <dgm:pt modelId="{5F22DF26-879E-43F0-9100-9D751E418F68}" type="pres">
      <dgm:prSet presAssocID="{12A34426-CA75-4D22-8F5F-266D55752CC4}" presName="parentText" presStyleLbl="node1" presStyleIdx="2" presStyleCnt="4">
        <dgm:presLayoutVars>
          <dgm:chMax val="1"/>
          <dgm:bulletEnabled val="1"/>
        </dgm:presLayoutVars>
      </dgm:prSet>
      <dgm:spPr/>
    </dgm:pt>
    <dgm:pt modelId="{6144DBFF-F597-411F-8978-DA23359420F5}" type="pres">
      <dgm:prSet presAssocID="{12A34426-CA75-4D22-8F5F-266D55752CC4}" presName="descendantText" presStyleLbl="alignAccFollowNode1" presStyleIdx="2" presStyleCnt="4">
        <dgm:presLayoutVars>
          <dgm:bulletEnabled val="1"/>
        </dgm:presLayoutVars>
      </dgm:prSet>
      <dgm:spPr/>
    </dgm:pt>
    <dgm:pt modelId="{A91A86DF-B3AA-46A1-B1D0-BE3B6EA78D42}" type="pres">
      <dgm:prSet presAssocID="{99151073-6781-4F6E-9F0F-B9F3E8B2DC37}" presName="sp" presStyleCnt="0"/>
      <dgm:spPr/>
    </dgm:pt>
    <dgm:pt modelId="{3E7F71F3-3FD4-4A9A-AD6B-D12505780781}" type="pres">
      <dgm:prSet presAssocID="{D155D29B-DD0B-49B5-A8F4-4BB45AB5F12F}" presName="linNode" presStyleCnt="0"/>
      <dgm:spPr/>
    </dgm:pt>
    <dgm:pt modelId="{F28E010E-3C46-426F-9646-77FA413C3446}" type="pres">
      <dgm:prSet presAssocID="{D155D29B-DD0B-49B5-A8F4-4BB45AB5F12F}" presName="parentText" presStyleLbl="node1" presStyleIdx="3" presStyleCnt="4">
        <dgm:presLayoutVars>
          <dgm:chMax val="1"/>
          <dgm:bulletEnabled val="1"/>
        </dgm:presLayoutVars>
      </dgm:prSet>
      <dgm:spPr/>
    </dgm:pt>
    <dgm:pt modelId="{85196EA2-63B6-497A-92B7-178B755C1B62}" type="pres">
      <dgm:prSet presAssocID="{D155D29B-DD0B-49B5-A8F4-4BB45AB5F12F}" presName="descendantText" presStyleLbl="alignAccFollowNode1" presStyleIdx="3" presStyleCnt="4">
        <dgm:presLayoutVars>
          <dgm:bulletEnabled val="1"/>
        </dgm:presLayoutVars>
      </dgm:prSet>
      <dgm:spPr/>
    </dgm:pt>
  </dgm:ptLst>
  <dgm:cxnLst>
    <dgm:cxn modelId="{50C98705-B087-474B-B29D-671E57EFFD1A}" type="presOf" srcId="{8E65A806-43B9-42E1-A67E-EDF069978B50}" destId="{85196EA2-63B6-497A-92B7-178B755C1B62}" srcOrd="0" destOrd="0" presId="urn:microsoft.com/office/officeart/2005/8/layout/vList5"/>
    <dgm:cxn modelId="{2EF43A10-E7DB-4417-8B60-A69735A32B8E}" type="presOf" srcId="{D155D29B-DD0B-49B5-A8F4-4BB45AB5F12F}" destId="{F28E010E-3C46-426F-9646-77FA413C3446}" srcOrd="0" destOrd="0" presId="urn:microsoft.com/office/officeart/2005/8/layout/vList5"/>
    <dgm:cxn modelId="{FAC60011-4E66-4561-A4BA-A6BBC780C813}" type="presOf" srcId="{12A34426-CA75-4D22-8F5F-266D55752CC4}" destId="{5F22DF26-879E-43F0-9100-9D751E418F68}" srcOrd="0" destOrd="0" presId="urn:microsoft.com/office/officeart/2005/8/layout/vList5"/>
    <dgm:cxn modelId="{B88DF520-79AC-4C5A-8ABD-59F2B2148ADC}" srcId="{E1B752C3-4D22-4D1F-A965-61C6F88878BF}" destId="{7F3FDF17-66D9-4E13-AA6D-5424B547CD4C}" srcOrd="0" destOrd="0" parTransId="{92FC3497-C31F-476C-B172-DFD90E291F9E}" sibTransId="{CC7703E7-299F-46A1-AE76-B4838734F6EE}"/>
    <dgm:cxn modelId="{E375D029-FA80-4968-BCC5-2B708710F835}" srcId="{E1B752C3-4D22-4D1F-A965-61C6F88878BF}" destId="{17576110-68D6-4041-805C-42ED22210BEF}" srcOrd="1" destOrd="0" parTransId="{D1A8E3EC-8AE2-41E3-8D22-55ED24257A54}" sibTransId="{C36F6D09-DEF4-4CB9-974C-6205AF9D8FAF}"/>
    <dgm:cxn modelId="{5E7E4A34-4A37-4537-B9BF-14160FC8D0BF}" srcId="{C2943781-FCC8-479E-AEE5-8E25882F8FAF}" destId="{E1B752C3-4D22-4D1F-A965-61C6F88878BF}" srcOrd="1" destOrd="0" parTransId="{EA052E83-28D2-478E-8BC5-755585C5D5A1}" sibTransId="{00011FAC-1B1F-4106-AF42-DF85AC8AC8C5}"/>
    <dgm:cxn modelId="{FB704040-A6CF-4F31-9173-2A4576EAEEF9}" type="presOf" srcId="{76DA899F-034F-4334-B7B5-086E1F02954F}" destId="{6144DBFF-F597-411F-8978-DA23359420F5}" srcOrd="0" destOrd="0" presId="urn:microsoft.com/office/officeart/2005/8/layout/vList5"/>
    <dgm:cxn modelId="{FD28E95C-EBB2-43EE-B820-C76974CFF4B2}" srcId="{12A34426-CA75-4D22-8F5F-266D55752CC4}" destId="{76DA899F-034F-4334-B7B5-086E1F02954F}" srcOrd="0" destOrd="0" parTransId="{9FA4D12A-B8E0-4544-9139-703E1A82790A}" sibTransId="{E12343FC-86E8-4A98-87A9-F6CC189D14BD}"/>
    <dgm:cxn modelId="{B3104A4B-82F6-4C04-8FBB-31DBDB458F4A}" srcId="{387D2BF7-46C1-48FE-AEC0-0E0F8A8D9CA1}" destId="{5ED263BA-0FF0-42F1-B7BC-1CD18A3BF310}" srcOrd="0" destOrd="0" parTransId="{C3EEAAC1-AA82-4F84-98C8-4470CE9714AC}" sibTransId="{FA00A733-9820-4E07-9204-1B558B98DAF0}"/>
    <dgm:cxn modelId="{1BB7ED4C-27ED-492D-A9A9-88041D97F09B}" type="presOf" srcId="{C2943781-FCC8-479E-AEE5-8E25882F8FAF}" destId="{10D97B4E-BD9C-473E-8379-DEB1D51876C4}" srcOrd="0" destOrd="0" presId="urn:microsoft.com/office/officeart/2005/8/layout/vList5"/>
    <dgm:cxn modelId="{34403E6F-BD8C-4F94-8680-F5874C4D00F4}" type="presOf" srcId="{E2CB836E-34D6-4778-A02D-85B938314FAE}" destId="{B4D0430B-DEA1-483E-8A8F-886760718660}" srcOrd="0" destOrd="2" presId="urn:microsoft.com/office/officeart/2005/8/layout/vList5"/>
    <dgm:cxn modelId="{749BB84F-34B0-4F9E-BA18-CAC71AE7C3BC}" type="presOf" srcId="{387D2BF7-46C1-48FE-AEC0-0E0F8A8D9CA1}" destId="{CE11B3DA-9EC2-4392-9214-B8B4167ED57D}" srcOrd="0" destOrd="0" presId="urn:microsoft.com/office/officeart/2005/8/layout/vList5"/>
    <dgm:cxn modelId="{0121AB88-3E7F-428C-9D29-AF58284A3DF5}" type="presOf" srcId="{17576110-68D6-4041-805C-42ED22210BEF}" destId="{99B1DDBF-108F-4E35-935B-7FC3175D93D8}" srcOrd="0" destOrd="1" presId="urn:microsoft.com/office/officeart/2005/8/layout/vList5"/>
    <dgm:cxn modelId="{47055CA1-BB6D-4B60-9D61-22F55FAA8FB8}" srcId="{C2943781-FCC8-479E-AEE5-8E25882F8FAF}" destId="{387D2BF7-46C1-48FE-AEC0-0E0F8A8D9CA1}" srcOrd="0" destOrd="0" parTransId="{4DCB7649-96C1-4317-8F9B-2C9798B50190}" sibTransId="{867C77ED-978C-4CF8-B72D-C5259FE6DE15}"/>
    <dgm:cxn modelId="{C3839CA7-FB47-4B12-AF56-B370C4B6AEBA}" type="presOf" srcId="{7F3FDF17-66D9-4E13-AA6D-5424B547CD4C}" destId="{99B1DDBF-108F-4E35-935B-7FC3175D93D8}" srcOrd="0" destOrd="0" presId="urn:microsoft.com/office/officeart/2005/8/layout/vList5"/>
    <dgm:cxn modelId="{75205CA9-8228-4671-A387-C9D4A3782AD0}" type="presOf" srcId="{B0F347C5-E2E7-4606-8279-228E6B6061DD}" destId="{B4D0430B-DEA1-483E-8A8F-886760718660}" srcOrd="0" destOrd="1" presId="urn:microsoft.com/office/officeart/2005/8/layout/vList5"/>
    <dgm:cxn modelId="{57E859AC-66CF-468F-BAA9-F380FDF225DF}" srcId="{387D2BF7-46C1-48FE-AEC0-0E0F8A8D9CA1}" destId="{B0F347C5-E2E7-4606-8279-228E6B6061DD}" srcOrd="1" destOrd="0" parTransId="{27FAA90B-5336-4B65-9B64-C2CF27A7EADF}" sibTransId="{ADB9007E-0349-41C4-87F8-0A6BF1CFE165}"/>
    <dgm:cxn modelId="{EF1641AE-AA9B-4DE8-B073-3C7D870B8D0A}" srcId="{C2943781-FCC8-479E-AEE5-8E25882F8FAF}" destId="{D155D29B-DD0B-49B5-A8F4-4BB45AB5F12F}" srcOrd="3" destOrd="0" parTransId="{601830E9-35C6-4618-B088-1C4A1D005C17}" sibTransId="{308CD7DC-CD0B-40A4-9E0C-EDAEE0F1FE47}"/>
    <dgm:cxn modelId="{E7996BC6-A01B-4319-84D1-DABB11466BB9}" srcId="{D155D29B-DD0B-49B5-A8F4-4BB45AB5F12F}" destId="{8E65A806-43B9-42E1-A67E-EDF069978B50}" srcOrd="0" destOrd="0" parTransId="{BB82EF29-8F19-420B-A692-0A374C8AFFC7}" sibTransId="{887EBDCF-40F3-426F-BEFE-103E83891C53}"/>
    <dgm:cxn modelId="{FB7EE7CD-1C40-4874-AA49-B19BEF045863}" srcId="{C2943781-FCC8-479E-AEE5-8E25882F8FAF}" destId="{12A34426-CA75-4D22-8F5F-266D55752CC4}" srcOrd="2" destOrd="0" parTransId="{002BC1D0-4DBB-43A0-BDCA-BA765E95D0A7}" sibTransId="{99151073-6781-4F6E-9F0F-B9F3E8B2DC37}"/>
    <dgm:cxn modelId="{9D560CD6-D28F-415E-9579-2E008BC46108}" srcId="{387D2BF7-46C1-48FE-AEC0-0E0F8A8D9CA1}" destId="{E2CB836E-34D6-4778-A02D-85B938314FAE}" srcOrd="2" destOrd="0" parTransId="{91BDA384-A9E5-45F2-B9FD-480657FC6F15}" sibTransId="{3E8D449C-6CFB-45FB-A19A-06D5663C554A}"/>
    <dgm:cxn modelId="{CD0457D9-B60B-45B4-A485-D304908A2339}" type="presOf" srcId="{5ED263BA-0FF0-42F1-B7BC-1CD18A3BF310}" destId="{B4D0430B-DEA1-483E-8A8F-886760718660}" srcOrd="0" destOrd="0" presId="urn:microsoft.com/office/officeart/2005/8/layout/vList5"/>
    <dgm:cxn modelId="{828CEADD-C606-4DDA-BA70-2A9D7F3C0071}" type="presOf" srcId="{E1B752C3-4D22-4D1F-A965-61C6F88878BF}" destId="{CE504755-FA8F-4F4B-95DA-351089EF1C18}" srcOrd="0" destOrd="0" presId="urn:microsoft.com/office/officeart/2005/8/layout/vList5"/>
    <dgm:cxn modelId="{4A553042-D376-4001-9CD3-D361C02AEE08}" type="presParOf" srcId="{10D97B4E-BD9C-473E-8379-DEB1D51876C4}" destId="{6EA1DD5E-A6DD-461E-9C1F-8A56AD169B64}" srcOrd="0" destOrd="0" presId="urn:microsoft.com/office/officeart/2005/8/layout/vList5"/>
    <dgm:cxn modelId="{9ECE7713-36D8-47F7-A6AD-19A1209F39D2}" type="presParOf" srcId="{6EA1DD5E-A6DD-461E-9C1F-8A56AD169B64}" destId="{CE11B3DA-9EC2-4392-9214-B8B4167ED57D}" srcOrd="0" destOrd="0" presId="urn:microsoft.com/office/officeart/2005/8/layout/vList5"/>
    <dgm:cxn modelId="{62CB8E47-EF1B-4460-B5AA-39E40CD13DF8}" type="presParOf" srcId="{6EA1DD5E-A6DD-461E-9C1F-8A56AD169B64}" destId="{B4D0430B-DEA1-483E-8A8F-886760718660}" srcOrd="1" destOrd="0" presId="urn:microsoft.com/office/officeart/2005/8/layout/vList5"/>
    <dgm:cxn modelId="{C59A8623-A0E2-4543-BF15-C16CC65B18D4}" type="presParOf" srcId="{10D97B4E-BD9C-473E-8379-DEB1D51876C4}" destId="{D8D388E8-A802-49B6-9320-B0BE8C5627A0}" srcOrd="1" destOrd="0" presId="urn:microsoft.com/office/officeart/2005/8/layout/vList5"/>
    <dgm:cxn modelId="{C71C0FE9-C371-4143-9247-0B59ABDA81E7}" type="presParOf" srcId="{10D97B4E-BD9C-473E-8379-DEB1D51876C4}" destId="{A373FF0D-DCBF-477A-8467-8C5F3A940990}" srcOrd="2" destOrd="0" presId="urn:microsoft.com/office/officeart/2005/8/layout/vList5"/>
    <dgm:cxn modelId="{1ABC06B4-535D-4203-84FD-366D72822C13}" type="presParOf" srcId="{A373FF0D-DCBF-477A-8467-8C5F3A940990}" destId="{CE504755-FA8F-4F4B-95DA-351089EF1C18}" srcOrd="0" destOrd="0" presId="urn:microsoft.com/office/officeart/2005/8/layout/vList5"/>
    <dgm:cxn modelId="{21B52E2E-1840-4D38-B596-DF2E3EC7B611}" type="presParOf" srcId="{A373FF0D-DCBF-477A-8467-8C5F3A940990}" destId="{99B1DDBF-108F-4E35-935B-7FC3175D93D8}" srcOrd="1" destOrd="0" presId="urn:microsoft.com/office/officeart/2005/8/layout/vList5"/>
    <dgm:cxn modelId="{1955FA81-E31D-4F88-A1F3-54ABE3AD8473}" type="presParOf" srcId="{10D97B4E-BD9C-473E-8379-DEB1D51876C4}" destId="{E3151DA5-482F-4F67-B9FB-B8AC797209E6}" srcOrd="3" destOrd="0" presId="urn:microsoft.com/office/officeart/2005/8/layout/vList5"/>
    <dgm:cxn modelId="{52514BE8-0541-4FD8-BEC9-9850158B1C1D}" type="presParOf" srcId="{10D97B4E-BD9C-473E-8379-DEB1D51876C4}" destId="{21FA82A7-3B4C-4955-9C53-FA4F2AB6B1D0}" srcOrd="4" destOrd="0" presId="urn:microsoft.com/office/officeart/2005/8/layout/vList5"/>
    <dgm:cxn modelId="{17B37580-4B1F-467E-B436-2716BB05F7AB}" type="presParOf" srcId="{21FA82A7-3B4C-4955-9C53-FA4F2AB6B1D0}" destId="{5F22DF26-879E-43F0-9100-9D751E418F68}" srcOrd="0" destOrd="0" presId="urn:microsoft.com/office/officeart/2005/8/layout/vList5"/>
    <dgm:cxn modelId="{E99D80A3-098B-4138-AA06-217B4C83CD5F}" type="presParOf" srcId="{21FA82A7-3B4C-4955-9C53-FA4F2AB6B1D0}" destId="{6144DBFF-F597-411F-8978-DA23359420F5}" srcOrd="1" destOrd="0" presId="urn:microsoft.com/office/officeart/2005/8/layout/vList5"/>
    <dgm:cxn modelId="{79A92A39-DEF2-448C-83A9-6154609A006C}" type="presParOf" srcId="{10D97B4E-BD9C-473E-8379-DEB1D51876C4}" destId="{A91A86DF-B3AA-46A1-B1D0-BE3B6EA78D42}" srcOrd="5" destOrd="0" presId="urn:microsoft.com/office/officeart/2005/8/layout/vList5"/>
    <dgm:cxn modelId="{88EC3DB8-3AE9-448C-BA15-FBB63C8674C9}" type="presParOf" srcId="{10D97B4E-BD9C-473E-8379-DEB1D51876C4}" destId="{3E7F71F3-3FD4-4A9A-AD6B-D12505780781}" srcOrd="6" destOrd="0" presId="urn:microsoft.com/office/officeart/2005/8/layout/vList5"/>
    <dgm:cxn modelId="{C67CB692-32F7-4B6F-97C3-623E7BE40D99}" type="presParOf" srcId="{3E7F71F3-3FD4-4A9A-AD6B-D12505780781}" destId="{F28E010E-3C46-426F-9646-77FA413C3446}" srcOrd="0" destOrd="0" presId="urn:microsoft.com/office/officeart/2005/8/layout/vList5"/>
    <dgm:cxn modelId="{82F2FE3E-A13A-42F2-87F8-96C30A16E1EC}" type="presParOf" srcId="{3E7F71F3-3FD4-4A9A-AD6B-D12505780781}" destId="{85196EA2-63B6-497A-92B7-178B755C1B62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E2E06342-3E6E-40D7-8C00-179E00C2556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tr-TR"/>
        </a:p>
      </dgm:t>
    </dgm:pt>
    <dgm:pt modelId="{DB685AAD-E042-4646-A1F5-14D07B03CD4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Block Header</a:t>
          </a:r>
        </a:p>
      </dgm:t>
    </dgm:pt>
    <dgm:pt modelId="{5F9F674C-0A96-4F47-ACEE-9CBE7D2EED27}" type="parTrans" cxnId="{FB2C0FEF-311D-4848-A815-AABA5FF23E63}">
      <dgm:prSet/>
      <dgm:spPr/>
      <dgm:t>
        <a:bodyPr/>
        <a:lstStyle/>
        <a:p>
          <a:endParaRPr lang="tr-TR"/>
        </a:p>
      </dgm:t>
    </dgm:pt>
    <dgm:pt modelId="{2A17FBCA-1D22-4179-A97A-597ED57DFC2F}" type="sibTrans" cxnId="{FB2C0FEF-311D-4848-A815-AABA5FF23E63}">
      <dgm:prSet/>
      <dgm:spPr/>
      <dgm:t>
        <a:bodyPr/>
        <a:lstStyle/>
        <a:p>
          <a:endParaRPr lang="tr-TR"/>
        </a:p>
      </dgm:t>
    </dgm:pt>
    <dgm:pt modelId="{2129B252-0138-4AD3-911E-281547A7363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Identifier</a:t>
          </a:r>
        </a:p>
        <a:p>
          <a:pPr>
            <a:lnSpc>
              <a:spcPct val="100000"/>
            </a:lnSpc>
          </a:pPr>
          <a:r>
            <a:rPr lang="tr-TR" dirty="0"/>
            <a:t>Version number</a:t>
          </a:r>
        </a:p>
      </dgm:t>
    </dgm:pt>
    <dgm:pt modelId="{675C258A-1792-4E54-9498-9519FFD7447A}" type="parTrans" cxnId="{5AE7F8DC-A320-402C-9548-AD7F1A0A6958}">
      <dgm:prSet/>
      <dgm:spPr/>
      <dgm:t>
        <a:bodyPr/>
        <a:lstStyle/>
        <a:p>
          <a:endParaRPr lang="tr-TR"/>
        </a:p>
      </dgm:t>
    </dgm:pt>
    <dgm:pt modelId="{69F7BEC7-FC03-4889-8BCC-F8322BFA03EF}" type="sibTrans" cxnId="{5AE7F8DC-A320-402C-9548-AD7F1A0A6958}">
      <dgm:prSet/>
      <dgm:spPr/>
      <dgm:t>
        <a:bodyPr/>
        <a:lstStyle/>
        <a:p>
          <a:endParaRPr lang="tr-TR"/>
        </a:p>
      </dgm:t>
    </dgm:pt>
    <dgm:pt modelId="{FCAF58A2-50D6-4BCD-9CB0-72255B47AF1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i="0" dirty="0"/>
            <a:t>Previous block hash</a:t>
          </a:r>
        </a:p>
        <a:p>
          <a:pPr>
            <a:lnSpc>
              <a:spcPct val="100000"/>
            </a:lnSpc>
          </a:pPr>
          <a:r>
            <a:rPr lang="tr-TR" b="0" i="0" dirty="0"/>
            <a:t>Merkle root</a:t>
          </a:r>
        </a:p>
      </dgm:t>
    </dgm:pt>
    <dgm:pt modelId="{700F80A3-4959-496D-953F-859F176D98F6}" type="parTrans" cxnId="{F5640592-63B4-4FAA-9570-5E8B574C8859}">
      <dgm:prSet/>
      <dgm:spPr/>
      <dgm:t>
        <a:bodyPr/>
        <a:lstStyle/>
        <a:p>
          <a:endParaRPr lang="tr-TR"/>
        </a:p>
      </dgm:t>
    </dgm:pt>
    <dgm:pt modelId="{3B1EC2CE-A03B-4BED-B7C4-0F62C82768E5}" type="sibTrans" cxnId="{F5640592-63B4-4FAA-9570-5E8B574C8859}">
      <dgm:prSet/>
      <dgm:spPr/>
      <dgm:t>
        <a:bodyPr/>
        <a:lstStyle/>
        <a:p>
          <a:endParaRPr lang="tr-TR"/>
        </a:p>
      </dgm:t>
    </dgm:pt>
    <dgm:pt modelId="{704B9EB6-4C33-4BAF-BC2B-F4C3311FEEF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Fields</a:t>
          </a:r>
        </a:p>
      </dgm:t>
    </dgm:pt>
    <dgm:pt modelId="{7D2E1338-DE12-4223-BDC1-36506D530500}" type="parTrans" cxnId="{DE26B99A-1C17-4403-BDF3-0B9EF434E70A}">
      <dgm:prSet/>
      <dgm:spPr/>
      <dgm:t>
        <a:bodyPr/>
        <a:lstStyle/>
        <a:p>
          <a:endParaRPr lang="tr-TR"/>
        </a:p>
      </dgm:t>
    </dgm:pt>
    <dgm:pt modelId="{B8F936CD-3F2B-4F9F-B908-BF94A3FD3D4E}" type="sibTrans" cxnId="{DE26B99A-1C17-4403-BDF3-0B9EF434E70A}">
      <dgm:prSet/>
      <dgm:spPr/>
      <dgm:t>
        <a:bodyPr/>
        <a:lstStyle/>
        <a:p>
          <a:endParaRPr lang="tr-TR"/>
        </a:p>
      </dgm:t>
    </dgm:pt>
    <dgm:pt modelId="{6E7B9324-5E40-4CCA-B2F7-55441CB8950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Keeps data </a:t>
          </a:r>
        </a:p>
        <a:p>
          <a:pPr>
            <a:lnSpc>
              <a:spcPct val="100000"/>
            </a:lnSpc>
          </a:pPr>
          <a:r>
            <a:rPr lang="tr-TR" dirty="0" err="1"/>
            <a:t>Block</a:t>
          </a:r>
          <a:r>
            <a:rPr lang="tr-TR" dirty="0"/>
            <a:t> </a:t>
          </a:r>
          <a:r>
            <a:rPr lang="tr-TR" dirty="0" err="1"/>
            <a:t>fields</a:t>
          </a:r>
          <a:endParaRPr lang="tr-TR" dirty="0"/>
        </a:p>
      </dgm:t>
    </dgm:pt>
    <dgm:pt modelId="{B97A236C-3D19-4301-A45A-06A7C80D6899}" type="parTrans" cxnId="{93430697-7F53-43C6-AAD4-51182F825D7B}">
      <dgm:prSet/>
      <dgm:spPr/>
      <dgm:t>
        <a:bodyPr/>
        <a:lstStyle/>
        <a:p>
          <a:endParaRPr lang="tr-TR"/>
        </a:p>
      </dgm:t>
    </dgm:pt>
    <dgm:pt modelId="{E9D0E9FB-566F-4176-8D8D-A037F9F08A7C}" type="sibTrans" cxnId="{93430697-7F53-43C6-AAD4-51182F825D7B}">
      <dgm:prSet/>
      <dgm:spPr/>
      <dgm:t>
        <a:bodyPr/>
        <a:lstStyle/>
        <a:p>
          <a:endParaRPr lang="tr-TR"/>
        </a:p>
      </dgm:t>
    </dgm:pt>
    <dgm:pt modelId="{FEAFEBC0-6ACA-4D9F-9423-91C1707E32B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i="0" dirty="0"/>
            <a:t>Time stamp</a:t>
          </a:r>
          <a:endParaRPr lang="tr-TR" dirty="0"/>
        </a:p>
      </dgm:t>
    </dgm:pt>
    <dgm:pt modelId="{FDFFFB4F-14E0-47F4-AFEC-E983E82719E6}" type="parTrans" cxnId="{EBF5AB8C-8278-4F80-BC5E-7AC549887B06}">
      <dgm:prSet/>
      <dgm:spPr/>
      <dgm:t>
        <a:bodyPr/>
        <a:lstStyle/>
        <a:p>
          <a:endParaRPr lang="tr-TR"/>
        </a:p>
      </dgm:t>
    </dgm:pt>
    <dgm:pt modelId="{1517DF97-B451-4DD2-912A-FA9241AA096E}" type="sibTrans" cxnId="{EBF5AB8C-8278-4F80-BC5E-7AC549887B06}">
      <dgm:prSet/>
      <dgm:spPr/>
      <dgm:t>
        <a:bodyPr/>
        <a:lstStyle/>
        <a:p>
          <a:endParaRPr lang="tr-TR"/>
        </a:p>
      </dgm:t>
    </dgm:pt>
    <dgm:pt modelId="{F8BFA0E3-154C-4F46-8844-51443A1027C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i="0" dirty="0"/>
            <a:t>The difficulty target</a:t>
          </a:r>
        </a:p>
        <a:p>
          <a:pPr>
            <a:lnSpc>
              <a:spcPct val="100000"/>
            </a:lnSpc>
          </a:pPr>
          <a:r>
            <a:rPr lang="tr-TR" b="0" i="0" dirty="0"/>
            <a:t>Nonce</a:t>
          </a:r>
          <a:endParaRPr lang="tr-TR" dirty="0"/>
        </a:p>
      </dgm:t>
    </dgm:pt>
    <dgm:pt modelId="{305B9519-E4FD-4370-B71E-E17FFFC2452E}" type="parTrans" cxnId="{2600E151-FA24-469F-8C8D-A115AA6EE604}">
      <dgm:prSet/>
      <dgm:spPr/>
      <dgm:t>
        <a:bodyPr/>
        <a:lstStyle/>
        <a:p>
          <a:endParaRPr lang="tr-TR"/>
        </a:p>
      </dgm:t>
    </dgm:pt>
    <dgm:pt modelId="{CDB3A6A2-97EE-4CE1-A0F0-F906AEE74896}" type="sibTrans" cxnId="{2600E151-FA24-469F-8C8D-A115AA6EE604}">
      <dgm:prSet/>
      <dgm:spPr/>
      <dgm:t>
        <a:bodyPr/>
        <a:lstStyle/>
        <a:p>
          <a:endParaRPr lang="tr-TR"/>
        </a:p>
      </dgm:t>
    </dgm:pt>
    <dgm:pt modelId="{5CDEF7AC-8D11-479F-90B0-65C3CD0A6D90}" type="pres">
      <dgm:prSet presAssocID="{E2E06342-3E6E-40D7-8C00-179E00C2556C}" presName="root" presStyleCnt="0">
        <dgm:presLayoutVars>
          <dgm:dir/>
          <dgm:resizeHandles val="exact"/>
        </dgm:presLayoutVars>
      </dgm:prSet>
      <dgm:spPr/>
    </dgm:pt>
    <dgm:pt modelId="{9F38A757-1FB9-474E-B706-EFB3BFF4F83E}" type="pres">
      <dgm:prSet presAssocID="{DB685AAD-E042-4646-A1F5-14D07B03CD4E}" presName="compNode" presStyleCnt="0"/>
      <dgm:spPr/>
    </dgm:pt>
    <dgm:pt modelId="{5D9EA3A2-49E2-4B98-8718-503C5FC1BBCB}" type="pres">
      <dgm:prSet presAssocID="{DB685AAD-E042-4646-A1F5-14D07B03CD4E}" presName="iconRect" presStyleLbl="node1" presStyleIdx="0" presStyleCnt="2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875B2383-7E96-44F8-91BE-407AC5283425}" type="pres">
      <dgm:prSet presAssocID="{DB685AAD-E042-4646-A1F5-14D07B03CD4E}" presName="iconSpace" presStyleCnt="0"/>
      <dgm:spPr/>
    </dgm:pt>
    <dgm:pt modelId="{14D20CDE-9A81-40E5-B3C0-DE7D194DA729}" type="pres">
      <dgm:prSet presAssocID="{DB685AAD-E042-4646-A1F5-14D07B03CD4E}" presName="parTx" presStyleLbl="revTx" presStyleIdx="0" presStyleCnt="4">
        <dgm:presLayoutVars>
          <dgm:chMax val="0"/>
          <dgm:chPref val="0"/>
        </dgm:presLayoutVars>
      </dgm:prSet>
      <dgm:spPr/>
    </dgm:pt>
    <dgm:pt modelId="{6F213B66-E806-4B97-B197-55C18068BA55}" type="pres">
      <dgm:prSet presAssocID="{DB685AAD-E042-4646-A1F5-14D07B03CD4E}" presName="txSpace" presStyleCnt="0"/>
      <dgm:spPr/>
    </dgm:pt>
    <dgm:pt modelId="{01732296-545F-4168-ACC9-E3DE6FB71475}" type="pres">
      <dgm:prSet presAssocID="{DB685AAD-E042-4646-A1F5-14D07B03CD4E}" presName="desTx" presStyleLbl="revTx" presStyleIdx="1" presStyleCnt="4">
        <dgm:presLayoutVars/>
      </dgm:prSet>
      <dgm:spPr/>
    </dgm:pt>
    <dgm:pt modelId="{684DFDCE-D08D-46EF-8D7C-3D07BCE2DF3F}" type="pres">
      <dgm:prSet presAssocID="{2A17FBCA-1D22-4179-A97A-597ED57DFC2F}" presName="sibTrans" presStyleCnt="0"/>
      <dgm:spPr/>
    </dgm:pt>
    <dgm:pt modelId="{2A9F88E3-0C2E-4452-8F4F-56E8B8CEC0E7}" type="pres">
      <dgm:prSet presAssocID="{704B9EB6-4C33-4BAF-BC2B-F4C3311FEEFE}" presName="compNode" presStyleCnt="0"/>
      <dgm:spPr/>
    </dgm:pt>
    <dgm:pt modelId="{4B6AD4B2-BCB9-48BE-B6A4-146D7C848C78}" type="pres">
      <dgm:prSet presAssocID="{704B9EB6-4C33-4BAF-BC2B-F4C3311FEEFE}" presName="iconRect" presStyleLbl="node1" presStyleIdx="1" presStyleCnt="2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6C52EB81-A2D3-45E3-B293-559EF4E6AADF}" type="pres">
      <dgm:prSet presAssocID="{704B9EB6-4C33-4BAF-BC2B-F4C3311FEEFE}" presName="iconSpace" presStyleCnt="0"/>
      <dgm:spPr/>
    </dgm:pt>
    <dgm:pt modelId="{638C1F2B-1905-4581-8AC1-0CE6929B7CB0}" type="pres">
      <dgm:prSet presAssocID="{704B9EB6-4C33-4BAF-BC2B-F4C3311FEEFE}" presName="parTx" presStyleLbl="revTx" presStyleIdx="2" presStyleCnt="4">
        <dgm:presLayoutVars>
          <dgm:chMax val="0"/>
          <dgm:chPref val="0"/>
        </dgm:presLayoutVars>
      </dgm:prSet>
      <dgm:spPr/>
    </dgm:pt>
    <dgm:pt modelId="{4BD29DF5-411C-43B0-8E2D-2DF0DB85C405}" type="pres">
      <dgm:prSet presAssocID="{704B9EB6-4C33-4BAF-BC2B-F4C3311FEEFE}" presName="txSpace" presStyleCnt="0"/>
      <dgm:spPr/>
    </dgm:pt>
    <dgm:pt modelId="{E67F4537-E363-4185-A64A-66BC218829E4}" type="pres">
      <dgm:prSet presAssocID="{704B9EB6-4C33-4BAF-BC2B-F4C3311FEEFE}" presName="desTx" presStyleLbl="revTx" presStyleIdx="3" presStyleCnt="4">
        <dgm:presLayoutVars/>
      </dgm:prSet>
      <dgm:spPr/>
    </dgm:pt>
  </dgm:ptLst>
  <dgm:cxnLst>
    <dgm:cxn modelId="{0C8D2A3C-824A-431E-9E1C-B1FE806841E4}" type="presOf" srcId="{FCAF58A2-50D6-4BCD-9CB0-72255B47AF19}" destId="{E67F4537-E363-4185-A64A-66BC218829E4}" srcOrd="0" destOrd="1" presId="urn:microsoft.com/office/officeart/2018/5/layout/CenteredIconLabelDescriptionList"/>
    <dgm:cxn modelId="{C7CC073D-A933-4F92-A589-3E4AB1813A1A}" type="presOf" srcId="{6E7B9324-5E40-4CCA-B2F7-55441CB8950F}" destId="{01732296-545F-4168-ACC9-E3DE6FB71475}" srcOrd="0" destOrd="0" presId="urn:microsoft.com/office/officeart/2018/5/layout/CenteredIconLabelDescriptionList"/>
    <dgm:cxn modelId="{39729F45-5A51-46C1-9298-9EF2494B76D2}" type="presOf" srcId="{E2E06342-3E6E-40D7-8C00-179E00C2556C}" destId="{5CDEF7AC-8D11-479F-90B0-65C3CD0A6D90}" srcOrd="0" destOrd="0" presId="urn:microsoft.com/office/officeart/2018/5/layout/CenteredIconLabelDescriptionList"/>
    <dgm:cxn modelId="{2600E151-FA24-469F-8C8D-A115AA6EE604}" srcId="{704B9EB6-4C33-4BAF-BC2B-F4C3311FEEFE}" destId="{F8BFA0E3-154C-4F46-8844-51443A1027C7}" srcOrd="3" destOrd="0" parTransId="{305B9519-E4FD-4370-B71E-E17FFFC2452E}" sibTransId="{CDB3A6A2-97EE-4CE1-A0F0-F906AEE74896}"/>
    <dgm:cxn modelId="{EBF5AB8C-8278-4F80-BC5E-7AC549887B06}" srcId="{704B9EB6-4C33-4BAF-BC2B-F4C3311FEEFE}" destId="{FEAFEBC0-6ACA-4D9F-9423-91C1707E32B0}" srcOrd="2" destOrd="0" parTransId="{FDFFFB4F-14E0-47F4-AFEC-E983E82719E6}" sibTransId="{1517DF97-B451-4DD2-912A-FA9241AA096E}"/>
    <dgm:cxn modelId="{2A0E1091-718D-4FBF-A74E-65AF44C9908D}" type="presOf" srcId="{F8BFA0E3-154C-4F46-8844-51443A1027C7}" destId="{E67F4537-E363-4185-A64A-66BC218829E4}" srcOrd="0" destOrd="3" presId="urn:microsoft.com/office/officeart/2018/5/layout/CenteredIconLabelDescriptionList"/>
    <dgm:cxn modelId="{F5640592-63B4-4FAA-9570-5E8B574C8859}" srcId="{704B9EB6-4C33-4BAF-BC2B-F4C3311FEEFE}" destId="{FCAF58A2-50D6-4BCD-9CB0-72255B47AF19}" srcOrd="1" destOrd="0" parTransId="{700F80A3-4959-496D-953F-859F176D98F6}" sibTransId="{3B1EC2CE-A03B-4BED-B7C4-0F62C82768E5}"/>
    <dgm:cxn modelId="{93430697-7F53-43C6-AAD4-51182F825D7B}" srcId="{DB685AAD-E042-4646-A1F5-14D07B03CD4E}" destId="{6E7B9324-5E40-4CCA-B2F7-55441CB8950F}" srcOrd="0" destOrd="0" parTransId="{B97A236C-3D19-4301-A45A-06A7C80D6899}" sibTransId="{E9D0E9FB-566F-4176-8D8D-A037F9F08A7C}"/>
    <dgm:cxn modelId="{F4994E97-21F4-4528-9FEB-EC511F5B6954}" type="presOf" srcId="{FEAFEBC0-6ACA-4D9F-9423-91C1707E32B0}" destId="{E67F4537-E363-4185-A64A-66BC218829E4}" srcOrd="0" destOrd="2" presId="urn:microsoft.com/office/officeart/2018/5/layout/CenteredIconLabelDescriptionList"/>
    <dgm:cxn modelId="{DE26B99A-1C17-4403-BDF3-0B9EF434E70A}" srcId="{E2E06342-3E6E-40D7-8C00-179E00C2556C}" destId="{704B9EB6-4C33-4BAF-BC2B-F4C3311FEEFE}" srcOrd="1" destOrd="0" parTransId="{7D2E1338-DE12-4223-BDC1-36506D530500}" sibTransId="{B8F936CD-3F2B-4F9F-B908-BF94A3FD3D4E}"/>
    <dgm:cxn modelId="{4B25C9AE-456F-4F49-B800-C52665554A57}" type="presOf" srcId="{704B9EB6-4C33-4BAF-BC2B-F4C3311FEEFE}" destId="{638C1F2B-1905-4581-8AC1-0CE6929B7CB0}" srcOrd="0" destOrd="0" presId="urn:microsoft.com/office/officeart/2018/5/layout/CenteredIconLabelDescriptionList"/>
    <dgm:cxn modelId="{6428CAD3-F428-4914-B846-2D8C4BED9208}" type="presOf" srcId="{2129B252-0138-4AD3-911E-281547A7363B}" destId="{E67F4537-E363-4185-A64A-66BC218829E4}" srcOrd="0" destOrd="0" presId="urn:microsoft.com/office/officeart/2018/5/layout/CenteredIconLabelDescriptionList"/>
    <dgm:cxn modelId="{5AE7F8DC-A320-402C-9548-AD7F1A0A6958}" srcId="{704B9EB6-4C33-4BAF-BC2B-F4C3311FEEFE}" destId="{2129B252-0138-4AD3-911E-281547A7363B}" srcOrd="0" destOrd="0" parTransId="{675C258A-1792-4E54-9498-9519FFD7447A}" sibTransId="{69F7BEC7-FC03-4889-8BCC-F8322BFA03EF}"/>
    <dgm:cxn modelId="{242307E8-3034-41EA-837D-F3FA2BC48A57}" type="presOf" srcId="{DB685AAD-E042-4646-A1F5-14D07B03CD4E}" destId="{14D20CDE-9A81-40E5-B3C0-DE7D194DA729}" srcOrd="0" destOrd="0" presId="urn:microsoft.com/office/officeart/2018/5/layout/CenteredIconLabelDescriptionList"/>
    <dgm:cxn modelId="{FB2C0FEF-311D-4848-A815-AABA5FF23E63}" srcId="{E2E06342-3E6E-40D7-8C00-179E00C2556C}" destId="{DB685AAD-E042-4646-A1F5-14D07B03CD4E}" srcOrd="0" destOrd="0" parTransId="{5F9F674C-0A96-4F47-ACEE-9CBE7D2EED27}" sibTransId="{2A17FBCA-1D22-4179-A97A-597ED57DFC2F}"/>
    <dgm:cxn modelId="{3ED935B7-C23C-4704-82B1-18B1E7DBCCEC}" type="presParOf" srcId="{5CDEF7AC-8D11-479F-90B0-65C3CD0A6D90}" destId="{9F38A757-1FB9-474E-B706-EFB3BFF4F83E}" srcOrd="0" destOrd="0" presId="urn:microsoft.com/office/officeart/2018/5/layout/CenteredIconLabelDescriptionList"/>
    <dgm:cxn modelId="{477EE959-5C5D-4C84-919A-42DD683703CD}" type="presParOf" srcId="{9F38A757-1FB9-474E-B706-EFB3BFF4F83E}" destId="{5D9EA3A2-49E2-4B98-8718-503C5FC1BBCB}" srcOrd="0" destOrd="0" presId="urn:microsoft.com/office/officeart/2018/5/layout/CenteredIconLabelDescriptionList"/>
    <dgm:cxn modelId="{903E1614-528C-4845-9FBF-A1C094C95AEF}" type="presParOf" srcId="{9F38A757-1FB9-474E-B706-EFB3BFF4F83E}" destId="{875B2383-7E96-44F8-91BE-407AC5283425}" srcOrd="1" destOrd="0" presId="urn:microsoft.com/office/officeart/2018/5/layout/CenteredIconLabelDescriptionList"/>
    <dgm:cxn modelId="{E8C074CF-5BB0-4A85-AB21-8CFC8E911CF6}" type="presParOf" srcId="{9F38A757-1FB9-474E-B706-EFB3BFF4F83E}" destId="{14D20CDE-9A81-40E5-B3C0-DE7D194DA729}" srcOrd="2" destOrd="0" presId="urn:microsoft.com/office/officeart/2018/5/layout/CenteredIconLabelDescriptionList"/>
    <dgm:cxn modelId="{439DF69C-EB7A-4EED-AF45-59687B1F2C41}" type="presParOf" srcId="{9F38A757-1FB9-474E-B706-EFB3BFF4F83E}" destId="{6F213B66-E806-4B97-B197-55C18068BA55}" srcOrd="3" destOrd="0" presId="urn:microsoft.com/office/officeart/2018/5/layout/CenteredIconLabelDescriptionList"/>
    <dgm:cxn modelId="{B952E35E-B37A-45CC-AF68-D3B80DF08E5B}" type="presParOf" srcId="{9F38A757-1FB9-474E-B706-EFB3BFF4F83E}" destId="{01732296-545F-4168-ACC9-E3DE6FB71475}" srcOrd="4" destOrd="0" presId="urn:microsoft.com/office/officeart/2018/5/layout/CenteredIconLabelDescriptionList"/>
    <dgm:cxn modelId="{BAE502B8-FA52-43EC-B0E9-EB87022E7975}" type="presParOf" srcId="{5CDEF7AC-8D11-479F-90B0-65C3CD0A6D90}" destId="{684DFDCE-D08D-46EF-8D7C-3D07BCE2DF3F}" srcOrd="1" destOrd="0" presId="urn:microsoft.com/office/officeart/2018/5/layout/CenteredIconLabelDescriptionList"/>
    <dgm:cxn modelId="{0EAF0FBD-6840-48C6-8C7E-EFAB838AA346}" type="presParOf" srcId="{5CDEF7AC-8D11-479F-90B0-65C3CD0A6D90}" destId="{2A9F88E3-0C2E-4452-8F4F-56E8B8CEC0E7}" srcOrd="2" destOrd="0" presId="urn:microsoft.com/office/officeart/2018/5/layout/CenteredIconLabelDescriptionList"/>
    <dgm:cxn modelId="{E0C1B8C1-76E5-43D6-B11F-6DCE609C1608}" type="presParOf" srcId="{2A9F88E3-0C2E-4452-8F4F-56E8B8CEC0E7}" destId="{4B6AD4B2-BCB9-48BE-B6A4-146D7C848C78}" srcOrd="0" destOrd="0" presId="urn:microsoft.com/office/officeart/2018/5/layout/CenteredIconLabelDescriptionList"/>
    <dgm:cxn modelId="{9E29C17F-F5DE-4817-A224-4B5180F597AC}" type="presParOf" srcId="{2A9F88E3-0C2E-4452-8F4F-56E8B8CEC0E7}" destId="{6C52EB81-A2D3-45E3-B293-559EF4E6AADF}" srcOrd="1" destOrd="0" presId="urn:microsoft.com/office/officeart/2018/5/layout/CenteredIconLabelDescriptionList"/>
    <dgm:cxn modelId="{EA562448-7496-4A64-85AF-F2B5AEDC384F}" type="presParOf" srcId="{2A9F88E3-0C2E-4452-8F4F-56E8B8CEC0E7}" destId="{638C1F2B-1905-4581-8AC1-0CE6929B7CB0}" srcOrd="2" destOrd="0" presId="urn:microsoft.com/office/officeart/2018/5/layout/CenteredIconLabelDescriptionList"/>
    <dgm:cxn modelId="{798B653A-FCBB-4045-99A0-CE298EF019F9}" type="presParOf" srcId="{2A9F88E3-0C2E-4452-8F4F-56E8B8CEC0E7}" destId="{4BD29DF5-411C-43B0-8E2D-2DF0DB85C405}" srcOrd="3" destOrd="0" presId="urn:microsoft.com/office/officeart/2018/5/layout/CenteredIconLabelDescriptionList"/>
    <dgm:cxn modelId="{07AD591E-7E8A-4F10-928D-5E35E84A86E0}" type="presParOf" srcId="{2A9F88E3-0C2E-4452-8F4F-56E8B8CEC0E7}" destId="{E67F4537-E363-4185-A64A-66BC218829E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E2E06342-3E6E-40D7-8C00-179E00C2556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tr-TR"/>
        </a:p>
      </dgm:t>
    </dgm:pt>
    <dgm:pt modelId="{4183982D-60DA-44DC-A336-2E5F9EF3C9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Chain</a:t>
          </a:r>
        </a:p>
      </dgm:t>
    </dgm:pt>
    <dgm:pt modelId="{AE941FB3-4623-41A5-98D8-AC865F486DEB}" type="parTrans" cxnId="{F4575D11-3E96-4B7E-8912-7F5E05A14CD5}">
      <dgm:prSet/>
      <dgm:spPr/>
      <dgm:t>
        <a:bodyPr/>
        <a:lstStyle/>
        <a:p>
          <a:endParaRPr lang="tr-TR"/>
        </a:p>
      </dgm:t>
    </dgm:pt>
    <dgm:pt modelId="{4BDEFC1A-2BE1-48E6-B2A4-5DCBEFEB127F}" type="sibTrans" cxnId="{F4575D11-3E96-4B7E-8912-7F5E05A14CD5}">
      <dgm:prSet/>
      <dgm:spPr/>
      <dgm:t>
        <a:bodyPr/>
        <a:lstStyle/>
        <a:p>
          <a:endParaRPr lang="tr-TR"/>
        </a:p>
      </dgm:t>
    </dgm:pt>
    <dgm:pt modelId="{83EE2D35-3B6E-4D03-B9FA-3D905589B28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sequence of blocks</a:t>
          </a:r>
        </a:p>
      </dgm:t>
    </dgm:pt>
    <dgm:pt modelId="{6157F93D-DB99-431F-90C9-4314118FB8F0}" type="parTrans" cxnId="{E5C0FAAD-93F1-41BC-8678-C7DAE24454E2}">
      <dgm:prSet/>
      <dgm:spPr/>
      <dgm:t>
        <a:bodyPr/>
        <a:lstStyle/>
        <a:p>
          <a:endParaRPr lang="tr-TR"/>
        </a:p>
      </dgm:t>
    </dgm:pt>
    <dgm:pt modelId="{4B594AA9-C834-4EE9-BF2D-349F6EBFC4BE}" type="sibTrans" cxnId="{E5C0FAAD-93F1-41BC-8678-C7DAE24454E2}">
      <dgm:prSet/>
      <dgm:spPr/>
      <dgm:t>
        <a:bodyPr/>
        <a:lstStyle/>
        <a:p>
          <a:endParaRPr lang="tr-TR"/>
        </a:p>
      </dgm:t>
    </dgm:pt>
    <dgm:pt modelId="{AB0F7B03-7357-4CA7-832D-74A349302BF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Going back all the way</a:t>
          </a:r>
        </a:p>
      </dgm:t>
    </dgm:pt>
    <dgm:pt modelId="{FCD5E902-F35E-49A7-8908-01671AE03B39}" type="parTrans" cxnId="{A61F062C-9A81-4C23-8329-8680633A9C07}">
      <dgm:prSet/>
      <dgm:spPr/>
      <dgm:t>
        <a:bodyPr/>
        <a:lstStyle/>
        <a:p>
          <a:endParaRPr lang="tr-TR"/>
        </a:p>
      </dgm:t>
    </dgm:pt>
    <dgm:pt modelId="{4E6A43A0-80BE-4173-B951-ABC6D2E4AED6}" type="sibTrans" cxnId="{A61F062C-9A81-4C23-8329-8680633A9C07}">
      <dgm:prSet/>
      <dgm:spPr/>
      <dgm:t>
        <a:bodyPr/>
        <a:lstStyle/>
        <a:p>
          <a:endParaRPr lang="tr-TR"/>
        </a:p>
      </dgm:t>
    </dgm:pt>
    <dgm:pt modelId="{B946DBEF-9580-4C33-86F5-77BC2B3619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Genesis Block</a:t>
          </a:r>
        </a:p>
      </dgm:t>
    </dgm:pt>
    <dgm:pt modelId="{E4121D77-C02B-4F41-BF6E-CDDFD8393F89}" type="parTrans" cxnId="{D456A1C1-4BE1-4FAE-B515-94D8B943C818}">
      <dgm:prSet/>
      <dgm:spPr/>
      <dgm:t>
        <a:bodyPr/>
        <a:lstStyle/>
        <a:p>
          <a:endParaRPr lang="tr-TR"/>
        </a:p>
      </dgm:t>
    </dgm:pt>
    <dgm:pt modelId="{A4535A73-C85E-4F34-8EA0-908491D2EC8D}" type="sibTrans" cxnId="{D456A1C1-4BE1-4FAE-B515-94D8B943C818}">
      <dgm:prSet/>
      <dgm:spPr/>
      <dgm:t>
        <a:bodyPr/>
        <a:lstStyle/>
        <a:p>
          <a:endParaRPr lang="tr-TR"/>
        </a:p>
      </dgm:t>
    </dgm:pt>
    <dgm:pt modelId="{67E4B977-1D6F-4AFE-B4C3-F22B7AAAAB3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first block ever created</a:t>
          </a:r>
        </a:p>
      </dgm:t>
    </dgm:pt>
    <dgm:pt modelId="{2C5D8FAD-BDD4-45CC-88D9-C904A54F6A42}" type="parTrans" cxnId="{37CD6712-9494-4DC6-8664-6366E4538BA5}">
      <dgm:prSet/>
      <dgm:spPr/>
      <dgm:t>
        <a:bodyPr/>
        <a:lstStyle/>
        <a:p>
          <a:endParaRPr lang="tr-TR"/>
        </a:p>
      </dgm:t>
    </dgm:pt>
    <dgm:pt modelId="{F5D9D765-7C91-4616-B10A-51C1E61CC191}" type="sibTrans" cxnId="{37CD6712-9494-4DC6-8664-6366E4538BA5}">
      <dgm:prSet/>
      <dgm:spPr/>
      <dgm:t>
        <a:bodyPr/>
        <a:lstStyle/>
        <a:p>
          <a:endParaRPr lang="tr-TR"/>
        </a:p>
      </dgm:t>
    </dgm:pt>
    <dgm:pt modelId="{71C2E8F7-2F92-49ED-AF86-1115A8D8E5ED}" type="pres">
      <dgm:prSet presAssocID="{E2E06342-3E6E-40D7-8C00-179E00C2556C}" presName="root" presStyleCnt="0">
        <dgm:presLayoutVars>
          <dgm:dir/>
          <dgm:resizeHandles val="exact"/>
        </dgm:presLayoutVars>
      </dgm:prSet>
      <dgm:spPr/>
    </dgm:pt>
    <dgm:pt modelId="{CC83F259-5A5C-4BC0-BB21-0FD7C6DBB8CE}" type="pres">
      <dgm:prSet presAssocID="{4183982D-60DA-44DC-A336-2E5F9EF3C9B6}" presName="compNode" presStyleCnt="0"/>
      <dgm:spPr/>
    </dgm:pt>
    <dgm:pt modelId="{CA6474C8-D487-468B-91BA-74D54A276E9F}" type="pres">
      <dgm:prSet presAssocID="{4183982D-60DA-44DC-A336-2E5F9EF3C9B6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nsfer"/>
        </a:ext>
      </dgm:extLst>
    </dgm:pt>
    <dgm:pt modelId="{F18C6752-5EC1-4444-B4D3-588552113780}" type="pres">
      <dgm:prSet presAssocID="{4183982D-60DA-44DC-A336-2E5F9EF3C9B6}" presName="iconSpace" presStyleCnt="0"/>
      <dgm:spPr/>
    </dgm:pt>
    <dgm:pt modelId="{B16D270F-B983-426A-B6F2-9486DD952406}" type="pres">
      <dgm:prSet presAssocID="{4183982D-60DA-44DC-A336-2E5F9EF3C9B6}" presName="parTx" presStyleLbl="revTx" presStyleIdx="0" presStyleCnt="4">
        <dgm:presLayoutVars>
          <dgm:chMax val="0"/>
          <dgm:chPref val="0"/>
        </dgm:presLayoutVars>
      </dgm:prSet>
      <dgm:spPr/>
    </dgm:pt>
    <dgm:pt modelId="{6565C893-6D3C-4E69-B6B5-7B01BA732595}" type="pres">
      <dgm:prSet presAssocID="{4183982D-60DA-44DC-A336-2E5F9EF3C9B6}" presName="txSpace" presStyleCnt="0"/>
      <dgm:spPr/>
    </dgm:pt>
    <dgm:pt modelId="{7097BB3B-40CC-41AF-B3CA-FC8B8B67347D}" type="pres">
      <dgm:prSet presAssocID="{4183982D-60DA-44DC-A336-2E5F9EF3C9B6}" presName="desTx" presStyleLbl="revTx" presStyleIdx="1" presStyleCnt="4">
        <dgm:presLayoutVars/>
      </dgm:prSet>
      <dgm:spPr/>
    </dgm:pt>
    <dgm:pt modelId="{D5514ED5-05AF-47D6-B915-58EB8FA1469B}" type="pres">
      <dgm:prSet presAssocID="{4BDEFC1A-2BE1-48E6-B2A4-5DCBEFEB127F}" presName="sibTrans" presStyleCnt="0"/>
      <dgm:spPr/>
    </dgm:pt>
    <dgm:pt modelId="{C555297B-10A5-46E3-9CF3-BBBA93A9198C}" type="pres">
      <dgm:prSet presAssocID="{B946DBEF-9580-4C33-86F5-77BC2B361981}" presName="compNode" presStyleCnt="0"/>
      <dgm:spPr/>
    </dgm:pt>
    <dgm:pt modelId="{4D2599DC-01E7-47FD-9E4A-99E2DE5EB5CA}" type="pres">
      <dgm:prSet presAssocID="{B946DBEF-9580-4C33-86F5-77BC2B36198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2CDCA5AF-A6AC-427B-AB4B-25DAA131F8F4}" type="pres">
      <dgm:prSet presAssocID="{B946DBEF-9580-4C33-86F5-77BC2B361981}" presName="iconSpace" presStyleCnt="0"/>
      <dgm:spPr/>
    </dgm:pt>
    <dgm:pt modelId="{B387F792-7FAD-49AB-B1DB-0892A368F496}" type="pres">
      <dgm:prSet presAssocID="{B946DBEF-9580-4C33-86F5-77BC2B361981}" presName="parTx" presStyleLbl="revTx" presStyleIdx="2" presStyleCnt="4">
        <dgm:presLayoutVars>
          <dgm:chMax val="0"/>
          <dgm:chPref val="0"/>
        </dgm:presLayoutVars>
      </dgm:prSet>
      <dgm:spPr/>
    </dgm:pt>
    <dgm:pt modelId="{9652D081-9072-4274-A936-891EC7C8D30D}" type="pres">
      <dgm:prSet presAssocID="{B946DBEF-9580-4C33-86F5-77BC2B361981}" presName="txSpace" presStyleCnt="0"/>
      <dgm:spPr/>
    </dgm:pt>
    <dgm:pt modelId="{DF1D34C9-F3EA-419C-944B-169D5B63B88B}" type="pres">
      <dgm:prSet presAssocID="{B946DBEF-9580-4C33-86F5-77BC2B361981}" presName="desTx" presStyleLbl="revTx" presStyleIdx="3" presStyleCnt="4">
        <dgm:presLayoutVars/>
      </dgm:prSet>
      <dgm:spPr/>
    </dgm:pt>
  </dgm:ptLst>
  <dgm:cxnLst>
    <dgm:cxn modelId="{FC2D9F0D-1E44-48A0-8A92-1D92B8ACE774}" type="presOf" srcId="{67E4B977-1D6F-4AFE-B4C3-F22B7AAAAB3F}" destId="{DF1D34C9-F3EA-419C-944B-169D5B63B88B}" srcOrd="0" destOrd="0" presId="urn:microsoft.com/office/officeart/2018/5/layout/CenteredIconLabelDescriptionList"/>
    <dgm:cxn modelId="{F4575D11-3E96-4B7E-8912-7F5E05A14CD5}" srcId="{E2E06342-3E6E-40D7-8C00-179E00C2556C}" destId="{4183982D-60DA-44DC-A336-2E5F9EF3C9B6}" srcOrd="0" destOrd="0" parTransId="{AE941FB3-4623-41A5-98D8-AC865F486DEB}" sibTransId="{4BDEFC1A-2BE1-48E6-B2A4-5DCBEFEB127F}"/>
    <dgm:cxn modelId="{37CD6712-9494-4DC6-8664-6366E4538BA5}" srcId="{B946DBEF-9580-4C33-86F5-77BC2B361981}" destId="{67E4B977-1D6F-4AFE-B4C3-F22B7AAAAB3F}" srcOrd="0" destOrd="0" parTransId="{2C5D8FAD-BDD4-45CC-88D9-C904A54F6A42}" sibTransId="{F5D9D765-7C91-4616-B10A-51C1E61CC191}"/>
    <dgm:cxn modelId="{A61F062C-9A81-4C23-8329-8680633A9C07}" srcId="{4183982D-60DA-44DC-A336-2E5F9EF3C9B6}" destId="{AB0F7B03-7357-4CA7-832D-74A349302BF7}" srcOrd="1" destOrd="0" parTransId="{FCD5E902-F35E-49A7-8908-01671AE03B39}" sibTransId="{4E6A43A0-80BE-4173-B951-ABC6D2E4AED6}"/>
    <dgm:cxn modelId="{31915146-9ECC-4C65-9881-47DAC7F286CB}" type="presOf" srcId="{AB0F7B03-7357-4CA7-832D-74A349302BF7}" destId="{7097BB3B-40CC-41AF-B3CA-FC8B8B67347D}" srcOrd="0" destOrd="1" presId="urn:microsoft.com/office/officeart/2018/5/layout/CenteredIconLabelDescriptionList"/>
    <dgm:cxn modelId="{C749429D-3511-4D5C-B899-6BBB4D349660}" type="presOf" srcId="{83EE2D35-3B6E-4D03-B9FA-3D905589B289}" destId="{7097BB3B-40CC-41AF-B3CA-FC8B8B67347D}" srcOrd="0" destOrd="0" presId="urn:microsoft.com/office/officeart/2018/5/layout/CenteredIconLabelDescriptionList"/>
    <dgm:cxn modelId="{E5C0FAAD-93F1-41BC-8678-C7DAE24454E2}" srcId="{4183982D-60DA-44DC-A336-2E5F9EF3C9B6}" destId="{83EE2D35-3B6E-4D03-B9FA-3D905589B289}" srcOrd="0" destOrd="0" parTransId="{6157F93D-DB99-431F-90C9-4314118FB8F0}" sibTransId="{4B594AA9-C834-4EE9-BF2D-349F6EBFC4BE}"/>
    <dgm:cxn modelId="{1079F7AF-07F2-431F-8206-707A266382FD}" type="presOf" srcId="{E2E06342-3E6E-40D7-8C00-179E00C2556C}" destId="{71C2E8F7-2F92-49ED-AF86-1115A8D8E5ED}" srcOrd="0" destOrd="0" presId="urn:microsoft.com/office/officeart/2018/5/layout/CenteredIconLabelDescriptionList"/>
    <dgm:cxn modelId="{B0B8C3C0-6E24-4B48-98BB-FB2F0FF0760A}" type="presOf" srcId="{4183982D-60DA-44DC-A336-2E5F9EF3C9B6}" destId="{B16D270F-B983-426A-B6F2-9486DD952406}" srcOrd="0" destOrd="0" presId="urn:microsoft.com/office/officeart/2018/5/layout/CenteredIconLabelDescriptionList"/>
    <dgm:cxn modelId="{D456A1C1-4BE1-4FAE-B515-94D8B943C818}" srcId="{E2E06342-3E6E-40D7-8C00-179E00C2556C}" destId="{B946DBEF-9580-4C33-86F5-77BC2B361981}" srcOrd="1" destOrd="0" parTransId="{E4121D77-C02B-4F41-BF6E-CDDFD8393F89}" sibTransId="{A4535A73-C85E-4F34-8EA0-908491D2EC8D}"/>
    <dgm:cxn modelId="{D2A7FADF-7EF4-4E24-9F01-B8CF9983A606}" type="presOf" srcId="{B946DBEF-9580-4C33-86F5-77BC2B361981}" destId="{B387F792-7FAD-49AB-B1DB-0892A368F496}" srcOrd="0" destOrd="0" presId="urn:microsoft.com/office/officeart/2018/5/layout/CenteredIconLabelDescriptionList"/>
    <dgm:cxn modelId="{F7A70BDF-F2C9-432B-942F-867125D30B51}" type="presParOf" srcId="{71C2E8F7-2F92-49ED-AF86-1115A8D8E5ED}" destId="{CC83F259-5A5C-4BC0-BB21-0FD7C6DBB8CE}" srcOrd="0" destOrd="0" presId="urn:microsoft.com/office/officeart/2018/5/layout/CenteredIconLabelDescriptionList"/>
    <dgm:cxn modelId="{8E655135-B5DF-4570-8300-FDE065A69220}" type="presParOf" srcId="{CC83F259-5A5C-4BC0-BB21-0FD7C6DBB8CE}" destId="{CA6474C8-D487-468B-91BA-74D54A276E9F}" srcOrd="0" destOrd="0" presId="urn:microsoft.com/office/officeart/2018/5/layout/CenteredIconLabelDescriptionList"/>
    <dgm:cxn modelId="{0FC2B9D1-E7EA-4830-A7FA-C0440B9739E5}" type="presParOf" srcId="{CC83F259-5A5C-4BC0-BB21-0FD7C6DBB8CE}" destId="{F18C6752-5EC1-4444-B4D3-588552113780}" srcOrd="1" destOrd="0" presId="urn:microsoft.com/office/officeart/2018/5/layout/CenteredIconLabelDescriptionList"/>
    <dgm:cxn modelId="{4318E8EF-515B-43D7-A09B-1098FCB37A91}" type="presParOf" srcId="{CC83F259-5A5C-4BC0-BB21-0FD7C6DBB8CE}" destId="{B16D270F-B983-426A-B6F2-9486DD952406}" srcOrd="2" destOrd="0" presId="urn:microsoft.com/office/officeart/2018/5/layout/CenteredIconLabelDescriptionList"/>
    <dgm:cxn modelId="{073750CE-570E-45C5-9E15-D0CACEFF2CDD}" type="presParOf" srcId="{CC83F259-5A5C-4BC0-BB21-0FD7C6DBB8CE}" destId="{6565C893-6D3C-4E69-B6B5-7B01BA732595}" srcOrd="3" destOrd="0" presId="urn:microsoft.com/office/officeart/2018/5/layout/CenteredIconLabelDescriptionList"/>
    <dgm:cxn modelId="{69303990-A71E-4DD9-9C4F-96F1D33742D4}" type="presParOf" srcId="{CC83F259-5A5C-4BC0-BB21-0FD7C6DBB8CE}" destId="{7097BB3B-40CC-41AF-B3CA-FC8B8B67347D}" srcOrd="4" destOrd="0" presId="urn:microsoft.com/office/officeart/2018/5/layout/CenteredIconLabelDescriptionList"/>
    <dgm:cxn modelId="{F6DFBCE2-6B7A-4037-B008-4C30E50A2D8C}" type="presParOf" srcId="{71C2E8F7-2F92-49ED-AF86-1115A8D8E5ED}" destId="{D5514ED5-05AF-47D6-B915-58EB8FA1469B}" srcOrd="1" destOrd="0" presId="urn:microsoft.com/office/officeart/2018/5/layout/CenteredIconLabelDescriptionList"/>
    <dgm:cxn modelId="{8AC9F25E-5B90-41BB-986F-AB3C67F55A1A}" type="presParOf" srcId="{71C2E8F7-2F92-49ED-AF86-1115A8D8E5ED}" destId="{C555297B-10A5-46E3-9CF3-BBBA93A9198C}" srcOrd="2" destOrd="0" presId="urn:microsoft.com/office/officeart/2018/5/layout/CenteredIconLabelDescriptionList"/>
    <dgm:cxn modelId="{D272F16E-5264-4CC4-A2A9-A003489587A5}" type="presParOf" srcId="{C555297B-10A5-46E3-9CF3-BBBA93A9198C}" destId="{4D2599DC-01E7-47FD-9E4A-99E2DE5EB5CA}" srcOrd="0" destOrd="0" presId="urn:microsoft.com/office/officeart/2018/5/layout/CenteredIconLabelDescriptionList"/>
    <dgm:cxn modelId="{59E0906E-7D31-4233-A007-9083EA3EAE37}" type="presParOf" srcId="{C555297B-10A5-46E3-9CF3-BBBA93A9198C}" destId="{2CDCA5AF-A6AC-427B-AB4B-25DAA131F8F4}" srcOrd="1" destOrd="0" presId="urn:microsoft.com/office/officeart/2018/5/layout/CenteredIconLabelDescriptionList"/>
    <dgm:cxn modelId="{4760E9C1-D94E-4FF9-919E-B94C0787E78C}" type="presParOf" srcId="{C555297B-10A5-46E3-9CF3-BBBA93A9198C}" destId="{B387F792-7FAD-49AB-B1DB-0892A368F496}" srcOrd="2" destOrd="0" presId="urn:microsoft.com/office/officeart/2018/5/layout/CenteredIconLabelDescriptionList"/>
    <dgm:cxn modelId="{2FFD6763-43B3-42EA-84BE-4DA17B20D066}" type="presParOf" srcId="{C555297B-10A5-46E3-9CF3-BBBA93A9198C}" destId="{9652D081-9072-4274-A936-891EC7C8D30D}" srcOrd="3" destOrd="0" presId="urn:microsoft.com/office/officeart/2018/5/layout/CenteredIconLabelDescriptionList"/>
    <dgm:cxn modelId="{0B15C9F9-EB2D-4462-966B-64D9E8F0050F}" type="presParOf" srcId="{C555297B-10A5-46E3-9CF3-BBBA93A9198C}" destId="{DF1D34C9-F3EA-419C-944B-169D5B63B88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F4B7C990-A261-43A1-AB50-86C5967E562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28B88B79-51B3-4F1A-BF2B-FD494DC0F9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Fork</a:t>
          </a:r>
          <a:endParaRPr lang="en-US"/>
        </a:p>
      </dgm:t>
    </dgm:pt>
    <dgm:pt modelId="{12C4EA99-E5D7-44BD-8084-2CB3DA68501F}" type="parTrans" cxnId="{583DF09E-2223-4B77-9E83-26521EB821DF}">
      <dgm:prSet/>
      <dgm:spPr/>
      <dgm:t>
        <a:bodyPr/>
        <a:lstStyle/>
        <a:p>
          <a:endParaRPr lang="en-US"/>
        </a:p>
      </dgm:t>
    </dgm:pt>
    <dgm:pt modelId="{75ADC2E7-97E4-4F57-A5DE-6E489815E3BD}" type="sibTrans" cxnId="{583DF09E-2223-4B77-9E83-26521EB821DF}">
      <dgm:prSet/>
      <dgm:spPr/>
      <dgm:t>
        <a:bodyPr/>
        <a:lstStyle/>
        <a:p>
          <a:endParaRPr lang="en-US"/>
        </a:p>
      </dgm:t>
    </dgm:pt>
    <dgm:pt modelId="{F9537F8B-382A-46C0-93FB-307EB3A3B6B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temporary situation</a:t>
          </a:r>
          <a:endParaRPr lang="en-US"/>
        </a:p>
      </dgm:t>
    </dgm:pt>
    <dgm:pt modelId="{77BC0BEC-A096-45C2-B423-62EFAE6584F3}" type="parTrans" cxnId="{3ACFF64A-0EC8-4611-923A-678562814988}">
      <dgm:prSet/>
      <dgm:spPr/>
      <dgm:t>
        <a:bodyPr/>
        <a:lstStyle/>
        <a:p>
          <a:endParaRPr lang="en-US"/>
        </a:p>
      </dgm:t>
    </dgm:pt>
    <dgm:pt modelId="{D8BBB3EC-6F4E-4308-8463-CB96EF455535}" type="sibTrans" cxnId="{3ACFF64A-0EC8-4611-923A-678562814988}">
      <dgm:prSet/>
      <dgm:spPr/>
      <dgm:t>
        <a:bodyPr/>
        <a:lstStyle/>
        <a:p>
          <a:endParaRPr lang="en-US"/>
        </a:p>
      </dgm:t>
    </dgm:pt>
    <dgm:pt modelId="{00DFDEBD-DCF6-40BA-9146-70353FE531D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Multiple children</a:t>
          </a:r>
          <a:endParaRPr lang="en-US" dirty="0"/>
        </a:p>
      </dgm:t>
    </dgm:pt>
    <dgm:pt modelId="{E9AD25FF-67EB-42F8-BFD7-8200E1807C5B}" type="parTrans" cxnId="{B2F64970-3997-49FF-B702-325B4907C630}">
      <dgm:prSet/>
      <dgm:spPr/>
      <dgm:t>
        <a:bodyPr/>
        <a:lstStyle/>
        <a:p>
          <a:endParaRPr lang="tr-TR"/>
        </a:p>
      </dgm:t>
    </dgm:pt>
    <dgm:pt modelId="{FF2399D8-98F4-4CE2-B08D-ECE1611FBA4C}" type="sibTrans" cxnId="{B2F64970-3997-49FF-B702-325B4907C630}">
      <dgm:prSet/>
      <dgm:spPr/>
      <dgm:t>
        <a:bodyPr/>
        <a:lstStyle/>
        <a:p>
          <a:endParaRPr lang="tr-TR"/>
        </a:p>
      </dgm:t>
    </dgm:pt>
    <dgm:pt modelId="{A454A790-E0FE-4227-8FB3-CD8EAD31E72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references to the same parent</a:t>
          </a:r>
          <a:endParaRPr lang="en-US" dirty="0"/>
        </a:p>
      </dgm:t>
    </dgm:pt>
    <dgm:pt modelId="{6FD9191F-E85D-4E46-AF2D-F59467AC3D6A}" type="parTrans" cxnId="{0EF3ADA8-2FC5-4476-B3DB-998FC24BCAF7}">
      <dgm:prSet/>
      <dgm:spPr/>
      <dgm:t>
        <a:bodyPr/>
        <a:lstStyle/>
        <a:p>
          <a:endParaRPr lang="tr-TR"/>
        </a:p>
      </dgm:t>
    </dgm:pt>
    <dgm:pt modelId="{EBE5C23A-2C93-49A9-93D7-AE2FAF8EE0F5}" type="sibTrans" cxnId="{0EF3ADA8-2FC5-4476-B3DB-998FC24BCAF7}">
      <dgm:prSet/>
      <dgm:spPr/>
      <dgm:t>
        <a:bodyPr/>
        <a:lstStyle/>
        <a:p>
          <a:endParaRPr lang="tr-TR"/>
        </a:p>
      </dgm:t>
    </dgm:pt>
    <dgm:pt modelId="{275620AC-460E-4DEE-95D4-F95A422D33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Reason</a:t>
          </a:r>
          <a:endParaRPr lang="en-US" dirty="0"/>
        </a:p>
      </dgm:t>
    </dgm:pt>
    <dgm:pt modelId="{71CD325B-F4AD-4CB2-B34F-E912E4AB0140}" type="parTrans" cxnId="{FB655844-2930-496A-9AA7-EEB33E9B58CC}">
      <dgm:prSet/>
      <dgm:spPr/>
      <dgm:t>
        <a:bodyPr/>
        <a:lstStyle/>
        <a:p>
          <a:endParaRPr lang="tr-TR"/>
        </a:p>
      </dgm:t>
    </dgm:pt>
    <dgm:pt modelId="{0EF5945F-7281-433E-8A1C-65FA1A2D2E93}" type="sibTrans" cxnId="{FB655844-2930-496A-9AA7-EEB33E9B58CC}">
      <dgm:prSet/>
      <dgm:spPr/>
      <dgm:t>
        <a:bodyPr/>
        <a:lstStyle/>
        <a:p>
          <a:endParaRPr lang="tr-TR"/>
        </a:p>
      </dgm:t>
    </dgm:pt>
    <dgm:pt modelId="{2104378C-C00C-4C2A-A8E4-D1DA6C4A6AC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miners discover</a:t>
          </a:r>
          <a:endParaRPr lang="en-US" dirty="0"/>
        </a:p>
      </dgm:t>
    </dgm:pt>
    <dgm:pt modelId="{3F176AFC-CC62-4231-A144-F542369F020B}" type="parTrans" cxnId="{B45BCEAD-BCB7-4C69-BE13-8CFF85DADA75}">
      <dgm:prSet/>
      <dgm:spPr/>
      <dgm:t>
        <a:bodyPr/>
        <a:lstStyle/>
        <a:p>
          <a:endParaRPr lang="tr-TR"/>
        </a:p>
      </dgm:t>
    </dgm:pt>
    <dgm:pt modelId="{1CAE835F-9CB2-4C9F-B9A0-C0BF35BB8B01}" type="sibTrans" cxnId="{B45BCEAD-BCB7-4C69-BE13-8CFF85DADA75}">
      <dgm:prSet/>
      <dgm:spPr/>
      <dgm:t>
        <a:bodyPr/>
        <a:lstStyle/>
        <a:p>
          <a:endParaRPr lang="tr-TR"/>
        </a:p>
      </dgm:t>
    </dgm:pt>
    <dgm:pt modelId="{0474861F-5427-47E5-8A47-E2273FF959D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different blocks</a:t>
          </a:r>
          <a:endParaRPr lang="en-US" dirty="0"/>
        </a:p>
      </dgm:t>
    </dgm:pt>
    <dgm:pt modelId="{455B78DB-1261-495C-AA09-5A024C0D8F4D}" type="parTrans" cxnId="{91C5DF1C-36F3-46DC-8689-714B43334A3B}">
      <dgm:prSet/>
      <dgm:spPr/>
      <dgm:t>
        <a:bodyPr/>
        <a:lstStyle/>
        <a:p>
          <a:endParaRPr lang="tr-TR"/>
        </a:p>
      </dgm:t>
    </dgm:pt>
    <dgm:pt modelId="{DB32F451-D3D7-467D-9143-B1A4B2B4C70C}" type="sibTrans" cxnId="{91C5DF1C-36F3-46DC-8689-714B43334A3B}">
      <dgm:prSet/>
      <dgm:spPr/>
      <dgm:t>
        <a:bodyPr/>
        <a:lstStyle/>
        <a:p>
          <a:endParaRPr lang="tr-TR"/>
        </a:p>
      </dgm:t>
    </dgm:pt>
    <dgm:pt modelId="{59D9E201-00D6-486B-B723-DCB7B08222F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simultanously</a:t>
          </a:r>
          <a:endParaRPr lang="tr-TR"/>
        </a:p>
      </dgm:t>
    </dgm:pt>
    <dgm:pt modelId="{27FDC42B-AC8C-4F06-A38D-E0D574A6D4E5}" type="parTrans" cxnId="{D92C618E-DE81-40AE-9436-E0684CBEFAE8}">
      <dgm:prSet/>
      <dgm:spPr/>
      <dgm:t>
        <a:bodyPr/>
        <a:lstStyle/>
        <a:p>
          <a:endParaRPr lang="tr-TR"/>
        </a:p>
      </dgm:t>
    </dgm:pt>
    <dgm:pt modelId="{02A624F6-CF86-471A-BC90-97FE1F9E3AF1}" type="sibTrans" cxnId="{D92C618E-DE81-40AE-9436-E0684CBEFAE8}">
      <dgm:prSet/>
      <dgm:spPr/>
      <dgm:t>
        <a:bodyPr/>
        <a:lstStyle/>
        <a:p>
          <a:endParaRPr lang="tr-TR"/>
        </a:p>
      </dgm:t>
    </dgm:pt>
    <dgm:pt modelId="{0A721E85-23F0-44C5-B1FE-795D6461CE29}" type="pres">
      <dgm:prSet presAssocID="{F4B7C990-A261-43A1-AB50-86C5967E5627}" presName="root" presStyleCnt="0">
        <dgm:presLayoutVars>
          <dgm:dir/>
          <dgm:resizeHandles val="exact"/>
        </dgm:presLayoutVars>
      </dgm:prSet>
      <dgm:spPr/>
    </dgm:pt>
    <dgm:pt modelId="{12F376DE-27C7-43C7-B958-8BB87A836C70}" type="pres">
      <dgm:prSet presAssocID="{28B88B79-51B3-4F1A-BF2B-FD494DC0F930}" presName="compNode" presStyleCnt="0"/>
      <dgm:spPr/>
    </dgm:pt>
    <dgm:pt modelId="{9B6431D2-B96E-447E-9D93-5160C5494C23}" type="pres">
      <dgm:prSet presAssocID="{28B88B79-51B3-4F1A-BF2B-FD494DC0F930}" presName="iconRect" presStyleLbl="node1" presStyleIdx="0" presStyleCnt="3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sion chart"/>
        </a:ext>
      </dgm:extLst>
    </dgm:pt>
    <dgm:pt modelId="{D69D691B-E32A-41BD-86FE-EA6F05C96346}" type="pres">
      <dgm:prSet presAssocID="{28B88B79-51B3-4F1A-BF2B-FD494DC0F930}" presName="iconSpace" presStyleCnt="0"/>
      <dgm:spPr/>
    </dgm:pt>
    <dgm:pt modelId="{B802F7C3-4045-4E8E-82C3-688CACE3626B}" type="pres">
      <dgm:prSet presAssocID="{28B88B79-51B3-4F1A-BF2B-FD494DC0F930}" presName="parTx" presStyleLbl="revTx" presStyleIdx="0" presStyleCnt="6">
        <dgm:presLayoutVars>
          <dgm:chMax val="0"/>
          <dgm:chPref val="0"/>
        </dgm:presLayoutVars>
      </dgm:prSet>
      <dgm:spPr/>
    </dgm:pt>
    <dgm:pt modelId="{8798F692-EB21-4076-8EA2-DB1332B4A83B}" type="pres">
      <dgm:prSet presAssocID="{28B88B79-51B3-4F1A-BF2B-FD494DC0F930}" presName="txSpace" presStyleCnt="0"/>
      <dgm:spPr/>
    </dgm:pt>
    <dgm:pt modelId="{ED977249-9DE4-4A92-94C1-0C207621BDB4}" type="pres">
      <dgm:prSet presAssocID="{28B88B79-51B3-4F1A-BF2B-FD494DC0F930}" presName="desTx" presStyleLbl="revTx" presStyleIdx="1" presStyleCnt="6">
        <dgm:presLayoutVars/>
      </dgm:prSet>
      <dgm:spPr/>
    </dgm:pt>
    <dgm:pt modelId="{42556BFF-429F-4C1C-80BF-91F8C0FAA4D3}" type="pres">
      <dgm:prSet presAssocID="{75ADC2E7-97E4-4F57-A5DE-6E489815E3BD}" presName="sibTrans" presStyleCnt="0"/>
      <dgm:spPr/>
    </dgm:pt>
    <dgm:pt modelId="{8FACDFBB-A652-497F-B4E8-0351884C578D}" type="pres">
      <dgm:prSet presAssocID="{00DFDEBD-DCF6-40BA-9146-70353FE531D0}" presName="compNode" presStyleCnt="0"/>
      <dgm:spPr/>
    </dgm:pt>
    <dgm:pt modelId="{82223559-81D3-44E4-8EBA-83E9CCF739D8}" type="pres">
      <dgm:prSet presAssocID="{00DFDEBD-DCF6-40BA-9146-70353FE531D0}" presName="iconRect" presStyleLbl="node1" presStyleIdx="1" presStyleCnt="3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BE6D01AA-BA1A-428E-BF6F-B8259FD46DBE}" type="pres">
      <dgm:prSet presAssocID="{00DFDEBD-DCF6-40BA-9146-70353FE531D0}" presName="iconSpace" presStyleCnt="0"/>
      <dgm:spPr/>
    </dgm:pt>
    <dgm:pt modelId="{43D2C1F0-0FEF-48EE-BD6B-F81A9EE4345B}" type="pres">
      <dgm:prSet presAssocID="{00DFDEBD-DCF6-40BA-9146-70353FE531D0}" presName="parTx" presStyleLbl="revTx" presStyleIdx="2" presStyleCnt="6">
        <dgm:presLayoutVars>
          <dgm:chMax val="0"/>
          <dgm:chPref val="0"/>
        </dgm:presLayoutVars>
      </dgm:prSet>
      <dgm:spPr/>
    </dgm:pt>
    <dgm:pt modelId="{18C1D120-4A25-4897-8DAD-BF9088B01862}" type="pres">
      <dgm:prSet presAssocID="{00DFDEBD-DCF6-40BA-9146-70353FE531D0}" presName="txSpace" presStyleCnt="0"/>
      <dgm:spPr/>
    </dgm:pt>
    <dgm:pt modelId="{546C9B78-1B7D-4D5B-80C5-D9A0B4197984}" type="pres">
      <dgm:prSet presAssocID="{00DFDEBD-DCF6-40BA-9146-70353FE531D0}" presName="desTx" presStyleLbl="revTx" presStyleIdx="3" presStyleCnt="6">
        <dgm:presLayoutVars/>
      </dgm:prSet>
      <dgm:spPr/>
    </dgm:pt>
    <dgm:pt modelId="{3EB0C2D8-990A-4BD4-86A5-718D106FA561}" type="pres">
      <dgm:prSet presAssocID="{FF2399D8-98F4-4CE2-B08D-ECE1611FBA4C}" presName="sibTrans" presStyleCnt="0"/>
      <dgm:spPr/>
    </dgm:pt>
    <dgm:pt modelId="{16B3250E-A5B0-40C6-8932-8BE478D1054F}" type="pres">
      <dgm:prSet presAssocID="{275620AC-460E-4DEE-95D4-F95A422D33B6}" presName="compNode" presStyleCnt="0"/>
      <dgm:spPr/>
    </dgm:pt>
    <dgm:pt modelId="{F60D7AF2-03D3-4DB9-A452-D7712D232674}" type="pres">
      <dgm:prSet presAssocID="{275620AC-460E-4DEE-95D4-F95A422D33B6}" presName="iconRect" presStyleLbl="node1" presStyleIdx="2" presStyleCnt="3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2955B2F6-0E7F-4708-9D6F-A00A1AAF3943}" type="pres">
      <dgm:prSet presAssocID="{275620AC-460E-4DEE-95D4-F95A422D33B6}" presName="iconSpace" presStyleCnt="0"/>
      <dgm:spPr/>
    </dgm:pt>
    <dgm:pt modelId="{E6DB6CC1-FB24-47EC-BB70-B3B4FA1F21E0}" type="pres">
      <dgm:prSet presAssocID="{275620AC-460E-4DEE-95D4-F95A422D33B6}" presName="parTx" presStyleLbl="revTx" presStyleIdx="4" presStyleCnt="6">
        <dgm:presLayoutVars>
          <dgm:chMax val="0"/>
          <dgm:chPref val="0"/>
        </dgm:presLayoutVars>
      </dgm:prSet>
      <dgm:spPr/>
    </dgm:pt>
    <dgm:pt modelId="{C748667E-E270-4436-99D6-612902A41DFB}" type="pres">
      <dgm:prSet presAssocID="{275620AC-460E-4DEE-95D4-F95A422D33B6}" presName="txSpace" presStyleCnt="0"/>
      <dgm:spPr/>
    </dgm:pt>
    <dgm:pt modelId="{DB174F9F-5F82-4C2C-921A-D7A686E9D097}" type="pres">
      <dgm:prSet presAssocID="{275620AC-460E-4DEE-95D4-F95A422D33B6}" presName="desTx" presStyleLbl="revTx" presStyleIdx="5" presStyleCnt="6">
        <dgm:presLayoutVars/>
      </dgm:prSet>
      <dgm:spPr/>
    </dgm:pt>
  </dgm:ptLst>
  <dgm:cxnLst>
    <dgm:cxn modelId="{724CA716-F6AC-48CD-B01E-1283B6640548}" type="presOf" srcId="{00DFDEBD-DCF6-40BA-9146-70353FE531D0}" destId="{43D2C1F0-0FEF-48EE-BD6B-F81A9EE4345B}" srcOrd="0" destOrd="0" presId="urn:microsoft.com/office/officeart/2018/5/layout/CenteredIconLabelDescriptionList"/>
    <dgm:cxn modelId="{91C5DF1C-36F3-46DC-8689-714B43334A3B}" srcId="{275620AC-460E-4DEE-95D4-F95A422D33B6}" destId="{0474861F-5427-47E5-8A47-E2273FF959DB}" srcOrd="1" destOrd="0" parTransId="{455B78DB-1261-495C-AA09-5A024C0D8F4D}" sibTransId="{DB32F451-D3D7-467D-9143-B1A4B2B4C70C}"/>
    <dgm:cxn modelId="{C68BEC2F-31D0-4D24-983D-8547DDE01769}" type="presOf" srcId="{275620AC-460E-4DEE-95D4-F95A422D33B6}" destId="{E6DB6CC1-FB24-47EC-BB70-B3B4FA1F21E0}" srcOrd="0" destOrd="0" presId="urn:microsoft.com/office/officeart/2018/5/layout/CenteredIconLabelDescriptionList"/>
    <dgm:cxn modelId="{FB655844-2930-496A-9AA7-EEB33E9B58CC}" srcId="{F4B7C990-A261-43A1-AB50-86C5967E5627}" destId="{275620AC-460E-4DEE-95D4-F95A422D33B6}" srcOrd="2" destOrd="0" parTransId="{71CD325B-F4AD-4CB2-B34F-E912E4AB0140}" sibTransId="{0EF5945F-7281-433E-8A1C-65FA1A2D2E93}"/>
    <dgm:cxn modelId="{3ACFF64A-0EC8-4611-923A-678562814988}" srcId="{28B88B79-51B3-4F1A-BF2B-FD494DC0F930}" destId="{F9537F8B-382A-46C0-93FB-307EB3A3B6BD}" srcOrd="0" destOrd="0" parTransId="{77BC0BEC-A096-45C2-B423-62EFAE6584F3}" sibTransId="{D8BBB3EC-6F4E-4308-8463-CB96EF455535}"/>
    <dgm:cxn modelId="{83947B6E-2A63-42BC-A665-D4217F34D932}" type="presOf" srcId="{F4B7C990-A261-43A1-AB50-86C5967E5627}" destId="{0A721E85-23F0-44C5-B1FE-795D6461CE29}" srcOrd="0" destOrd="0" presId="urn:microsoft.com/office/officeart/2018/5/layout/CenteredIconLabelDescriptionList"/>
    <dgm:cxn modelId="{B2F64970-3997-49FF-B702-325B4907C630}" srcId="{F4B7C990-A261-43A1-AB50-86C5967E5627}" destId="{00DFDEBD-DCF6-40BA-9146-70353FE531D0}" srcOrd="1" destOrd="0" parTransId="{E9AD25FF-67EB-42F8-BFD7-8200E1807C5B}" sibTransId="{FF2399D8-98F4-4CE2-B08D-ECE1611FBA4C}"/>
    <dgm:cxn modelId="{D07E6052-EB8F-461A-9BB9-BAB1EA2D4505}" type="presOf" srcId="{F9537F8B-382A-46C0-93FB-307EB3A3B6BD}" destId="{ED977249-9DE4-4A92-94C1-0C207621BDB4}" srcOrd="0" destOrd="0" presId="urn:microsoft.com/office/officeart/2018/5/layout/CenteredIconLabelDescriptionList"/>
    <dgm:cxn modelId="{D92C618E-DE81-40AE-9436-E0684CBEFAE8}" srcId="{275620AC-460E-4DEE-95D4-F95A422D33B6}" destId="{59D9E201-00D6-486B-B723-DCB7B08222F1}" srcOrd="2" destOrd="0" parTransId="{27FDC42B-AC8C-4F06-A38D-E0D574A6D4E5}" sibTransId="{02A624F6-CF86-471A-BC90-97FE1F9E3AF1}"/>
    <dgm:cxn modelId="{9D16558F-876F-40D1-BB15-BE46120FCAB1}" type="presOf" srcId="{A454A790-E0FE-4227-8FB3-CD8EAD31E72A}" destId="{546C9B78-1B7D-4D5B-80C5-D9A0B4197984}" srcOrd="0" destOrd="0" presId="urn:microsoft.com/office/officeart/2018/5/layout/CenteredIconLabelDescriptionList"/>
    <dgm:cxn modelId="{9D721295-B3D3-47F9-B0CC-741218FF791D}" type="presOf" srcId="{59D9E201-00D6-486B-B723-DCB7B08222F1}" destId="{DB174F9F-5F82-4C2C-921A-D7A686E9D097}" srcOrd="0" destOrd="2" presId="urn:microsoft.com/office/officeart/2018/5/layout/CenteredIconLabelDescriptionList"/>
    <dgm:cxn modelId="{583DF09E-2223-4B77-9E83-26521EB821DF}" srcId="{F4B7C990-A261-43A1-AB50-86C5967E5627}" destId="{28B88B79-51B3-4F1A-BF2B-FD494DC0F930}" srcOrd="0" destOrd="0" parTransId="{12C4EA99-E5D7-44BD-8084-2CB3DA68501F}" sibTransId="{75ADC2E7-97E4-4F57-A5DE-6E489815E3BD}"/>
    <dgm:cxn modelId="{0EF3ADA8-2FC5-4476-B3DB-998FC24BCAF7}" srcId="{00DFDEBD-DCF6-40BA-9146-70353FE531D0}" destId="{A454A790-E0FE-4227-8FB3-CD8EAD31E72A}" srcOrd="0" destOrd="0" parTransId="{6FD9191F-E85D-4E46-AF2D-F59467AC3D6A}" sibTransId="{EBE5C23A-2C93-49A9-93D7-AE2FAF8EE0F5}"/>
    <dgm:cxn modelId="{9CF2B5A8-5C1F-4EE0-99EB-1254513C1B7F}" type="presOf" srcId="{0474861F-5427-47E5-8A47-E2273FF959DB}" destId="{DB174F9F-5F82-4C2C-921A-D7A686E9D097}" srcOrd="0" destOrd="1" presId="urn:microsoft.com/office/officeart/2018/5/layout/CenteredIconLabelDescriptionList"/>
    <dgm:cxn modelId="{32B5BDAC-96CD-4896-8375-E077E6506681}" type="presOf" srcId="{2104378C-C00C-4C2A-A8E4-D1DA6C4A6AC0}" destId="{DB174F9F-5F82-4C2C-921A-D7A686E9D097}" srcOrd="0" destOrd="0" presId="urn:microsoft.com/office/officeart/2018/5/layout/CenteredIconLabelDescriptionList"/>
    <dgm:cxn modelId="{B45BCEAD-BCB7-4C69-BE13-8CFF85DADA75}" srcId="{275620AC-460E-4DEE-95D4-F95A422D33B6}" destId="{2104378C-C00C-4C2A-A8E4-D1DA6C4A6AC0}" srcOrd="0" destOrd="0" parTransId="{3F176AFC-CC62-4231-A144-F542369F020B}" sibTransId="{1CAE835F-9CB2-4C9F-B9A0-C0BF35BB8B01}"/>
    <dgm:cxn modelId="{28E83CFF-AFB0-4702-83E4-1FC2BDB76D8E}" type="presOf" srcId="{28B88B79-51B3-4F1A-BF2B-FD494DC0F930}" destId="{B802F7C3-4045-4E8E-82C3-688CACE3626B}" srcOrd="0" destOrd="0" presId="urn:microsoft.com/office/officeart/2018/5/layout/CenteredIconLabelDescriptionList"/>
    <dgm:cxn modelId="{4E500C13-AFEC-4039-8463-4E5998E84F22}" type="presParOf" srcId="{0A721E85-23F0-44C5-B1FE-795D6461CE29}" destId="{12F376DE-27C7-43C7-B958-8BB87A836C70}" srcOrd="0" destOrd="0" presId="urn:microsoft.com/office/officeart/2018/5/layout/CenteredIconLabelDescriptionList"/>
    <dgm:cxn modelId="{F5339AF2-55A7-4DB1-A8F9-9548DAF54DDA}" type="presParOf" srcId="{12F376DE-27C7-43C7-B958-8BB87A836C70}" destId="{9B6431D2-B96E-447E-9D93-5160C5494C23}" srcOrd="0" destOrd="0" presId="urn:microsoft.com/office/officeart/2018/5/layout/CenteredIconLabelDescriptionList"/>
    <dgm:cxn modelId="{F2ED5039-136E-4721-929C-D2BC2E944292}" type="presParOf" srcId="{12F376DE-27C7-43C7-B958-8BB87A836C70}" destId="{D69D691B-E32A-41BD-86FE-EA6F05C96346}" srcOrd="1" destOrd="0" presId="urn:microsoft.com/office/officeart/2018/5/layout/CenteredIconLabelDescriptionList"/>
    <dgm:cxn modelId="{38666464-A519-44B6-A8D2-9D3A255B4D10}" type="presParOf" srcId="{12F376DE-27C7-43C7-B958-8BB87A836C70}" destId="{B802F7C3-4045-4E8E-82C3-688CACE3626B}" srcOrd="2" destOrd="0" presId="urn:microsoft.com/office/officeart/2018/5/layout/CenteredIconLabelDescriptionList"/>
    <dgm:cxn modelId="{439B1139-5943-4A8A-B2B6-30D582DBADE3}" type="presParOf" srcId="{12F376DE-27C7-43C7-B958-8BB87A836C70}" destId="{8798F692-EB21-4076-8EA2-DB1332B4A83B}" srcOrd="3" destOrd="0" presId="urn:microsoft.com/office/officeart/2018/5/layout/CenteredIconLabelDescriptionList"/>
    <dgm:cxn modelId="{8CC6D8F6-A7C0-4C5F-8D78-5EA4003193B5}" type="presParOf" srcId="{12F376DE-27C7-43C7-B958-8BB87A836C70}" destId="{ED977249-9DE4-4A92-94C1-0C207621BDB4}" srcOrd="4" destOrd="0" presId="urn:microsoft.com/office/officeart/2018/5/layout/CenteredIconLabelDescriptionList"/>
    <dgm:cxn modelId="{2FD874D5-A490-42F9-8910-E2D44C345BEB}" type="presParOf" srcId="{0A721E85-23F0-44C5-B1FE-795D6461CE29}" destId="{42556BFF-429F-4C1C-80BF-91F8C0FAA4D3}" srcOrd="1" destOrd="0" presId="urn:microsoft.com/office/officeart/2018/5/layout/CenteredIconLabelDescriptionList"/>
    <dgm:cxn modelId="{B1E241AD-B92E-4FF1-BCAB-DAFEBEF138BD}" type="presParOf" srcId="{0A721E85-23F0-44C5-B1FE-795D6461CE29}" destId="{8FACDFBB-A652-497F-B4E8-0351884C578D}" srcOrd="2" destOrd="0" presId="urn:microsoft.com/office/officeart/2018/5/layout/CenteredIconLabelDescriptionList"/>
    <dgm:cxn modelId="{601D1AF8-7CC0-4861-9A90-95FC51A48E3E}" type="presParOf" srcId="{8FACDFBB-A652-497F-B4E8-0351884C578D}" destId="{82223559-81D3-44E4-8EBA-83E9CCF739D8}" srcOrd="0" destOrd="0" presId="urn:microsoft.com/office/officeart/2018/5/layout/CenteredIconLabelDescriptionList"/>
    <dgm:cxn modelId="{BE95123B-EA1A-4B8F-A8F4-EA0877570C6F}" type="presParOf" srcId="{8FACDFBB-A652-497F-B4E8-0351884C578D}" destId="{BE6D01AA-BA1A-428E-BF6F-B8259FD46DBE}" srcOrd="1" destOrd="0" presId="urn:microsoft.com/office/officeart/2018/5/layout/CenteredIconLabelDescriptionList"/>
    <dgm:cxn modelId="{98D9F9FA-3E1A-4759-8542-EEBDAA1088AF}" type="presParOf" srcId="{8FACDFBB-A652-497F-B4E8-0351884C578D}" destId="{43D2C1F0-0FEF-48EE-BD6B-F81A9EE4345B}" srcOrd="2" destOrd="0" presId="urn:microsoft.com/office/officeart/2018/5/layout/CenteredIconLabelDescriptionList"/>
    <dgm:cxn modelId="{2789339D-4A25-4E9F-A65C-3B7B54567070}" type="presParOf" srcId="{8FACDFBB-A652-497F-B4E8-0351884C578D}" destId="{18C1D120-4A25-4897-8DAD-BF9088B01862}" srcOrd="3" destOrd="0" presId="urn:microsoft.com/office/officeart/2018/5/layout/CenteredIconLabelDescriptionList"/>
    <dgm:cxn modelId="{60133140-8587-49CF-890D-F057B81798CC}" type="presParOf" srcId="{8FACDFBB-A652-497F-B4E8-0351884C578D}" destId="{546C9B78-1B7D-4D5B-80C5-D9A0B4197984}" srcOrd="4" destOrd="0" presId="urn:microsoft.com/office/officeart/2018/5/layout/CenteredIconLabelDescriptionList"/>
    <dgm:cxn modelId="{974B3572-9D4C-43A2-9902-D95B31C037F3}" type="presParOf" srcId="{0A721E85-23F0-44C5-B1FE-795D6461CE29}" destId="{3EB0C2D8-990A-4BD4-86A5-718D106FA561}" srcOrd="3" destOrd="0" presId="urn:microsoft.com/office/officeart/2018/5/layout/CenteredIconLabelDescriptionList"/>
    <dgm:cxn modelId="{19670E9E-2CBC-43E2-BB63-A1EA7369789A}" type="presParOf" srcId="{0A721E85-23F0-44C5-B1FE-795D6461CE29}" destId="{16B3250E-A5B0-40C6-8932-8BE478D1054F}" srcOrd="4" destOrd="0" presId="urn:microsoft.com/office/officeart/2018/5/layout/CenteredIconLabelDescriptionList"/>
    <dgm:cxn modelId="{637AD8FD-C7ED-4E90-95C7-2AE90AB1FB43}" type="presParOf" srcId="{16B3250E-A5B0-40C6-8932-8BE478D1054F}" destId="{F60D7AF2-03D3-4DB9-A452-D7712D232674}" srcOrd="0" destOrd="0" presId="urn:microsoft.com/office/officeart/2018/5/layout/CenteredIconLabelDescriptionList"/>
    <dgm:cxn modelId="{003B28B3-E0F6-46B0-967B-D56A7769EEBA}" type="presParOf" srcId="{16B3250E-A5B0-40C6-8932-8BE478D1054F}" destId="{2955B2F6-0E7F-4708-9D6F-A00A1AAF3943}" srcOrd="1" destOrd="0" presId="urn:microsoft.com/office/officeart/2018/5/layout/CenteredIconLabelDescriptionList"/>
    <dgm:cxn modelId="{A2DD3D40-143B-436C-8286-45DDA4A65AA5}" type="presParOf" srcId="{16B3250E-A5B0-40C6-8932-8BE478D1054F}" destId="{E6DB6CC1-FB24-47EC-BB70-B3B4FA1F21E0}" srcOrd="2" destOrd="0" presId="urn:microsoft.com/office/officeart/2018/5/layout/CenteredIconLabelDescriptionList"/>
    <dgm:cxn modelId="{D6E11FA3-D615-4C10-AC20-37FA5298FFFD}" type="presParOf" srcId="{16B3250E-A5B0-40C6-8932-8BE478D1054F}" destId="{C748667E-E270-4436-99D6-612902A41DFB}" srcOrd="3" destOrd="0" presId="urn:microsoft.com/office/officeart/2018/5/layout/CenteredIconLabelDescriptionList"/>
    <dgm:cxn modelId="{B383EF11-2A33-4705-9BCE-67DCD5BDB327}" type="presParOf" srcId="{16B3250E-A5B0-40C6-8932-8BE478D1054F}" destId="{DB174F9F-5F82-4C2C-921A-D7A686E9D09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F4B7C990-A261-43A1-AB50-86C5967E562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2BA726E9-82D7-45C5-87A3-EFB667115F8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Only one children becomes</a:t>
          </a:r>
          <a:endParaRPr lang="en-US" dirty="0"/>
        </a:p>
      </dgm:t>
    </dgm:pt>
    <dgm:pt modelId="{248CCA75-B182-4560-8BF8-69C7CC13BB8F}" type="parTrans" cxnId="{73D046AD-0099-4A56-B092-2A67F2003DB8}">
      <dgm:prSet/>
      <dgm:spPr/>
      <dgm:t>
        <a:bodyPr/>
        <a:lstStyle/>
        <a:p>
          <a:endParaRPr lang="en-US"/>
        </a:p>
      </dgm:t>
    </dgm:pt>
    <dgm:pt modelId="{07FBA86D-CD08-4624-94D5-419C94B34DD1}" type="sibTrans" cxnId="{73D046AD-0099-4A56-B092-2A67F2003DB8}">
      <dgm:prSet/>
      <dgm:spPr/>
      <dgm:t>
        <a:bodyPr/>
        <a:lstStyle/>
        <a:p>
          <a:endParaRPr lang="en-US"/>
        </a:p>
      </dgm:t>
    </dgm:pt>
    <dgm:pt modelId="{304EA302-7B82-4BD8-8FDF-BA87D6C77B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Resolution</a:t>
          </a:r>
          <a:endParaRPr lang="en-US" dirty="0"/>
        </a:p>
      </dgm:t>
    </dgm:pt>
    <dgm:pt modelId="{8B8C735B-EFE2-4FF2-AEA4-7925AB4C7438}" type="parTrans" cxnId="{7BFD69D0-264F-446F-9B55-530573247246}">
      <dgm:prSet/>
      <dgm:spPr/>
      <dgm:t>
        <a:bodyPr/>
        <a:lstStyle/>
        <a:p>
          <a:endParaRPr lang="tr-TR"/>
        </a:p>
      </dgm:t>
    </dgm:pt>
    <dgm:pt modelId="{8A30589B-3263-4B3C-A70E-1313BEE2ADF7}" type="sibTrans" cxnId="{7BFD69D0-264F-446F-9B55-530573247246}">
      <dgm:prSet/>
      <dgm:spPr/>
      <dgm:t>
        <a:bodyPr/>
        <a:lstStyle/>
        <a:p>
          <a:endParaRPr lang="tr-TR"/>
        </a:p>
      </dgm:t>
    </dgm:pt>
    <dgm:pt modelId="{73E2DF30-341D-494A-8C4C-5C0AAA16A51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part of the block chain</a:t>
          </a:r>
          <a:endParaRPr lang="en-US"/>
        </a:p>
      </dgm:t>
    </dgm:pt>
    <dgm:pt modelId="{74AC4033-CAC6-4FA1-990C-01C00FD7AE10}" type="parTrans" cxnId="{5AE47965-7988-4986-A0B9-BB554BCDCEFC}">
      <dgm:prSet/>
      <dgm:spPr/>
      <dgm:t>
        <a:bodyPr/>
        <a:lstStyle/>
        <a:p>
          <a:endParaRPr lang="tr-TR"/>
        </a:p>
      </dgm:t>
    </dgm:pt>
    <dgm:pt modelId="{3485B660-E971-41E8-9725-1E5E32F2B94E}" type="sibTrans" cxnId="{5AE47965-7988-4986-A0B9-BB554BCDCEFC}">
      <dgm:prSet/>
      <dgm:spPr/>
      <dgm:t>
        <a:bodyPr/>
        <a:lstStyle/>
        <a:p>
          <a:endParaRPr lang="tr-TR"/>
        </a:p>
      </dgm:t>
    </dgm:pt>
    <dgm:pt modelId="{0A721E85-23F0-44C5-B1FE-795D6461CE29}" type="pres">
      <dgm:prSet presAssocID="{F4B7C990-A261-43A1-AB50-86C5967E5627}" presName="root" presStyleCnt="0">
        <dgm:presLayoutVars>
          <dgm:dir/>
          <dgm:resizeHandles val="exact"/>
        </dgm:presLayoutVars>
      </dgm:prSet>
      <dgm:spPr/>
    </dgm:pt>
    <dgm:pt modelId="{19FA445F-A036-448A-ABFB-DD55F23C7D47}" type="pres">
      <dgm:prSet presAssocID="{304EA302-7B82-4BD8-8FDF-BA87D6C77BB1}" presName="compNode" presStyleCnt="0"/>
      <dgm:spPr/>
    </dgm:pt>
    <dgm:pt modelId="{0075A894-2700-45B4-A902-06A49425C25F}" type="pres">
      <dgm:prSet presAssocID="{304EA302-7B82-4BD8-8FDF-BA87D6C77BB1}" presName="iconRect" presStyleLbl="node1" presStyleIdx="0" presStyleCnt="1"/>
      <dgm:spPr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Network diagram"/>
        </a:ext>
      </dgm:extLst>
    </dgm:pt>
    <dgm:pt modelId="{5F72DA3B-0B90-4629-92FA-40FA615094E4}" type="pres">
      <dgm:prSet presAssocID="{304EA302-7B82-4BD8-8FDF-BA87D6C77BB1}" presName="iconSpace" presStyleCnt="0"/>
      <dgm:spPr/>
    </dgm:pt>
    <dgm:pt modelId="{3A787935-E44B-49DE-92CE-8062A8CD0CBF}" type="pres">
      <dgm:prSet presAssocID="{304EA302-7B82-4BD8-8FDF-BA87D6C77BB1}" presName="parTx" presStyleLbl="revTx" presStyleIdx="0" presStyleCnt="2">
        <dgm:presLayoutVars>
          <dgm:chMax val="0"/>
          <dgm:chPref val="0"/>
        </dgm:presLayoutVars>
      </dgm:prSet>
      <dgm:spPr/>
    </dgm:pt>
    <dgm:pt modelId="{E9D22E45-26F1-4C6C-BCE3-4905CE4333F8}" type="pres">
      <dgm:prSet presAssocID="{304EA302-7B82-4BD8-8FDF-BA87D6C77BB1}" presName="txSpace" presStyleCnt="0"/>
      <dgm:spPr/>
    </dgm:pt>
    <dgm:pt modelId="{3438A119-ECBE-4EA3-A178-28B2A27BB2A2}" type="pres">
      <dgm:prSet presAssocID="{304EA302-7B82-4BD8-8FDF-BA87D6C77BB1}" presName="desTx" presStyleLbl="revTx" presStyleIdx="1" presStyleCnt="2">
        <dgm:presLayoutVars/>
      </dgm:prSet>
      <dgm:spPr/>
    </dgm:pt>
  </dgm:ptLst>
  <dgm:cxnLst>
    <dgm:cxn modelId="{5AE47965-7988-4986-A0B9-BB554BCDCEFC}" srcId="{304EA302-7B82-4BD8-8FDF-BA87D6C77BB1}" destId="{73E2DF30-341D-494A-8C4C-5C0AAA16A51E}" srcOrd="1" destOrd="0" parTransId="{74AC4033-CAC6-4FA1-990C-01C00FD7AE10}" sibTransId="{3485B660-E971-41E8-9725-1E5E32F2B94E}"/>
    <dgm:cxn modelId="{83947B6E-2A63-42BC-A665-D4217F34D932}" type="presOf" srcId="{F4B7C990-A261-43A1-AB50-86C5967E5627}" destId="{0A721E85-23F0-44C5-B1FE-795D6461CE29}" srcOrd="0" destOrd="0" presId="urn:microsoft.com/office/officeart/2018/5/layout/CenteredIconLabelDescriptionList"/>
    <dgm:cxn modelId="{AE4EB093-4DD8-48BD-8E6E-7B552B23763C}" type="presOf" srcId="{304EA302-7B82-4BD8-8FDF-BA87D6C77BB1}" destId="{3A787935-E44B-49DE-92CE-8062A8CD0CBF}" srcOrd="0" destOrd="0" presId="urn:microsoft.com/office/officeart/2018/5/layout/CenteredIconLabelDescriptionList"/>
    <dgm:cxn modelId="{73D046AD-0099-4A56-B092-2A67F2003DB8}" srcId="{304EA302-7B82-4BD8-8FDF-BA87D6C77BB1}" destId="{2BA726E9-82D7-45C5-87A3-EFB667115F8E}" srcOrd="0" destOrd="0" parTransId="{248CCA75-B182-4560-8BF8-69C7CC13BB8F}" sibTransId="{07FBA86D-CD08-4624-94D5-419C94B34DD1}"/>
    <dgm:cxn modelId="{544203B5-A556-48ED-8CD6-B0E2769F0DBD}" type="presOf" srcId="{2BA726E9-82D7-45C5-87A3-EFB667115F8E}" destId="{3438A119-ECBE-4EA3-A178-28B2A27BB2A2}" srcOrd="0" destOrd="0" presId="urn:microsoft.com/office/officeart/2018/5/layout/CenteredIconLabelDescriptionList"/>
    <dgm:cxn modelId="{71898CCD-8DAA-484C-A652-40FBE298FA47}" type="presOf" srcId="{73E2DF30-341D-494A-8C4C-5C0AAA16A51E}" destId="{3438A119-ECBE-4EA3-A178-28B2A27BB2A2}" srcOrd="0" destOrd="1" presId="urn:microsoft.com/office/officeart/2018/5/layout/CenteredIconLabelDescriptionList"/>
    <dgm:cxn modelId="{7BFD69D0-264F-446F-9B55-530573247246}" srcId="{F4B7C990-A261-43A1-AB50-86C5967E5627}" destId="{304EA302-7B82-4BD8-8FDF-BA87D6C77BB1}" srcOrd="0" destOrd="0" parTransId="{8B8C735B-EFE2-4FF2-AEA4-7925AB4C7438}" sibTransId="{8A30589B-3263-4B3C-A70E-1313BEE2ADF7}"/>
    <dgm:cxn modelId="{D0FAFFA9-02A9-45A3-A365-54A12991E140}" type="presParOf" srcId="{0A721E85-23F0-44C5-B1FE-795D6461CE29}" destId="{19FA445F-A036-448A-ABFB-DD55F23C7D47}" srcOrd="0" destOrd="0" presId="urn:microsoft.com/office/officeart/2018/5/layout/CenteredIconLabelDescriptionList"/>
    <dgm:cxn modelId="{8E4DD0DF-4DC9-47D4-9EA3-404D7204A147}" type="presParOf" srcId="{19FA445F-A036-448A-ABFB-DD55F23C7D47}" destId="{0075A894-2700-45B4-A902-06A49425C25F}" srcOrd="0" destOrd="0" presId="urn:microsoft.com/office/officeart/2018/5/layout/CenteredIconLabelDescriptionList"/>
    <dgm:cxn modelId="{CE3F997C-9A81-4E5B-B953-94DC29310534}" type="presParOf" srcId="{19FA445F-A036-448A-ABFB-DD55F23C7D47}" destId="{5F72DA3B-0B90-4629-92FA-40FA615094E4}" srcOrd="1" destOrd="0" presId="urn:microsoft.com/office/officeart/2018/5/layout/CenteredIconLabelDescriptionList"/>
    <dgm:cxn modelId="{26810F25-1D2C-4266-A122-6D4862F37D7E}" type="presParOf" srcId="{19FA445F-A036-448A-ABFB-DD55F23C7D47}" destId="{3A787935-E44B-49DE-92CE-8062A8CD0CBF}" srcOrd="2" destOrd="0" presId="urn:microsoft.com/office/officeart/2018/5/layout/CenteredIconLabelDescriptionList"/>
    <dgm:cxn modelId="{7B8848A3-3FFD-4788-BADD-5D92ADD7B529}" type="presParOf" srcId="{19FA445F-A036-448A-ABFB-DD55F23C7D47}" destId="{E9D22E45-26F1-4C6C-BCE3-4905CE4333F8}" srcOrd="3" destOrd="0" presId="urn:microsoft.com/office/officeart/2018/5/layout/CenteredIconLabelDescriptionList"/>
    <dgm:cxn modelId="{2C20EED8-8E6D-47F2-8CB2-0A838E640365}" type="presParOf" srcId="{19FA445F-A036-448A-ABFB-DD55F23C7D47}" destId="{3438A119-ECBE-4EA3-A178-28B2A27BB2A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819F6220-754D-4E3F-AAFA-56999ED3036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AF05D69-77AC-4341-BD65-ABB82D85025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Chaining</a:t>
          </a:r>
          <a:endParaRPr lang="en-US" dirty="0"/>
        </a:p>
      </dgm:t>
    </dgm:pt>
    <dgm:pt modelId="{B2EBB3B3-7268-4789-A7C1-9076D4323B21}" type="parTrans" cxnId="{A7ADB2CC-0AA3-41C4-AACE-10F179B0BDED}">
      <dgm:prSet/>
      <dgm:spPr/>
      <dgm:t>
        <a:bodyPr/>
        <a:lstStyle/>
        <a:p>
          <a:endParaRPr lang="en-US"/>
        </a:p>
      </dgm:t>
    </dgm:pt>
    <dgm:pt modelId="{CCBD066A-CA1C-4517-9557-7A97868792B0}" type="sibTrans" cxnId="{A7ADB2CC-0AA3-41C4-AACE-10F179B0BDED}">
      <dgm:prSet/>
      <dgm:spPr/>
      <dgm:t>
        <a:bodyPr/>
        <a:lstStyle/>
        <a:p>
          <a:endParaRPr lang="en-US"/>
        </a:p>
      </dgm:t>
    </dgm:pt>
    <dgm:pt modelId="{B5A91B99-CEF2-4A77-AAEB-F986CAD7121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The «previous block hash»</a:t>
          </a:r>
          <a:endParaRPr lang="en-US" dirty="0"/>
        </a:p>
      </dgm:t>
    </dgm:pt>
    <dgm:pt modelId="{7C4CF531-0BCA-48F9-A9A5-73929A3A71C4}" type="parTrans" cxnId="{FEA63588-8A32-490E-800B-33F6934D41D0}">
      <dgm:prSet/>
      <dgm:spPr/>
      <dgm:t>
        <a:bodyPr/>
        <a:lstStyle/>
        <a:p>
          <a:endParaRPr lang="en-US"/>
        </a:p>
      </dgm:t>
    </dgm:pt>
    <dgm:pt modelId="{E388C272-F016-454F-B36A-A0C36D970858}" type="sibTrans" cxnId="{FEA63588-8A32-490E-800B-33F6934D41D0}">
      <dgm:prSet/>
      <dgm:spPr/>
      <dgm:t>
        <a:bodyPr/>
        <a:lstStyle/>
        <a:p>
          <a:endParaRPr lang="en-US"/>
        </a:p>
      </dgm:t>
    </dgm:pt>
    <dgm:pt modelId="{39F2CDB6-1BA5-4501-ADAB-0F48BF04681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invalidates </a:t>
          </a:r>
          <a:r>
            <a:rPr lang="en-US" dirty="0"/>
            <a:t>child’s own identity</a:t>
          </a:r>
        </a:p>
      </dgm:t>
    </dgm:pt>
    <dgm:pt modelId="{C71A78BA-36F7-4900-B117-D8AE1227C511}" type="parTrans" cxnId="{67109668-A723-4D3B-8BDF-F81E4756B96C}">
      <dgm:prSet/>
      <dgm:spPr/>
      <dgm:t>
        <a:bodyPr/>
        <a:lstStyle/>
        <a:p>
          <a:endParaRPr lang="en-US"/>
        </a:p>
      </dgm:t>
    </dgm:pt>
    <dgm:pt modelId="{EFF6BFEE-409F-4C48-B66C-DD5BD1367D82}" type="sibTrans" cxnId="{67109668-A723-4D3B-8BDF-F81E4756B96C}">
      <dgm:prSet/>
      <dgm:spPr/>
      <dgm:t>
        <a:bodyPr/>
        <a:lstStyle/>
        <a:p>
          <a:endParaRPr lang="en-US"/>
        </a:p>
      </dgm:t>
    </dgm:pt>
    <dgm:pt modelId="{BE014D28-D008-4F73-A0CB-EC817A1D6D0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affects </a:t>
          </a:r>
          <a:r>
            <a:rPr lang="en-US" dirty="0"/>
            <a:t>affects the current</a:t>
          </a:r>
          <a:r>
            <a:rPr lang="tr-TR" dirty="0"/>
            <a:t> </a:t>
          </a:r>
          <a:r>
            <a:rPr lang="en-US" dirty="0"/>
            <a:t>block’s hash</a:t>
          </a:r>
        </a:p>
      </dgm:t>
    </dgm:pt>
    <dgm:pt modelId="{3200584C-4296-44E7-A95E-DBBB9E2B523A}" type="parTrans" cxnId="{998E1BFD-A3BC-416C-91DF-6BB0BA0BD2BB}">
      <dgm:prSet/>
      <dgm:spPr/>
      <dgm:t>
        <a:bodyPr/>
        <a:lstStyle/>
        <a:p>
          <a:endParaRPr lang="tr-TR"/>
        </a:p>
      </dgm:t>
    </dgm:pt>
    <dgm:pt modelId="{E5D76E99-D3AF-469A-BC82-6266016629CD}" type="sibTrans" cxnId="{998E1BFD-A3BC-416C-91DF-6BB0BA0BD2BB}">
      <dgm:prSet/>
      <dgm:spPr/>
      <dgm:t>
        <a:bodyPr/>
        <a:lstStyle/>
        <a:p>
          <a:endParaRPr lang="tr-TR"/>
        </a:p>
      </dgm:t>
    </dgm:pt>
    <dgm:pt modelId="{E6F3EB8E-AAED-4C57-8564-1E379294B3F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Parent &lt;- Child</a:t>
          </a:r>
          <a:endParaRPr lang="en-US" dirty="0"/>
        </a:p>
      </dgm:t>
    </dgm:pt>
    <dgm:pt modelId="{E551B1B8-815F-4F27-9524-73B24738BBD6}" type="parTrans" cxnId="{C0D0106B-BD8F-41B4-897F-E2314D76A288}">
      <dgm:prSet/>
      <dgm:spPr/>
      <dgm:t>
        <a:bodyPr/>
        <a:lstStyle/>
        <a:p>
          <a:endParaRPr lang="tr-TR"/>
        </a:p>
      </dgm:t>
    </dgm:pt>
    <dgm:pt modelId="{135DC3E0-2E90-4929-8D1D-9016B72FAE86}" type="sibTrans" cxnId="{C0D0106B-BD8F-41B4-897F-E2314D76A288}">
      <dgm:prSet/>
      <dgm:spPr/>
      <dgm:t>
        <a:bodyPr/>
        <a:lstStyle/>
        <a:p>
          <a:endParaRPr lang="tr-TR"/>
        </a:p>
      </dgm:t>
    </dgm:pt>
    <dgm:pt modelId="{429CDA5A-C796-43C5-BD35-DFC4BF74300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change to parent identity</a:t>
          </a:r>
          <a:endParaRPr lang="en-US" dirty="0"/>
        </a:p>
      </dgm:t>
    </dgm:pt>
    <dgm:pt modelId="{B3F970A5-4DA1-4D83-83B1-C8AF8D60AA23}" type="parTrans" cxnId="{3EED5E4D-1392-4B76-B285-26C055B2A709}">
      <dgm:prSet/>
      <dgm:spPr/>
      <dgm:t>
        <a:bodyPr/>
        <a:lstStyle/>
        <a:p>
          <a:endParaRPr lang="tr-TR"/>
        </a:p>
      </dgm:t>
    </dgm:pt>
    <dgm:pt modelId="{16898D4F-358A-4F85-8F21-652762741499}" type="sibTrans" cxnId="{3EED5E4D-1392-4B76-B285-26C055B2A709}">
      <dgm:prSet/>
      <dgm:spPr/>
      <dgm:t>
        <a:bodyPr/>
        <a:lstStyle/>
        <a:p>
          <a:endParaRPr lang="tr-TR"/>
        </a:p>
      </dgm:t>
    </dgm:pt>
    <dgm:pt modelId="{9AB228C8-063F-4F47-AB2A-AF74E97528EF}" type="pres">
      <dgm:prSet presAssocID="{819F6220-754D-4E3F-AAFA-56999ED30367}" presName="root" presStyleCnt="0">
        <dgm:presLayoutVars>
          <dgm:dir/>
          <dgm:resizeHandles val="exact"/>
        </dgm:presLayoutVars>
      </dgm:prSet>
      <dgm:spPr/>
    </dgm:pt>
    <dgm:pt modelId="{4C58E009-9DDC-498A-A726-5C94265A4C74}" type="pres">
      <dgm:prSet presAssocID="{DAF05D69-77AC-4341-BD65-ABB82D850259}" presName="compNode" presStyleCnt="0"/>
      <dgm:spPr/>
    </dgm:pt>
    <dgm:pt modelId="{9A62CA0D-CE52-422F-9CF0-ED8DDE293756}" type="pres">
      <dgm:prSet presAssocID="{DAF05D69-77AC-4341-BD65-ABB82D850259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A9F2C6B8-A7AD-456A-8F5E-2E840044DD7B}" type="pres">
      <dgm:prSet presAssocID="{DAF05D69-77AC-4341-BD65-ABB82D850259}" presName="iconSpace" presStyleCnt="0"/>
      <dgm:spPr/>
    </dgm:pt>
    <dgm:pt modelId="{7DC70CED-9F3C-4FAA-AD05-243B1E794CF4}" type="pres">
      <dgm:prSet presAssocID="{DAF05D69-77AC-4341-BD65-ABB82D850259}" presName="parTx" presStyleLbl="revTx" presStyleIdx="0" presStyleCnt="4">
        <dgm:presLayoutVars>
          <dgm:chMax val="0"/>
          <dgm:chPref val="0"/>
        </dgm:presLayoutVars>
      </dgm:prSet>
      <dgm:spPr/>
    </dgm:pt>
    <dgm:pt modelId="{8F7EB039-FB36-41AB-BEC3-4C1337B00104}" type="pres">
      <dgm:prSet presAssocID="{DAF05D69-77AC-4341-BD65-ABB82D850259}" presName="txSpace" presStyleCnt="0"/>
      <dgm:spPr/>
    </dgm:pt>
    <dgm:pt modelId="{7A95DDD4-460D-4C31-BB3B-914DEF4C050D}" type="pres">
      <dgm:prSet presAssocID="{DAF05D69-77AC-4341-BD65-ABB82D850259}" presName="desTx" presStyleLbl="revTx" presStyleIdx="1" presStyleCnt="4">
        <dgm:presLayoutVars/>
      </dgm:prSet>
      <dgm:spPr/>
    </dgm:pt>
    <dgm:pt modelId="{C49755D7-53CC-48CF-B847-788B6BA23504}" type="pres">
      <dgm:prSet presAssocID="{CCBD066A-CA1C-4517-9557-7A97868792B0}" presName="sibTrans" presStyleCnt="0"/>
      <dgm:spPr/>
    </dgm:pt>
    <dgm:pt modelId="{BFD5434D-5F93-4C5D-BAD3-41CDA3FE3F5B}" type="pres">
      <dgm:prSet presAssocID="{E6F3EB8E-AAED-4C57-8564-1E379294B3FA}" presName="compNode" presStyleCnt="0"/>
      <dgm:spPr/>
    </dgm:pt>
    <dgm:pt modelId="{CC5B0DC4-9A13-4FF5-80C6-C3B1ECAE84D0}" type="pres">
      <dgm:prSet presAssocID="{E6F3EB8E-AAED-4C57-8564-1E379294B3FA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B30C517E-8A70-4F3D-827B-D174A1FCE066}" type="pres">
      <dgm:prSet presAssocID="{E6F3EB8E-AAED-4C57-8564-1E379294B3FA}" presName="iconSpace" presStyleCnt="0"/>
      <dgm:spPr/>
    </dgm:pt>
    <dgm:pt modelId="{DD018B0F-6848-4343-A60A-6FFC11C2D84E}" type="pres">
      <dgm:prSet presAssocID="{E6F3EB8E-AAED-4C57-8564-1E379294B3FA}" presName="parTx" presStyleLbl="revTx" presStyleIdx="2" presStyleCnt="4">
        <dgm:presLayoutVars>
          <dgm:chMax val="0"/>
          <dgm:chPref val="0"/>
        </dgm:presLayoutVars>
      </dgm:prSet>
      <dgm:spPr/>
    </dgm:pt>
    <dgm:pt modelId="{E617C692-CF1A-40F5-BF54-8D1C08E03669}" type="pres">
      <dgm:prSet presAssocID="{E6F3EB8E-AAED-4C57-8564-1E379294B3FA}" presName="txSpace" presStyleCnt="0"/>
      <dgm:spPr/>
    </dgm:pt>
    <dgm:pt modelId="{4A13C257-B1BE-4DA4-A2A3-8CCB6DD13A41}" type="pres">
      <dgm:prSet presAssocID="{E6F3EB8E-AAED-4C57-8564-1E379294B3FA}" presName="desTx" presStyleLbl="revTx" presStyleIdx="3" presStyleCnt="4">
        <dgm:presLayoutVars/>
      </dgm:prSet>
      <dgm:spPr/>
    </dgm:pt>
  </dgm:ptLst>
  <dgm:cxnLst>
    <dgm:cxn modelId="{AB74AD0E-3F78-42FE-A436-95483CB0548D}" type="presOf" srcId="{E6F3EB8E-AAED-4C57-8564-1E379294B3FA}" destId="{DD018B0F-6848-4343-A60A-6FFC11C2D84E}" srcOrd="0" destOrd="0" presId="urn:microsoft.com/office/officeart/2018/5/layout/CenteredIconLabelDescriptionList"/>
    <dgm:cxn modelId="{F125341E-8DE8-4B01-8EB4-DA230328DA08}" type="presOf" srcId="{DAF05D69-77AC-4341-BD65-ABB82D850259}" destId="{7DC70CED-9F3C-4FAA-AD05-243B1E794CF4}" srcOrd="0" destOrd="0" presId="urn:microsoft.com/office/officeart/2018/5/layout/CenteredIconLabelDescriptionList"/>
    <dgm:cxn modelId="{89BE0420-C8A7-41CA-AF75-CD442D8A4087}" type="presOf" srcId="{BE014D28-D008-4F73-A0CB-EC817A1D6D07}" destId="{7A95DDD4-460D-4C31-BB3B-914DEF4C050D}" srcOrd="0" destOrd="1" presId="urn:microsoft.com/office/officeart/2018/5/layout/CenteredIconLabelDescriptionList"/>
    <dgm:cxn modelId="{67109668-A723-4D3B-8BDF-F81E4756B96C}" srcId="{E6F3EB8E-AAED-4C57-8564-1E379294B3FA}" destId="{39F2CDB6-1BA5-4501-ADAB-0F48BF046811}" srcOrd="1" destOrd="0" parTransId="{C71A78BA-36F7-4900-B117-D8AE1227C511}" sibTransId="{EFF6BFEE-409F-4C48-B66C-DD5BD1367D82}"/>
    <dgm:cxn modelId="{C0D0106B-BD8F-41B4-897F-E2314D76A288}" srcId="{819F6220-754D-4E3F-AAFA-56999ED30367}" destId="{E6F3EB8E-AAED-4C57-8564-1E379294B3FA}" srcOrd="1" destOrd="0" parTransId="{E551B1B8-815F-4F27-9524-73B24738BBD6}" sibTransId="{135DC3E0-2E90-4929-8D1D-9016B72FAE86}"/>
    <dgm:cxn modelId="{3EED5E4D-1392-4B76-B285-26C055B2A709}" srcId="{E6F3EB8E-AAED-4C57-8564-1E379294B3FA}" destId="{429CDA5A-C796-43C5-BD35-DFC4BF74300B}" srcOrd="0" destOrd="0" parTransId="{B3F970A5-4DA1-4D83-83B1-C8AF8D60AA23}" sibTransId="{16898D4F-358A-4F85-8F21-652762741499}"/>
    <dgm:cxn modelId="{FEA63588-8A32-490E-800B-33F6934D41D0}" srcId="{DAF05D69-77AC-4341-BD65-ABB82D850259}" destId="{B5A91B99-CEF2-4A77-AAEB-F986CAD7121F}" srcOrd="0" destOrd="0" parTransId="{7C4CF531-0BCA-48F9-A9A5-73929A3A71C4}" sibTransId="{E388C272-F016-454F-B36A-A0C36D970858}"/>
    <dgm:cxn modelId="{2E690697-172B-4F2D-A475-FFC3D7CF8619}" type="presOf" srcId="{B5A91B99-CEF2-4A77-AAEB-F986CAD7121F}" destId="{7A95DDD4-460D-4C31-BB3B-914DEF4C050D}" srcOrd="0" destOrd="0" presId="urn:microsoft.com/office/officeart/2018/5/layout/CenteredIconLabelDescriptionList"/>
    <dgm:cxn modelId="{FED660B2-8605-4A26-97E5-FD53959CA221}" type="presOf" srcId="{819F6220-754D-4E3F-AAFA-56999ED30367}" destId="{9AB228C8-063F-4F47-AB2A-AF74E97528EF}" srcOrd="0" destOrd="0" presId="urn:microsoft.com/office/officeart/2018/5/layout/CenteredIconLabelDescriptionList"/>
    <dgm:cxn modelId="{EB7DFDB9-204D-43F8-9521-76F054BEED1E}" type="presOf" srcId="{39F2CDB6-1BA5-4501-ADAB-0F48BF046811}" destId="{4A13C257-B1BE-4DA4-A2A3-8CCB6DD13A41}" srcOrd="0" destOrd="1" presId="urn:microsoft.com/office/officeart/2018/5/layout/CenteredIconLabelDescriptionList"/>
    <dgm:cxn modelId="{A7ADB2CC-0AA3-41C4-AACE-10F179B0BDED}" srcId="{819F6220-754D-4E3F-AAFA-56999ED30367}" destId="{DAF05D69-77AC-4341-BD65-ABB82D850259}" srcOrd="0" destOrd="0" parTransId="{B2EBB3B3-7268-4789-A7C1-9076D4323B21}" sibTransId="{CCBD066A-CA1C-4517-9557-7A97868792B0}"/>
    <dgm:cxn modelId="{EA90ACCE-980D-4A33-8099-87886F2DDE7C}" type="presOf" srcId="{429CDA5A-C796-43C5-BD35-DFC4BF74300B}" destId="{4A13C257-B1BE-4DA4-A2A3-8CCB6DD13A41}" srcOrd="0" destOrd="0" presId="urn:microsoft.com/office/officeart/2018/5/layout/CenteredIconLabelDescriptionList"/>
    <dgm:cxn modelId="{998E1BFD-A3BC-416C-91DF-6BB0BA0BD2BB}" srcId="{DAF05D69-77AC-4341-BD65-ABB82D850259}" destId="{BE014D28-D008-4F73-A0CB-EC817A1D6D07}" srcOrd="1" destOrd="0" parTransId="{3200584C-4296-44E7-A95E-DBBB9E2B523A}" sibTransId="{E5D76E99-D3AF-469A-BC82-6266016629CD}"/>
    <dgm:cxn modelId="{94B39CA9-078F-497B-83DE-31332D299766}" type="presParOf" srcId="{9AB228C8-063F-4F47-AB2A-AF74E97528EF}" destId="{4C58E009-9DDC-498A-A726-5C94265A4C74}" srcOrd="0" destOrd="0" presId="urn:microsoft.com/office/officeart/2018/5/layout/CenteredIconLabelDescriptionList"/>
    <dgm:cxn modelId="{5257352A-CAC3-46F5-A912-B6F2370A1328}" type="presParOf" srcId="{4C58E009-9DDC-498A-A726-5C94265A4C74}" destId="{9A62CA0D-CE52-422F-9CF0-ED8DDE293756}" srcOrd="0" destOrd="0" presId="urn:microsoft.com/office/officeart/2018/5/layout/CenteredIconLabelDescriptionList"/>
    <dgm:cxn modelId="{D2F9752B-4976-4D8A-ABC2-E18C740CB48E}" type="presParOf" srcId="{4C58E009-9DDC-498A-A726-5C94265A4C74}" destId="{A9F2C6B8-A7AD-456A-8F5E-2E840044DD7B}" srcOrd="1" destOrd="0" presId="urn:microsoft.com/office/officeart/2018/5/layout/CenteredIconLabelDescriptionList"/>
    <dgm:cxn modelId="{472A46D6-F257-43A1-A94C-1AEF487EB3AB}" type="presParOf" srcId="{4C58E009-9DDC-498A-A726-5C94265A4C74}" destId="{7DC70CED-9F3C-4FAA-AD05-243B1E794CF4}" srcOrd="2" destOrd="0" presId="urn:microsoft.com/office/officeart/2018/5/layout/CenteredIconLabelDescriptionList"/>
    <dgm:cxn modelId="{0B82B66D-4312-4ED9-B417-34025DE987D5}" type="presParOf" srcId="{4C58E009-9DDC-498A-A726-5C94265A4C74}" destId="{8F7EB039-FB36-41AB-BEC3-4C1337B00104}" srcOrd="3" destOrd="0" presId="urn:microsoft.com/office/officeart/2018/5/layout/CenteredIconLabelDescriptionList"/>
    <dgm:cxn modelId="{0DA085CC-434A-427A-9ABF-C1709C16A2D0}" type="presParOf" srcId="{4C58E009-9DDC-498A-A726-5C94265A4C74}" destId="{7A95DDD4-460D-4C31-BB3B-914DEF4C050D}" srcOrd="4" destOrd="0" presId="urn:microsoft.com/office/officeart/2018/5/layout/CenteredIconLabelDescriptionList"/>
    <dgm:cxn modelId="{1E7FBC80-E4B5-442E-9A16-88B68532A480}" type="presParOf" srcId="{9AB228C8-063F-4F47-AB2A-AF74E97528EF}" destId="{C49755D7-53CC-48CF-B847-788B6BA23504}" srcOrd="1" destOrd="0" presId="urn:microsoft.com/office/officeart/2018/5/layout/CenteredIconLabelDescriptionList"/>
    <dgm:cxn modelId="{17BB8BF5-C52C-4457-A398-DFB805681128}" type="presParOf" srcId="{9AB228C8-063F-4F47-AB2A-AF74E97528EF}" destId="{BFD5434D-5F93-4C5D-BAD3-41CDA3FE3F5B}" srcOrd="2" destOrd="0" presId="urn:microsoft.com/office/officeart/2018/5/layout/CenteredIconLabelDescriptionList"/>
    <dgm:cxn modelId="{3776405F-36E0-48A4-A902-DCDFAB682A5C}" type="presParOf" srcId="{BFD5434D-5F93-4C5D-BAD3-41CDA3FE3F5B}" destId="{CC5B0DC4-9A13-4FF5-80C6-C3B1ECAE84D0}" srcOrd="0" destOrd="0" presId="urn:microsoft.com/office/officeart/2018/5/layout/CenteredIconLabelDescriptionList"/>
    <dgm:cxn modelId="{C43943F6-5F44-42AC-A1BA-F2C52B3463A6}" type="presParOf" srcId="{BFD5434D-5F93-4C5D-BAD3-41CDA3FE3F5B}" destId="{B30C517E-8A70-4F3D-827B-D174A1FCE066}" srcOrd="1" destOrd="0" presId="urn:microsoft.com/office/officeart/2018/5/layout/CenteredIconLabelDescriptionList"/>
    <dgm:cxn modelId="{8B9A4957-A211-489F-BC9D-A77589ADE2E7}" type="presParOf" srcId="{BFD5434D-5F93-4C5D-BAD3-41CDA3FE3F5B}" destId="{DD018B0F-6848-4343-A60A-6FFC11C2D84E}" srcOrd="2" destOrd="0" presId="urn:microsoft.com/office/officeart/2018/5/layout/CenteredIconLabelDescriptionList"/>
    <dgm:cxn modelId="{B06C1F5D-F793-4E03-A484-291A98CE435F}" type="presParOf" srcId="{BFD5434D-5F93-4C5D-BAD3-41CDA3FE3F5B}" destId="{E617C692-CF1A-40F5-BF54-8D1C08E03669}" srcOrd="3" destOrd="0" presId="urn:microsoft.com/office/officeart/2018/5/layout/CenteredIconLabelDescriptionList"/>
    <dgm:cxn modelId="{29F48EE5-A977-4E27-80A2-FBBCF3490294}" type="presParOf" srcId="{BFD5434D-5F93-4C5D-BAD3-41CDA3FE3F5B}" destId="{4A13C257-B1BE-4DA4-A2A3-8CCB6DD13A4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819F6220-754D-4E3F-AAFA-56999ED3036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280E799-26ED-455B-8927-CCE00F8C74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Fasten the Chain</a:t>
          </a:r>
          <a:endParaRPr lang="en-US" dirty="0"/>
        </a:p>
      </dgm:t>
    </dgm:pt>
    <dgm:pt modelId="{4DB4BF30-2D79-4520-BF3B-74E8AE187089}" type="parTrans" cxnId="{EF858B4A-BC39-4510-8176-85863D6BC8BA}">
      <dgm:prSet/>
      <dgm:spPr/>
      <dgm:t>
        <a:bodyPr/>
        <a:lstStyle/>
        <a:p>
          <a:endParaRPr lang="en-US"/>
        </a:p>
      </dgm:t>
    </dgm:pt>
    <dgm:pt modelId="{C263EEE8-5888-48B8-9880-2F49194C2BE1}" type="sibTrans" cxnId="{EF858B4A-BC39-4510-8176-85863D6BC8BA}">
      <dgm:prSet/>
      <dgm:spPr/>
      <dgm:t>
        <a:bodyPr/>
        <a:lstStyle/>
        <a:p>
          <a:endParaRPr lang="en-US"/>
        </a:p>
      </dgm:t>
    </dgm:pt>
    <dgm:pt modelId="{5A0834C7-DAA5-4553-93E4-3A6E613081F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change a block</a:t>
          </a:r>
          <a:endParaRPr lang="en-US" dirty="0"/>
        </a:p>
      </dgm:t>
    </dgm:pt>
    <dgm:pt modelId="{0D01F4F9-868D-44E2-9521-D285767F6D5A}" type="parTrans" cxnId="{15A08C2A-4F1D-4EF3-9BB1-3C637E8E3C2E}">
      <dgm:prSet/>
      <dgm:spPr/>
      <dgm:t>
        <a:bodyPr/>
        <a:lstStyle/>
        <a:p>
          <a:endParaRPr lang="en-US"/>
        </a:p>
      </dgm:t>
    </dgm:pt>
    <dgm:pt modelId="{42809AA0-42F8-4BFC-88C4-99913C7CD0A5}" type="sibTrans" cxnId="{15A08C2A-4F1D-4EF3-9BB1-3C637E8E3C2E}">
      <dgm:prSet/>
      <dgm:spPr/>
      <dgm:t>
        <a:bodyPr/>
        <a:lstStyle/>
        <a:p>
          <a:endParaRPr lang="en-US"/>
        </a:p>
      </dgm:t>
    </dgm:pt>
    <dgm:pt modelId="{59BBD4BE-51B2-44D8-8D01-EBDD9D1B2DA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requires </a:t>
          </a:r>
          <a:r>
            <a:rPr lang="en-US" dirty="0"/>
            <a:t>recalculation of</a:t>
          </a:r>
        </a:p>
      </dgm:t>
    </dgm:pt>
    <dgm:pt modelId="{8B129F66-AB7F-4800-9D2C-6D59A4A676C4}" type="parTrans" cxnId="{AC37907D-108E-48F4-93F7-F98FE63C16DA}">
      <dgm:prSet/>
      <dgm:spPr/>
      <dgm:t>
        <a:bodyPr/>
        <a:lstStyle/>
        <a:p>
          <a:endParaRPr lang="en-US"/>
        </a:p>
      </dgm:t>
    </dgm:pt>
    <dgm:pt modelId="{68BC8F3F-2A3B-4203-832B-8C5A4DB7EC2F}" type="sibTrans" cxnId="{AC37907D-108E-48F4-93F7-F98FE63C16DA}">
      <dgm:prSet/>
      <dgm:spPr/>
      <dgm:t>
        <a:bodyPr/>
        <a:lstStyle/>
        <a:p>
          <a:endParaRPr lang="en-US"/>
        </a:p>
      </dgm:t>
    </dgm:pt>
    <dgm:pt modelId="{9D0C75CD-DDB0-4E21-A657-C9166C85324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Recalculation</a:t>
          </a:r>
          <a:endParaRPr lang="en-US" dirty="0"/>
        </a:p>
      </dgm:t>
    </dgm:pt>
    <dgm:pt modelId="{A0C71B95-556F-4E82-9606-403BD2E97017}" type="parTrans" cxnId="{8E7458BD-B31E-434B-869D-9AF91CE70C6C}">
      <dgm:prSet/>
      <dgm:spPr/>
      <dgm:t>
        <a:bodyPr/>
        <a:lstStyle/>
        <a:p>
          <a:endParaRPr lang="en-US"/>
        </a:p>
      </dgm:t>
    </dgm:pt>
    <dgm:pt modelId="{4E15CF24-6F4A-45F9-9613-1C39B27C5FDC}" type="sibTrans" cxnId="{8E7458BD-B31E-434B-869D-9AF91CE70C6C}">
      <dgm:prSet/>
      <dgm:spPr/>
      <dgm:t>
        <a:bodyPr/>
        <a:lstStyle/>
        <a:p>
          <a:endParaRPr lang="en-US"/>
        </a:p>
      </dgm:t>
    </dgm:pt>
    <dgm:pt modelId="{24AA6E16-8B51-4146-BB78-35BE7C89F2D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require enormous computation</a:t>
          </a:r>
        </a:p>
      </dgm:t>
    </dgm:pt>
    <dgm:pt modelId="{5CB52C93-EFC0-4E9A-BFF0-A760CB4D811B}" type="parTrans" cxnId="{1980F98C-23BA-415F-943A-6F6A967ADF46}">
      <dgm:prSet/>
      <dgm:spPr/>
      <dgm:t>
        <a:bodyPr/>
        <a:lstStyle/>
        <a:p>
          <a:endParaRPr lang="en-US"/>
        </a:p>
      </dgm:t>
    </dgm:pt>
    <dgm:pt modelId="{1E9FE201-5FE3-431F-ADF7-A563656C6421}" type="sibTrans" cxnId="{1980F98C-23BA-415F-943A-6F6A967ADF46}">
      <dgm:prSet/>
      <dgm:spPr/>
      <dgm:t>
        <a:bodyPr/>
        <a:lstStyle/>
        <a:p>
          <a:endParaRPr lang="en-US"/>
        </a:p>
      </dgm:t>
    </dgm:pt>
    <dgm:pt modelId="{E4523E08-C350-4044-92D6-D22D78207A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energy consumption</a:t>
          </a:r>
        </a:p>
      </dgm:t>
    </dgm:pt>
    <dgm:pt modelId="{A36AEE8D-8D9C-4FEE-BE8C-9DD54542601C}" type="parTrans" cxnId="{45E080F9-DEBE-40A9-991C-B505C8586A2C}">
      <dgm:prSet/>
      <dgm:spPr/>
      <dgm:t>
        <a:bodyPr/>
        <a:lstStyle/>
        <a:p>
          <a:endParaRPr lang="en-US"/>
        </a:p>
      </dgm:t>
    </dgm:pt>
    <dgm:pt modelId="{F5ABD6A6-292C-4D59-81A5-C6D014DFA3BB}" type="sibTrans" cxnId="{45E080F9-DEBE-40A9-991C-B505C8586A2C}">
      <dgm:prSet/>
      <dgm:spPr/>
      <dgm:t>
        <a:bodyPr/>
        <a:lstStyle/>
        <a:p>
          <a:endParaRPr lang="en-US"/>
        </a:p>
      </dgm:t>
    </dgm:pt>
    <dgm:pt modelId="{528F2B38-0779-4A06-861B-A2428510A6F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all subsequent blocks</a:t>
          </a:r>
        </a:p>
      </dgm:t>
    </dgm:pt>
    <dgm:pt modelId="{C933F7D9-9DB0-4239-9BBB-7B7154A91341}" type="parTrans" cxnId="{03D40CDE-FB85-40C4-9040-DD8D48269446}">
      <dgm:prSet/>
      <dgm:spPr/>
    </dgm:pt>
    <dgm:pt modelId="{9F195DF7-1CD6-4B78-A664-7BE6E75758A5}" type="sibTrans" cxnId="{03D40CDE-FB85-40C4-9040-DD8D48269446}">
      <dgm:prSet/>
      <dgm:spPr/>
    </dgm:pt>
    <dgm:pt modelId="{9AB228C8-063F-4F47-AB2A-AF74E97528EF}" type="pres">
      <dgm:prSet presAssocID="{819F6220-754D-4E3F-AAFA-56999ED30367}" presName="root" presStyleCnt="0">
        <dgm:presLayoutVars>
          <dgm:dir/>
          <dgm:resizeHandles val="exact"/>
        </dgm:presLayoutVars>
      </dgm:prSet>
      <dgm:spPr/>
    </dgm:pt>
    <dgm:pt modelId="{4572C44D-8105-4922-BCAE-A61696B6F3CF}" type="pres">
      <dgm:prSet presAssocID="{A280E799-26ED-455B-8927-CCE00F8C746C}" presName="compNode" presStyleCnt="0"/>
      <dgm:spPr/>
    </dgm:pt>
    <dgm:pt modelId="{B74F5110-424C-444D-8DE6-D861B045111A}" type="pres">
      <dgm:prSet presAssocID="{A280E799-26ED-455B-8927-CCE00F8C746C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arbage"/>
        </a:ext>
      </dgm:extLst>
    </dgm:pt>
    <dgm:pt modelId="{5F3627B0-1A0F-491A-8F64-7AE32FBD3C0A}" type="pres">
      <dgm:prSet presAssocID="{A280E799-26ED-455B-8927-CCE00F8C746C}" presName="iconSpace" presStyleCnt="0"/>
      <dgm:spPr/>
    </dgm:pt>
    <dgm:pt modelId="{A9805F65-D54A-409D-A024-A41AA050A05A}" type="pres">
      <dgm:prSet presAssocID="{A280E799-26ED-455B-8927-CCE00F8C746C}" presName="parTx" presStyleLbl="revTx" presStyleIdx="0" presStyleCnt="4">
        <dgm:presLayoutVars>
          <dgm:chMax val="0"/>
          <dgm:chPref val="0"/>
        </dgm:presLayoutVars>
      </dgm:prSet>
      <dgm:spPr/>
    </dgm:pt>
    <dgm:pt modelId="{CDD23CEC-67D9-46CC-985D-19EE3318D758}" type="pres">
      <dgm:prSet presAssocID="{A280E799-26ED-455B-8927-CCE00F8C746C}" presName="txSpace" presStyleCnt="0"/>
      <dgm:spPr/>
    </dgm:pt>
    <dgm:pt modelId="{2400BB0F-EFFF-405C-AFAD-7CFEDC22C464}" type="pres">
      <dgm:prSet presAssocID="{A280E799-26ED-455B-8927-CCE00F8C746C}" presName="desTx" presStyleLbl="revTx" presStyleIdx="1" presStyleCnt="4">
        <dgm:presLayoutVars/>
      </dgm:prSet>
      <dgm:spPr/>
    </dgm:pt>
    <dgm:pt modelId="{8A9782AC-81DA-4F00-80BF-CEA86E72BA1B}" type="pres">
      <dgm:prSet presAssocID="{C263EEE8-5888-48B8-9880-2F49194C2BE1}" presName="sibTrans" presStyleCnt="0"/>
      <dgm:spPr/>
    </dgm:pt>
    <dgm:pt modelId="{EEE30DDE-D9BA-426F-BA33-F2553FE5ACB4}" type="pres">
      <dgm:prSet presAssocID="{9D0C75CD-DDB0-4E21-A657-C9166C853240}" presName="compNode" presStyleCnt="0"/>
      <dgm:spPr/>
    </dgm:pt>
    <dgm:pt modelId="{B913BE78-7210-4D58-900D-2CCD9AC6E6BB}" type="pres">
      <dgm:prSet presAssocID="{9D0C75CD-DDB0-4E21-A657-C9166C85324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F1C00B4-9CD2-46D2-A607-D5DE8EF19562}" type="pres">
      <dgm:prSet presAssocID="{9D0C75CD-DDB0-4E21-A657-C9166C853240}" presName="iconSpace" presStyleCnt="0"/>
      <dgm:spPr/>
    </dgm:pt>
    <dgm:pt modelId="{05FBB136-F180-4849-A488-65DEBFDE50C7}" type="pres">
      <dgm:prSet presAssocID="{9D0C75CD-DDB0-4E21-A657-C9166C853240}" presName="parTx" presStyleLbl="revTx" presStyleIdx="2" presStyleCnt="4">
        <dgm:presLayoutVars>
          <dgm:chMax val="0"/>
          <dgm:chPref val="0"/>
        </dgm:presLayoutVars>
      </dgm:prSet>
      <dgm:spPr/>
    </dgm:pt>
    <dgm:pt modelId="{1547CD10-F209-4FC2-9FD9-05BCD27CE639}" type="pres">
      <dgm:prSet presAssocID="{9D0C75CD-DDB0-4E21-A657-C9166C853240}" presName="txSpace" presStyleCnt="0"/>
      <dgm:spPr/>
    </dgm:pt>
    <dgm:pt modelId="{7AFD6BF8-CF93-44BB-BFBB-41E1BCBBADEC}" type="pres">
      <dgm:prSet presAssocID="{9D0C75CD-DDB0-4E21-A657-C9166C853240}" presName="desTx" presStyleLbl="revTx" presStyleIdx="3" presStyleCnt="4">
        <dgm:presLayoutVars/>
      </dgm:prSet>
      <dgm:spPr/>
    </dgm:pt>
  </dgm:ptLst>
  <dgm:cxnLst>
    <dgm:cxn modelId="{DA5B8514-3E52-4336-9F7B-98394A6A3675}" type="presOf" srcId="{59BBD4BE-51B2-44D8-8D01-EBDD9D1B2DA1}" destId="{2400BB0F-EFFF-405C-AFAD-7CFEDC22C464}" srcOrd="0" destOrd="1" presId="urn:microsoft.com/office/officeart/2018/5/layout/CenteredIconLabelDescriptionList"/>
    <dgm:cxn modelId="{15A08C2A-4F1D-4EF3-9BB1-3C637E8E3C2E}" srcId="{A280E799-26ED-455B-8927-CCE00F8C746C}" destId="{5A0834C7-DAA5-4553-93E4-3A6E613081F0}" srcOrd="0" destOrd="0" parTransId="{0D01F4F9-868D-44E2-9521-D285767F6D5A}" sibTransId="{42809AA0-42F8-4BFC-88C4-99913C7CD0A5}"/>
    <dgm:cxn modelId="{0067AC3A-540D-427E-A558-5B1CECF8E443}" type="presOf" srcId="{528F2B38-0779-4A06-861B-A2428510A6FC}" destId="{2400BB0F-EFFF-405C-AFAD-7CFEDC22C464}" srcOrd="0" destOrd="2" presId="urn:microsoft.com/office/officeart/2018/5/layout/CenteredIconLabelDescriptionList"/>
    <dgm:cxn modelId="{EF858B4A-BC39-4510-8176-85863D6BC8BA}" srcId="{819F6220-754D-4E3F-AAFA-56999ED30367}" destId="{A280E799-26ED-455B-8927-CCE00F8C746C}" srcOrd="0" destOrd="0" parTransId="{4DB4BF30-2D79-4520-BF3B-74E8AE187089}" sibTransId="{C263EEE8-5888-48B8-9880-2F49194C2BE1}"/>
    <dgm:cxn modelId="{7D2E8154-6001-42F8-B91B-3CDD98CD6B01}" type="presOf" srcId="{9D0C75CD-DDB0-4E21-A657-C9166C853240}" destId="{05FBB136-F180-4849-A488-65DEBFDE50C7}" srcOrd="0" destOrd="0" presId="urn:microsoft.com/office/officeart/2018/5/layout/CenteredIconLabelDescriptionList"/>
    <dgm:cxn modelId="{AC37907D-108E-48F4-93F7-F98FE63C16DA}" srcId="{A280E799-26ED-455B-8927-CCE00F8C746C}" destId="{59BBD4BE-51B2-44D8-8D01-EBDD9D1B2DA1}" srcOrd="1" destOrd="0" parTransId="{8B129F66-AB7F-4800-9D2C-6D59A4A676C4}" sibTransId="{68BC8F3F-2A3B-4203-832B-8C5A4DB7EC2F}"/>
    <dgm:cxn modelId="{1980F98C-23BA-415F-943A-6F6A967ADF46}" srcId="{9D0C75CD-DDB0-4E21-A657-C9166C853240}" destId="{24AA6E16-8B51-4146-BB78-35BE7C89F2DA}" srcOrd="0" destOrd="0" parTransId="{5CB52C93-EFC0-4E9A-BFF0-A760CB4D811B}" sibTransId="{1E9FE201-5FE3-431F-ADF7-A563656C6421}"/>
    <dgm:cxn modelId="{52D6E4A2-4978-4FE0-9402-986B34959AF8}" type="presOf" srcId="{E4523E08-C350-4044-92D6-D22D78207A63}" destId="{7AFD6BF8-CF93-44BB-BFBB-41E1BCBBADEC}" srcOrd="0" destOrd="1" presId="urn:microsoft.com/office/officeart/2018/5/layout/CenteredIconLabelDescriptionList"/>
    <dgm:cxn modelId="{2B600FAF-5AF3-4857-B994-C451E72397FC}" type="presOf" srcId="{5A0834C7-DAA5-4553-93E4-3A6E613081F0}" destId="{2400BB0F-EFFF-405C-AFAD-7CFEDC22C464}" srcOrd="0" destOrd="0" presId="urn:microsoft.com/office/officeart/2018/5/layout/CenteredIconLabelDescriptionList"/>
    <dgm:cxn modelId="{FED660B2-8605-4A26-97E5-FD53959CA221}" type="presOf" srcId="{819F6220-754D-4E3F-AAFA-56999ED30367}" destId="{9AB228C8-063F-4F47-AB2A-AF74E97528EF}" srcOrd="0" destOrd="0" presId="urn:microsoft.com/office/officeart/2018/5/layout/CenteredIconLabelDescriptionList"/>
    <dgm:cxn modelId="{3F44A2B4-E50B-4DEA-AB9C-FDB1E6E3B981}" type="presOf" srcId="{A280E799-26ED-455B-8927-CCE00F8C746C}" destId="{A9805F65-D54A-409D-A024-A41AA050A05A}" srcOrd="0" destOrd="0" presId="urn:microsoft.com/office/officeart/2018/5/layout/CenteredIconLabelDescriptionList"/>
    <dgm:cxn modelId="{A3E640B9-570B-4232-A5CA-9B9FA0994279}" type="presOf" srcId="{24AA6E16-8B51-4146-BB78-35BE7C89F2DA}" destId="{7AFD6BF8-CF93-44BB-BFBB-41E1BCBBADEC}" srcOrd="0" destOrd="0" presId="urn:microsoft.com/office/officeart/2018/5/layout/CenteredIconLabelDescriptionList"/>
    <dgm:cxn modelId="{8E7458BD-B31E-434B-869D-9AF91CE70C6C}" srcId="{819F6220-754D-4E3F-AAFA-56999ED30367}" destId="{9D0C75CD-DDB0-4E21-A657-C9166C853240}" srcOrd="1" destOrd="0" parTransId="{A0C71B95-556F-4E82-9606-403BD2E97017}" sibTransId="{4E15CF24-6F4A-45F9-9613-1C39B27C5FDC}"/>
    <dgm:cxn modelId="{03D40CDE-FB85-40C4-9040-DD8D48269446}" srcId="{A280E799-26ED-455B-8927-CCE00F8C746C}" destId="{528F2B38-0779-4A06-861B-A2428510A6FC}" srcOrd="2" destOrd="0" parTransId="{C933F7D9-9DB0-4239-9BBB-7B7154A91341}" sibTransId="{9F195DF7-1CD6-4B78-A664-7BE6E75758A5}"/>
    <dgm:cxn modelId="{45E080F9-DEBE-40A9-991C-B505C8586A2C}" srcId="{9D0C75CD-DDB0-4E21-A657-C9166C853240}" destId="{E4523E08-C350-4044-92D6-D22D78207A63}" srcOrd="1" destOrd="0" parTransId="{A36AEE8D-8D9C-4FEE-BE8C-9DD54542601C}" sibTransId="{F5ABD6A6-292C-4D59-81A5-C6D014DFA3BB}"/>
    <dgm:cxn modelId="{99A5508E-9B2B-4380-9E2C-F66040EA4D86}" type="presParOf" srcId="{9AB228C8-063F-4F47-AB2A-AF74E97528EF}" destId="{4572C44D-8105-4922-BCAE-A61696B6F3CF}" srcOrd="0" destOrd="0" presId="urn:microsoft.com/office/officeart/2018/5/layout/CenteredIconLabelDescriptionList"/>
    <dgm:cxn modelId="{5083811D-7A62-43F5-B1DA-E09319E4B29A}" type="presParOf" srcId="{4572C44D-8105-4922-BCAE-A61696B6F3CF}" destId="{B74F5110-424C-444D-8DE6-D861B045111A}" srcOrd="0" destOrd="0" presId="urn:microsoft.com/office/officeart/2018/5/layout/CenteredIconLabelDescriptionList"/>
    <dgm:cxn modelId="{7574B297-3E82-4779-9AE9-916A284F7D01}" type="presParOf" srcId="{4572C44D-8105-4922-BCAE-A61696B6F3CF}" destId="{5F3627B0-1A0F-491A-8F64-7AE32FBD3C0A}" srcOrd="1" destOrd="0" presId="urn:microsoft.com/office/officeart/2018/5/layout/CenteredIconLabelDescriptionList"/>
    <dgm:cxn modelId="{3EA4DB89-884F-44C5-A990-B7E3C60D9C12}" type="presParOf" srcId="{4572C44D-8105-4922-BCAE-A61696B6F3CF}" destId="{A9805F65-D54A-409D-A024-A41AA050A05A}" srcOrd="2" destOrd="0" presId="urn:microsoft.com/office/officeart/2018/5/layout/CenteredIconLabelDescriptionList"/>
    <dgm:cxn modelId="{FA8AEF07-A699-49F1-AE05-D776A2DECCC5}" type="presParOf" srcId="{4572C44D-8105-4922-BCAE-A61696B6F3CF}" destId="{CDD23CEC-67D9-46CC-985D-19EE3318D758}" srcOrd="3" destOrd="0" presId="urn:microsoft.com/office/officeart/2018/5/layout/CenteredIconLabelDescriptionList"/>
    <dgm:cxn modelId="{AA247D41-9639-4566-AC05-3E0C8D2D1986}" type="presParOf" srcId="{4572C44D-8105-4922-BCAE-A61696B6F3CF}" destId="{2400BB0F-EFFF-405C-AFAD-7CFEDC22C464}" srcOrd="4" destOrd="0" presId="urn:microsoft.com/office/officeart/2018/5/layout/CenteredIconLabelDescriptionList"/>
    <dgm:cxn modelId="{4933A5F2-27D9-47F5-A3B6-1BF8D446A552}" type="presParOf" srcId="{9AB228C8-063F-4F47-AB2A-AF74E97528EF}" destId="{8A9782AC-81DA-4F00-80BF-CEA86E72BA1B}" srcOrd="1" destOrd="0" presId="urn:microsoft.com/office/officeart/2018/5/layout/CenteredIconLabelDescriptionList"/>
    <dgm:cxn modelId="{12193F6B-6900-48AC-B291-796A2BD7BB89}" type="presParOf" srcId="{9AB228C8-063F-4F47-AB2A-AF74E97528EF}" destId="{EEE30DDE-D9BA-426F-BA33-F2553FE5ACB4}" srcOrd="2" destOrd="0" presId="urn:microsoft.com/office/officeart/2018/5/layout/CenteredIconLabelDescriptionList"/>
    <dgm:cxn modelId="{00DE0C31-E6F0-40D2-AAFB-5537948245AB}" type="presParOf" srcId="{EEE30DDE-D9BA-426F-BA33-F2553FE5ACB4}" destId="{B913BE78-7210-4D58-900D-2CCD9AC6E6BB}" srcOrd="0" destOrd="0" presId="urn:microsoft.com/office/officeart/2018/5/layout/CenteredIconLabelDescriptionList"/>
    <dgm:cxn modelId="{11EFE9B7-BDE6-4E87-9717-D28B47C004B7}" type="presParOf" srcId="{EEE30DDE-D9BA-426F-BA33-F2553FE5ACB4}" destId="{7F1C00B4-9CD2-46D2-A607-D5DE8EF19562}" srcOrd="1" destOrd="0" presId="urn:microsoft.com/office/officeart/2018/5/layout/CenteredIconLabelDescriptionList"/>
    <dgm:cxn modelId="{8DC47F66-72F4-47D4-9671-BA53978C7EF0}" type="presParOf" srcId="{EEE30DDE-D9BA-426F-BA33-F2553FE5ACB4}" destId="{05FBB136-F180-4849-A488-65DEBFDE50C7}" srcOrd="2" destOrd="0" presId="urn:microsoft.com/office/officeart/2018/5/layout/CenteredIconLabelDescriptionList"/>
    <dgm:cxn modelId="{B7B6A24B-2A5D-4C26-A1CE-9763F17DEB49}" type="presParOf" srcId="{EEE30DDE-D9BA-426F-BA33-F2553FE5ACB4}" destId="{1547CD10-F209-4FC2-9FD9-05BCD27CE639}" srcOrd="3" destOrd="0" presId="urn:microsoft.com/office/officeart/2018/5/layout/CenteredIconLabelDescriptionList"/>
    <dgm:cxn modelId="{A8DE07AF-C796-41D8-8113-81B8EF2F05AA}" type="presParOf" srcId="{EEE30DDE-D9BA-426F-BA33-F2553FE5ACB4}" destId="{7AFD6BF8-CF93-44BB-BFBB-41E1BCBBADE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C7B859F7-B7A8-46B1-90F4-C5B19D0EFB2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1F59217A-ABE4-4DD9-82CF-6E860888F87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100 Blocks</a:t>
          </a:r>
          <a:endParaRPr lang="en-US" dirty="0"/>
        </a:p>
      </dgm:t>
    </dgm:pt>
    <dgm:pt modelId="{769A8565-E80B-41C0-97D7-20876B17C20E}" type="parTrans" cxnId="{EA038387-B291-4B0C-85FD-B6DB0A5CB4BD}">
      <dgm:prSet/>
      <dgm:spPr/>
      <dgm:t>
        <a:bodyPr/>
        <a:lstStyle/>
        <a:p>
          <a:endParaRPr lang="en-US"/>
        </a:p>
      </dgm:t>
    </dgm:pt>
    <dgm:pt modelId="{F19DB1DE-F408-45A2-9C90-2EB7FA115E29}" type="sibTrans" cxnId="{EA038387-B291-4B0C-85FD-B6DB0A5CB4BD}">
      <dgm:prSet/>
      <dgm:spPr/>
      <dgm:t>
        <a:bodyPr/>
        <a:lstStyle/>
        <a:p>
          <a:endParaRPr lang="en-US"/>
        </a:p>
      </dgm:t>
    </dgm:pt>
    <dgm:pt modelId="{B9856362-31DF-42B7-8720-C58FECE1DDB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</a:t>
          </a:r>
          <a:r>
            <a:rPr lang="tr-TR" dirty="0"/>
            <a:t> </a:t>
          </a:r>
          <a:r>
            <a:rPr lang="en-US" dirty="0"/>
            <a:t>Coinbase transaction</a:t>
          </a:r>
          <a:r>
            <a:rPr lang="tr-TR" dirty="0"/>
            <a:t> </a:t>
          </a:r>
          <a:r>
            <a:rPr lang="en-US" dirty="0"/>
            <a:t>can be spent</a:t>
          </a:r>
        </a:p>
      </dgm:t>
    </dgm:pt>
    <dgm:pt modelId="{5E0AC79C-359E-45C2-8652-7615DCF2F30F}" type="parTrans" cxnId="{05CDD3D0-43DD-4119-8873-2B6ED413A12E}">
      <dgm:prSet/>
      <dgm:spPr/>
      <dgm:t>
        <a:bodyPr/>
        <a:lstStyle/>
        <a:p>
          <a:endParaRPr lang="en-US"/>
        </a:p>
      </dgm:t>
    </dgm:pt>
    <dgm:pt modelId="{3874D2E4-4ADC-4419-983F-23A41F372CF4}" type="sibTrans" cxnId="{05CDD3D0-43DD-4119-8873-2B6ED413A12E}">
      <dgm:prSet/>
      <dgm:spPr/>
      <dgm:t>
        <a:bodyPr/>
        <a:lstStyle/>
        <a:p>
          <a:endParaRPr lang="en-US"/>
        </a:p>
      </dgm:t>
    </dgm:pt>
    <dgm:pt modelId="{9D4C8A02-57C6-44B5-AC71-925BC91E764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Coinbase transaction</a:t>
          </a:r>
        </a:p>
      </dgm:t>
    </dgm:pt>
    <dgm:pt modelId="{C24DA607-FE39-4F1C-BB8E-564B0F125149}" type="parTrans" cxnId="{F73CDFEC-123C-4D6D-B991-20A4DB7CC1C8}">
      <dgm:prSet/>
      <dgm:spPr/>
      <dgm:t>
        <a:bodyPr/>
        <a:lstStyle/>
        <a:p>
          <a:endParaRPr lang="en-US"/>
        </a:p>
      </dgm:t>
    </dgm:pt>
    <dgm:pt modelId="{456163A9-BB62-460A-BD4B-1102E52FC4A5}" type="sibTrans" cxnId="{F73CDFEC-123C-4D6D-B991-20A4DB7CC1C8}">
      <dgm:prSet/>
      <dgm:spPr/>
      <dgm:t>
        <a:bodyPr/>
        <a:lstStyle/>
        <a:p>
          <a:endParaRPr lang="en-US"/>
        </a:p>
      </dgm:t>
    </dgm:pt>
    <dgm:pt modelId="{062DA6DE-3757-45D2-9E42-AAE814608B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transaction</a:t>
          </a:r>
        </a:p>
      </dgm:t>
    </dgm:pt>
    <dgm:pt modelId="{96918220-FF5B-4C7E-9453-B090974C2B32}" type="parTrans" cxnId="{66BBEAEC-9853-4B92-AC0F-64394576ACF5}">
      <dgm:prSet/>
      <dgm:spPr/>
      <dgm:t>
        <a:bodyPr/>
        <a:lstStyle/>
        <a:p>
          <a:endParaRPr lang="en-US"/>
        </a:p>
      </dgm:t>
    </dgm:pt>
    <dgm:pt modelId="{5719EBF6-3648-45CD-A090-962C6A8033D5}" type="sibTrans" cxnId="{66BBEAEC-9853-4B92-AC0F-64394576ACF5}">
      <dgm:prSet/>
      <dgm:spPr/>
      <dgm:t>
        <a:bodyPr/>
        <a:lstStyle/>
        <a:p>
          <a:endParaRPr lang="en-US"/>
        </a:p>
      </dgm:t>
    </dgm:pt>
    <dgm:pt modelId="{7289D39A-E313-443D-829D-F9322DF93AE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1000 blocks</a:t>
          </a:r>
          <a:endParaRPr lang="en-US"/>
        </a:p>
      </dgm:t>
    </dgm:pt>
    <dgm:pt modelId="{0E8E8728-EDB8-43ED-B87B-7E7AFBDEA273}" type="parTrans" cxnId="{76C2005C-2185-47E4-A555-272BAD96A590}">
      <dgm:prSet/>
      <dgm:spPr/>
      <dgm:t>
        <a:bodyPr/>
        <a:lstStyle/>
        <a:p>
          <a:endParaRPr lang="en-US"/>
        </a:p>
      </dgm:t>
    </dgm:pt>
    <dgm:pt modelId="{5E2B0784-A288-4742-8AEF-4A6EF249AAFA}" type="sibTrans" cxnId="{76C2005C-2185-47E4-A555-272BAD96A590}">
      <dgm:prSet/>
      <dgm:spPr/>
      <dgm:t>
        <a:bodyPr/>
        <a:lstStyle/>
        <a:p>
          <a:endParaRPr lang="en-US"/>
        </a:p>
      </dgm:t>
    </dgm:pt>
    <dgm:pt modelId="{4A7B6E2B-EF37-4D46-B781-155FFF1321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blockchain is settled</a:t>
          </a:r>
        </a:p>
      </dgm:t>
    </dgm:pt>
    <dgm:pt modelId="{C7858082-3350-428B-909C-FB40BC5E513C}" type="parTrans" cxnId="{8235C16A-2593-46DB-8A02-7BCB063A700C}">
      <dgm:prSet/>
      <dgm:spPr/>
      <dgm:t>
        <a:bodyPr/>
        <a:lstStyle/>
        <a:p>
          <a:endParaRPr lang="en-US"/>
        </a:p>
      </dgm:t>
    </dgm:pt>
    <dgm:pt modelId="{0A80562C-9433-44EE-A2BC-D07CD8452215}" type="sibTrans" cxnId="{8235C16A-2593-46DB-8A02-7BCB063A700C}">
      <dgm:prSet/>
      <dgm:spPr/>
      <dgm:t>
        <a:bodyPr/>
        <a:lstStyle/>
        <a:p>
          <a:endParaRPr lang="en-US"/>
        </a:p>
      </dgm:t>
    </dgm:pt>
    <dgm:pt modelId="{6A3BDAAA-8277-44EA-BB5B-B05F1C420CA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</a:t>
          </a:r>
          <a:r>
            <a:rPr lang="en-US" dirty="0"/>
            <a:t>all</a:t>
          </a:r>
          <a:r>
            <a:rPr lang="tr-TR" dirty="0"/>
            <a:t> </a:t>
          </a:r>
          <a:r>
            <a:rPr lang="en-US" dirty="0"/>
            <a:t>practical purposes.</a:t>
          </a:r>
        </a:p>
      </dgm:t>
    </dgm:pt>
    <dgm:pt modelId="{167F37F0-096D-46DE-8E99-CD9A6B4D23A9}" type="parTrans" cxnId="{4D3F1C9C-8DD2-4E31-9011-DA55572A2CE4}">
      <dgm:prSet/>
      <dgm:spPr/>
      <dgm:t>
        <a:bodyPr/>
        <a:lstStyle/>
        <a:p>
          <a:endParaRPr lang="tr-TR"/>
        </a:p>
      </dgm:t>
    </dgm:pt>
    <dgm:pt modelId="{0E5A1224-3147-436E-91A7-A17E55BFA483}" type="sibTrans" cxnId="{4D3F1C9C-8DD2-4E31-9011-DA55572A2CE4}">
      <dgm:prSet/>
      <dgm:spPr/>
      <dgm:t>
        <a:bodyPr/>
        <a:lstStyle/>
        <a:p>
          <a:endParaRPr lang="tr-TR"/>
        </a:p>
      </dgm:t>
    </dgm:pt>
    <dgm:pt modelId="{9DE37E03-E496-49CB-B3BB-B71133D4B01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Stability</a:t>
          </a:r>
          <a:endParaRPr lang="en-US" dirty="0"/>
        </a:p>
      </dgm:t>
    </dgm:pt>
    <dgm:pt modelId="{F7BF81D8-D35F-45FC-91BC-F148EEEEF73C}" type="parTrans" cxnId="{4845204E-E354-4504-A05B-46D69E8B6E41}">
      <dgm:prSet/>
      <dgm:spPr/>
      <dgm:t>
        <a:bodyPr/>
        <a:lstStyle/>
        <a:p>
          <a:endParaRPr lang="tr-TR"/>
        </a:p>
      </dgm:t>
    </dgm:pt>
    <dgm:pt modelId="{F987542B-240F-43C1-A4BF-FC6EE5517831}" type="sibTrans" cxnId="{4845204E-E354-4504-A05B-46D69E8B6E41}">
      <dgm:prSet/>
      <dgm:spPr/>
      <dgm:t>
        <a:bodyPr/>
        <a:lstStyle/>
        <a:p>
          <a:endParaRPr lang="tr-TR"/>
        </a:p>
      </dgm:t>
    </dgm:pt>
    <dgm:pt modelId="{6994D459-1A5D-4574-A2F4-10F81F1FC9B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containing </a:t>
          </a:r>
          <a:r>
            <a:rPr lang="en-US" dirty="0"/>
            <a:t>newly mined bitcoin</a:t>
          </a:r>
        </a:p>
      </dgm:t>
    </dgm:pt>
    <dgm:pt modelId="{8E62E387-698B-42C9-9F41-4791BD7306DA}" type="parTrans" cxnId="{0DD1B961-F9DA-4329-A46F-EB1DBDA2B2ED}">
      <dgm:prSet/>
      <dgm:spPr/>
      <dgm:t>
        <a:bodyPr/>
        <a:lstStyle/>
        <a:p>
          <a:endParaRPr lang="tr-TR"/>
        </a:p>
      </dgm:t>
    </dgm:pt>
    <dgm:pt modelId="{A62DEC3F-C7CD-40A2-B698-012B6D733CD4}" type="sibTrans" cxnId="{0DD1B961-F9DA-4329-A46F-EB1DBDA2B2ED}">
      <dgm:prSet/>
      <dgm:spPr/>
      <dgm:t>
        <a:bodyPr/>
        <a:lstStyle/>
        <a:p>
          <a:endParaRPr lang="tr-TR"/>
        </a:p>
      </dgm:t>
    </dgm:pt>
    <dgm:pt modelId="{969172A5-40B9-4114-87CA-51A1268884E6}" type="pres">
      <dgm:prSet presAssocID="{C7B859F7-B7A8-46B1-90F4-C5B19D0EFB28}" presName="root" presStyleCnt="0">
        <dgm:presLayoutVars>
          <dgm:dir/>
          <dgm:resizeHandles val="exact"/>
        </dgm:presLayoutVars>
      </dgm:prSet>
      <dgm:spPr/>
    </dgm:pt>
    <dgm:pt modelId="{A2EB40DF-CF28-4BC5-BFDB-910ADA06D7A0}" type="pres">
      <dgm:prSet presAssocID="{1F59217A-ABE4-4DD9-82CF-6E860888F871}" presName="compNode" presStyleCnt="0"/>
      <dgm:spPr/>
    </dgm:pt>
    <dgm:pt modelId="{F227AE13-0D9A-4026-8F6A-31687FC72E37}" type="pres">
      <dgm:prSet presAssocID="{1F59217A-ABE4-4DD9-82CF-6E860888F87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2EBAC7E-61DB-4F1B-B2B4-4BCF2042EFEE}" type="pres">
      <dgm:prSet presAssocID="{1F59217A-ABE4-4DD9-82CF-6E860888F871}" presName="iconSpace" presStyleCnt="0"/>
      <dgm:spPr/>
    </dgm:pt>
    <dgm:pt modelId="{9FF9B18A-BFB5-4561-B977-413071F4691B}" type="pres">
      <dgm:prSet presAssocID="{1F59217A-ABE4-4DD9-82CF-6E860888F871}" presName="parTx" presStyleLbl="revTx" presStyleIdx="0" presStyleCnt="6">
        <dgm:presLayoutVars>
          <dgm:chMax val="0"/>
          <dgm:chPref val="0"/>
        </dgm:presLayoutVars>
      </dgm:prSet>
      <dgm:spPr/>
    </dgm:pt>
    <dgm:pt modelId="{A0D9C974-CD1B-4E36-88D4-EE962E1CE9E4}" type="pres">
      <dgm:prSet presAssocID="{1F59217A-ABE4-4DD9-82CF-6E860888F871}" presName="txSpace" presStyleCnt="0"/>
      <dgm:spPr/>
    </dgm:pt>
    <dgm:pt modelId="{236AEFE1-DAE3-40B0-A439-2E06A9F7395E}" type="pres">
      <dgm:prSet presAssocID="{1F59217A-ABE4-4DD9-82CF-6E860888F871}" presName="desTx" presStyleLbl="revTx" presStyleIdx="1" presStyleCnt="6">
        <dgm:presLayoutVars/>
      </dgm:prSet>
      <dgm:spPr/>
    </dgm:pt>
    <dgm:pt modelId="{1EB38A40-1A10-4BF6-8D70-7DA86A12A1EC}" type="pres">
      <dgm:prSet presAssocID="{F19DB1DE-F408-45A2-9C90-2EB7FA115E29}" presName="sibTrans" presStyleCnt="0"/>
      <dgm:spPr/>
    </dgm:pt>
    <dgm:pt modelId="{E9558642-1F41-4771-AE58-843C6327E3D5}" type="pres">
      <dgm:prSet presAssocID="{9D4C8A02-57C6-44B5-AC71-925BC91E7643}" presName="compNode" presStyleCnt="0"/>
      <dgm:spPr/>
    </dgm:pt>
    <dgm:pt modelId="{3193EAAE-B5AE-4BBD-856C-2FFF2BFA3AA2}" type="pres">
      <dgm:prSet presAssocID="{9D4C8A02-57C6-44B5-AC71-925BC91E7643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old bars"/>
        </a:ext>
      </dgm:extLst>
    </dgm:pt>
    <dgm:pt modelId="{40BC95F4-EF62-46CA-BE84-6B910C697869}" type="pres">
      <dgm:prSet presAssocID="{9D4C8A02-57C6-44B5-AC71-925BC91E7643}" presName="iconSpace" presStyleCnt="0"/>
      <dgm:spPr/>
    </dgm:pt>
    <dgm:pt modelId="{464F521D-CEE0-469D-B9DE-2C78F4946185}" type="pres">
      <dgm:prSet presAssocID="{9D4C8A02-57C6-44B5-AC71-925BC91E7643}" presName="parTx" presStyleLbl="revTx" presStyleIdx="2" presStyleCnt="6">
        <dgm:presLayoutVars>
          <dgm:chMax val="0"/>
          <dgm:chPref val="0"/>
        </dgm:presLayoutVars>
      </dgm:prSet>
      <dgm:spPr/>
    </dgm:pt>
    <dgm:pt modelId="{E4E9FF17-D95E-45FD-B306-80BD41C6575C}" type="pres">
      <dgm:prSet presAssocID="{9D4C8A02-57C6-44B5-AC71-925BC91E7643}" presName="txSpace" presStyleCnt="0"/>
      <dgm:spPr/>
    </dgm:pt>
    <dgm:pt modelId="{03715A04-2C8D-476B-AE6E-82376BFDB939}" type="pres">
      <dgm:prSet presAssocID="{9D4C8A02-57C6-44B5-AC71-925BC91E7643}" presName="desTx" presStyleLbl="revTx" presStyleIdx="3" presStyleCnt="6">
        <dgm:presLayoutVars/>
      </dgm:prSet>
      <dgm:spPr/>
    </dgm:pt>
    <dgm:pt modelId="{4E7697B3-965E-48AE-8270-730C88985404}" type="pres">
      <dgm:prSet presAssocID="{456163A9-BB62-460A-BD4B-1102E52FC4A5}" presName="sibTrans" presStyleCnt="0"/>
      <dgm:spPr/>
    </dgm:pt>
    <dgm:pt modelId="{BC9446C7-37FB-4C86-A92A-B4337C6723F1}" type="pres">
      <dgm:prSet presAssocID="{7289D39A-E313-443D-829D-F9322DF93AE1}" presName="compNode" presStyleCnt="0"/>
      <dgm:spPr/>
    </dgm:pt>
    <dgm:pt modelId="{46DE7427-4AC0-47F5-BE35-CCE19AC941BD}" type="pres">
      <dgm:prSet presAssocID="{7289D39A-E313-443D-829D-F9322DF93AE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erson with Cane"/>
        </a:ext>
      </dgm:extLst>
    </dgm:pt>
    <dgm:pt modelId="{BDA66530-DE93-4D6B-A01D-B4A6B08689C7}" type="pres">
      <dgm:prSet presAssocID="{7289D39A-E313-443D-829D-F9322DF93AE1}" presName="iconSpace" presStyleCnt="0"/>
      <dgm:spPr/>
    </dgm:pt>
    <dgm:pt modelId="{F4E86C25-A657-47B4-A393-C7791BE47F16}" type="pres">
      <dgm:prSet presAssocID="{7289D39A-E313-443D-829D-F9322DF93AE1}" presName="parTx" presStyleLbl="revTx" presStyleIdx="4" presStyleCnt="6">
        <dgm:presLayoutVars>
          <dgm:chMax val="0"/>
          <dgm:chPref val="0"/>
        </dgm:presLayoutVars>
      </dgm:prSet>
      <dgm:spPr/>
    </dgm:pt>
    <dgm:pt modelId="{152A4DE3-0C36-42C4-8CDA-6E21A866FCEB}" type="pres">
      <dgm:prSet presAssocID="{7289D39A-E313-443D-829D-F9322DF93AE1}" presName="txSpace" presStyleCnt="0"/>
      <dgm:spPr/>
    </dgm:pt>
    <dgm:pt modelId="{BDED7D9F-0683-4FAC-A91B-3D04C2DA8D2E}" type="pres">
      <dgm:prSet presAssocID="{7289D39A-E313-443D-829D-F9322DF93AE1}" presName="desTx" presStyleLbl="revTx" presStyleIdx="5" presStyleCnt="6">
        <dgm:presLayoutVars/>
      </dgm:prSet>
      <dgm:spPr/>
    </dgm:pt>
  </dgm:ptLst>
  <dgm:cxnLst>
    <dgm:cxn modelId="{76C2005C-2185-47E4-A555-272BAD96A590}" srcId="{C7B859F7-B7A8-46B1-90F4-C5B19D0EFB28}" destId="{7289D39A-E313-443D-829D-F9322DF93AE1}" srcOrd="2" destOrd="0" parTransId="{0E8E8728-EDB8-43ED-B87B-7E7AFBDEA273}" sibTransId="{5E2B0784-A288-4742-8AEF-4A6EF249AAFA}"/>
    <dgm:cxn modelId="{0DD1B961-F9DA-4329-A46F-EB1DBDA2B2ED}" srcId="{9D4C8A02-57C6-44B5-AC71-925BC91E7643}" destId="{6994D459-1A5D-4574-A2F4-10F81F1FC9B7}" srcOrd="1" destOrd="0" parTransId="{8E62E387-698B-42C9-9F41-4791BD7306DA}" sibTransId="{A62DEC3F-C7CD-40A2-B698-012B6D733CD4}"/>
    <dgm:cxn modelId="{CFD0CF46-E4FF-40B3-B92E-7E29E92F38A2}" type="presOf" srcId="{9D4C8A02-57C6-44B5-AC71-925BC91E7643}" destId="{464F521D-CEE0-469D-B9DE-2C78F4946185}" srcOrd="0" destOrd="0" presId="urn:microsoft.com/office/officeart/2018/5/layout/CenteredIconLabelDescriptionList"/>
    <dgm:cxn modelId="{8235C16A-2593-46DB-8A02-7BCB063A700C}" srcId="{7289D39A-E313-443D-829D-F9322DF93AE1}" destId="{4A7B6E2B-EF37-4D46-B781-155FFF1321D7}" srcOrd="0" destOrd="0" parTransId="{C7858082-3350-428B-909C-FB40BC5E513C}" sibTransId="{0A80562C-9433-44EE-A2BC-D07CD8452215}"/>
    <dgm:cxn modelId="{EDED0D6C-C4F2-486F-A223-F815AC6EF980}" type="presOf" srcId="{7289D39A-E313-443D-829D-F9322DF93AE1}" destId="{F4E86C25-A657-47B4-A393-C7791BE47F16}" srcOrd="0" destOrd="0" presId="urn:microsoft.com/office/officeart/2018/5/layout/CenteredIconLabelDescriptionList"/>
    <dgm:cxn modelId="{4845204E-E354-4504-A05B-46D69E8B6E41}" srcId="{1F59217A-ABE4-4DD9-82CF-6E860888F871}" destId="{9DE37E03-E496-49CB-B3BB-B71133D4B015}" srcOrd="0" destOrd="0" parTransId="{F7BF81D8-D35F-45FC-91BC-F148EEEEF73C}" sibTransId="{F987542B-240F-43C1-A4BF-FC6EE5517831}"/>
    <dgm:cxn modelId="{43C50170-96A9-4CCF-A865-ACA56C620129}" type="presOf" srcId="{B9856362-31DF-42B7-8720-C58FECE1DDBF}" destId="{236AEFE1-DAE3-40B0-A439-2E06A9F7395E}" srcOrd="0" destOrd="1" presId="urn:microsoft.com/office/officeart/2018/5/layout/CenteredIconLabelDescriptionList"/>
    <dgm:cxn modelId="{EA038387-B291-4B0C-85FD-B6DB0A5CB4BD}" srcId="{C7B859F7-B7A8-46B1-90F4-C5B19D0EFB28}" destId="{1F59217A-ABE4-4DD9-82CF-6E860888F871}" srcOrd="0" destOrd="0" parTransId="{769A8565-E80B-41C0-97D7-20876B17C20E}" sibTransId="{F19DB1DE-F408-45A2-9C90-2EB7FA115E29}"/>
    <dgm:cxn modelId="{4D3F1C9C-8DD2-4E31-9011-DA55572A2CE4}" srcId="{7289D39A-E313-443D-829D-F9322DF93AE1}" destId="{6A3BDAAA-8277-44EA-BB5B-B05F1C420CAA}" srcOrd="1" destOrd="0" parTransId="{167F37F0-096D-46DE-8E99-CD9A6B4D23A9}" sibTransId="{0E5A1224-3147-436E-91A7-A17E55BFA483}"/>
    <dgm:cxn modelId="{1175EFA0-40BB-44DE-B619-FC523D625D3C}" type="presOf" srcId="{6994D459-1A5D-4574-A2F4-10F81F1FC9B7}" destId="{03715A04-2C8D-476B-AE6E-82376BFDB939}" srcOrd="0" destOrd="1" presId="urn:microsoft.com/office/officeart/2018/5/layout/CenteredIconLabelDescriptionList"/>
    <dgm:cxn modelId="{421BB6B2-487C-43C2-988D-3700E71CB12A}" type="presOf" srcId="{9DE37E03-E496-49CB-B3BB-B71133D4B015}" destId="{236AEFE1-DAE3-40B0-A439-2E06A9F7395E}" srcOrd="0" destOrd="0" presId="urn:microsoft.com/office/officeart/2018/5/layout/CenteredIconLabelDescriptionList"/>
    <dgm:cxn modelId="{05CDD3D0-43DD-4119-8873-2B6ED413A12E}" srcId="{1F59217A-ABE4-4DD9-82CF-6E860888F871}" destId="{B9856362-31DF-42B7-8720-C58FECE1DDBF}" srcOrd="1" destOrd="0" parTransId="{5E0AC79C-359E-45C2-8652-7615DCF2F30F}" sibTransId="{3874D2E4-4ADC-4419-983F-23A41F372CF4}"/>
    <dgm:cxn modelId="{147B77DC-85ED-4991-AF3B-814E7FCCE139}" type="presOf" srcId="{6A3BDAAA-8277-44EA-BB5B-B05F1C420CAA}" destId="{BDED7D9F-0683-4FAC-A91B-3D04C2DA8D2E}" srcOrd="0" destOrd="1" presId="urn:microsoft.com/office/officeart/2018/5/layout/CenteredIconLabelDescriptionList"/>
    <dgm:cxn modelId="{F1AA7CE3-8948-423C-97DF-A4B8082B921F}" type="presOf" srcId="{062DA6DE-3757-45D2-9E42-AAE814608B56}" destId="{03715A04-2C8D-476B-AE6E-82376BFDB939}" srcOrd="0" destOrd="0" presId="urn:microsoft.com/office/officeart/2018/5/layout/CenteredIconLabelDescriptionList"/>
    <dgm:cxn modelId="{20B9BBEA-A1EB-4D79-92CC-952FCC7B794F}" type="presOf" srcId="{4A7B6E2B-EF37-4D46-B781-155FFF1321D7}" destId="{BDED7D9F-0683-4FAC-A91B-3D04C2DA8D2E}" srcOrd="0" destOrd="0" presId="urn:microsoft.com/office/officeart/2018/5/layout/CenteredIconLabelDescriptionList"/>
    <dgm:cxn modelId="{F73CDFEC-123C-4D6D-B991-20A4DB7CC1C8}" srcId="{C7B859F7-B7A8-46B1-90F4-C5B19D0EFB28}" destId="{9D4C8A02-57C6-44B5-AC71-925BC91E7643}" srcOrd="1" destOrd="0" parTransId="{C24DA607-FE39-4F1C-BB8E-564B0F125149}" sibTransId="{456163A9-BB62-460A-BD4B-1102E52FC4A5}"/>
    <dgm:cxn modelId="{66BBEAEC-9853-4B92-AC0F-64394576ACF5}" srcId="{9D4C8A02-57C6-44B5-AC71-925BC91E7643}" destId="{062DA6DE-3757-45D2-9E42-AAE814608B56}" srcOrd="0" destOrd="0" parTransId="{96918220-FF5B-4C7E-9453-B090974C2B32}" sibTransId="{5719EBF6-3648-45CD-A090-962C6A8033D5}"/>
    <dgm:cxn modelId="{FC8EE2EE-D37B-42AB-9D1E-B1723C0FDFB8}" type="presOf" srcId="{1F59217A-ABE4-4DD9-82CF-6E860888F871}" destId="{9FF9B18A-BFB5-4561-B977-413071F4691B}" srcOrd="0" destOrd="0" presId="urn:microsoft.com/office/officeart/2018/5/layout/CenteredIconLabelDescriptionList"/>
    <dgm:cxn modelId="{148D3AEF-6F90-4BA8-BDE5-6642806C99E7}" type="presOf" srcId="{C7B859F7-B7A8-46B1-90F4-C5B19D0EFB28}" destId="{969172A5-40B9-4114-87CA-51A1268884E6}" srcOrd="0" destOrd="0" presId="urn:microsoft.com/office/officeart/2018/5/layout/CenteredIconLabelDescriptionList"/>
    <dgm:cxn modelId="{42806AD5-C7C3-48BD-A402-898A9A68AAC1}" type="presParOf" srcId="{969172A5-40B9-4114-87CA-51A1268884E6}" destId="{A2EB40DF-CF28-4BC5-BFDB-910ADA06D7A0}" srcOrd="0" destOrd="0" presId="urn:microsoft.com/office/officeart/2018/5/layout/CenteredIconLabelDescriptionList"/>
    <dgm:cxn modelId="{D98CA6EA-7106-4BE7-B76F-7AA3C8461281}" type="presParOf" srcId="{A2EB40DF-CF28-4BC5-BFDB-910ADA06D7A0}" destId="{F227AE13-0D9A-4026-8F6A-31687FC72E37}" srcOrd="0" destOrd="0" presId="urn:microsoft.com/office/officeart/2018/5/layout/CenteredIconLabelDescriptionList"/>
    <dgm:cxn modelId="{8F34F8C8-7C68-4F23-B93C-63BA2554223D}" type="presParOf" srcId="{A2EB40DF-CF28-4BC5-BFDB-910ADA06D7A0}" destId="{42EBAC7E-61DB-4F1B-B2B4-4BCF2042EFEE}" srcOrd="1" destOrd="0" presId="urn:microsoft.com/office/officeart/2018/5/layout/CenteredIconLabelDescriptionList"/>
    <dgm:cxn modelId="{18E9EBCA-0C40-4C5A-B861-747320DA0711}" type="presParOf" srcId="{A2EB40DF-CF28-4BC5-BFDB-910ADA06D7A0}" destId="{9FF9B18A-BFB5-4561-B977-413071F4691B}" srcOrd="2" destOrd="0" presId="urn:microsoft.com/office/officeart/2018/5/layout/CenteredIconLabelDescriptionList"/>
    <dgm:cxn modelId="{E50DAB1A-B6EC-496D-A4AE-248059B59B7B}" type="presParOf" srcId="{A2EB40DF-CF28-4BC5-BFDB-910ADA06D7A0}" destId="{A0D9C974-CD1B-4E36-88D4-EE962E1CE9E4}" srcOrd="3" destOrd="0" presId="urn:microsoft.com/office/officeart/2018/5/layout/CenteredIconLabelDescriptionList"/>
    <dgm:cxn modelId="{494AFF2C-249F-475C-8591-94B31ED694EC}" type="presParOf" srcId="{A2EB40DF-CF28-4BC5-BFDB-910ADA06D7A0}" destId="{236AEFE1-DAE3-40B0-A439-2E06A9F7395E}" srcOrd="4" destOrd="0" presId="urn:microsoft.com/office/officeart/2018/5/layout/CenteredIconLabelDescriptionList"/>
    <dgm:cxn modelId="{B4AF1086-CF7D-461E-8DED-31A41B82DF6A}" type="presParOf" srcId="{969172A5-40B9-4114-87CA-51A1268884E6}" destId="{1EB38A40-1A10-4BF6-8D70-7DA86A12A1EC}" srcOrd="1" destOrd="0" presId="urn:microsoft.com/office/officeart/2018/5/layout/CenteredIconLabelDescriptionList"/>
    <dgm:cxn modelId="{C9B37734-EF01-4E33-8AFF-41D26DD3DC98}" type="presParOf" srcId="{969172A5-40B9-4114-87CA-51A1268884E6}" destId="{E9558642-1F41-4771-AE58-843C6327E3D5}" srcOrd="2" destOrd="0" presId="urn:microsoft.com/office/officeart/2018/5/layout/CenteredIconLabelDescriptionList"/>
    <dgm:cxn modelId="{9D621585-1092-4D0C-93B7-3E095BC8C9DE}" type="presParOf" srcId="{E9558642-1F41-4771-AE58-843C6327E3D5}" destId="{3193EAAE-B5AE-4BBD-856C-2FFF2BFA3AA2}" srcOrd="0" destOrd="0" presId="urn:microsoft.com/office/officeart/2018/5/layout/CenteredIconLabelDescriptionList"/>
    <dgm:cxn modelId="{F69A6A1B-90B9-4149-B3AE-D44ED513D4DD}" type="presParOf" srcId="{E9558642-1F41-4771-AE58-843C6327E3D5}" destId="{40BC95F4-EF62-46CA-BE84-6B910C697869}" srcOrd="1" destOrd="0" presId="urn:microsoft.com/office/officeart/2018/5/layout/CenteredIconLabelDescriptionList"/>
    <dgm:cxn modelId="{51CB33B8-AA87-4F24-9007-8B8248562A4C}" type="presParOf" srcId="{E9558642-1F41-4771-AE58-843C6327E3D5}" destId="{464F521D-CEE0-469D-B9DE-2C78F4946185}" srcOrd="2" destOrd="0" presId="urn:microsoft.com/office/officeart/2018/5/layout/CenteredIconLabelDescriptionList"/>
    <dgm:cxn modelId="{04E6C5E4-637B-40E4-963D-93A2B15FE1E8}" type="presParOf" srcId="{E9558642-1F41-4771-AE58-843C6327E3D5}" destId="{E4E9FF17-D95E-45FD-B306-80BD41C6575C}" srcOrd="3" destOrd="0" presId="urn:microsoft.com/office/officeart/2018/5/layout/CenteredIconLabelDescriptionList"/>
    <dgm:cxn modelId="{363BF15E-F800-4A30-B1FB-9C985E016188}" type="presParOf" srcId="{E9558642-1F41-4771-AE58-843C6327E3D5}" destId="{03715A04-2C8D-476B-AE6E-82376BFDB939}" srcOrd="4" destOrd="0" presId="urn:microsoft.com/office/officeart/2018/5/layout/CenteredIconLabelDescriptionList"/>
    <dgm:cxn modelId="{BB1CD81C-0B04-4789-A194-D5DEF728B8D4}" type="presParOf" srcId="{969172A5-40B9-4114-87CA-51A1268884E6}" destId="{4E7697B3-965E-48AE-8270-730C88985404}" srcOrd="3" destOrd="0" presId="urn:microsoft.com/office/officeart/2018/5/layout/CenteredIconLabelDescriptionList"/>
    <dgm:cxn modelId="{40FE5802-E177-47E3-B0EF-ADFBA742A574}" type="presParOf" srcId="{969172A5-40B9-4114-87CA-51A1268884E6}" destId="{BC9446C7-37FB-4C86-A92A-B4337C6723F1}" srcOrd="4" destOrd="0" presId="urn:microsoft.com/office/officeart/2018/5/layout/CenteredIconLabelDescriptionList"/>
    <dgm:cxn modelId="{BA6C5BDC-B249-434E-8623-BCA8C9694718}" type="presParOf" srcId="{BC9446C7-37FB-4C86-A92A-B4337C6723F1}" destId="{46DE7427-4AC0-47F5-BE35-CCE19AC941BD}" srcOrd="0" destOrd="0" presId="urn:microsoft.com/office/officeart/2018/5/layout/CenteredIconLabelDescriptionList"/>
    <dgm:cxn modelId="{E52CBD9C-6E39-424D-8BA1-4870F4E39D7E}" type="presParOf" srcId="{BC9446C7-37FB-4C86-A92A-B4337C6723F1}" destId="{BDA66530-DE93-4D6B-A01D-B4A6B08689C7}" srcOrd="1" destOrd="0" presId="urn:microsoft.com/office/officeart/2018/5/layout/CenteredIconLabelDescriptionList"/>
    <dgm:cxn modelId="{F6C26C5C-E7C1-4794-8DA0-084C12268C9E}" type="presParOf" srcId="{BC9446C7-37FB-4C86-A92A-B4337C6723F1}" destId="{F4E86C25-A657-47B4-A393-C7791BE47F16}" srcOrd="2" destOrd="0" presId="urn:microsoft.com/office/officeart/2018/5/layout/CenteredIconLabelDescriptionList"/>
    <dgm:cxn modelId="{062CCCFC-E499-4734-AF48-E5C32B648F79}" type="presParOf" srcId="{BC9446C7-37FB-4C86-A92A-B4337C6723F1}" destId="{152A4DE3-0C36-42C4-8CDA-6E21A866FCEB}" srcOrd="3" destOrd="0" presId="urn:microsoft.com/office/officeart/2018/5/layout/CenteredIconLabelDescriptionList"/>
    <dgm:cxn modelId="{012BDB17-A2C0-412D-8B4D-8A9D6F38DD7B}" type="presParOf" srcId="{BC9446C7-37FB-4C86-A92A-B4337C6723F1}" destId="{BDED7D9F-0683-4FAC-A91B-3D04C2DA8D2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7D4BCEB8-3978-4A9B-92A7-0EBE27D6C71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4004EA90-DD35-4B52-9CB8-46DB048268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</a:t>
          </a:r>
        </a:p>
      </dgm:t>
    </dgm:pt>
    <dgm:pt modelId="{91362CE8-BA7C-4C6B-8041-A0C0374BF702}" type="parTrans" cxnId="{24B820BF-138B-4EF2-9077-8BA019FA06DF}">
      <dgm:prSet/>
      <dgm:spPr/>
      <dgm:t>
        <a:bodyPr/>
        <a:lstStyle/>
        <a:p>
          <a:endParaRPr lang="tr-TR" sz="2000"/>
        </a:p>
      </dgm:t>
    </dgm:pt>
    <dgm:pt modelId="{3F8DD129-A93E-44BD-8D30-10C3C348E2E6}" type="sibTrans" cxnId="{24B820BF-138B-4EF2-9077-8BA019FA06DF}">
      <dgm:prSet/>
      <dgm:spPr/>
      <dgm:t>
        <a:bodyPr/>
        <a:lstStyle/>
        <a:p>
          <a:endParaRPr lang="tr-TR"/>
        </a:p>
      </dgm:t>
    </dgm:pt>
    <dgm:pt modelId="{4FB5C8D5-2771-4CA6-9C11-521966E6D71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Container data structure</a:t>
          </a:r>
          <a:endParaRPr lang="tr-TR"/>
        </a:p>
      </dgm:t>
    </dgm:pt>
    <dgm:pt modelId="{6D3C3FED-5258-400F-911B-8D9908025624}" type="parTrans" cxnId="{9C1C1FB7-15CF-47F6-A87E-325D6CDD8A75}">
      <dgm:prSet/>
      <dgm:spPr/>
      <dgm:t>
        <a:bodyPr/>
        <a:lstStyle/>
        <a:p>
          <a:endParaRPr lang="tr-TR" sz="2000"/>
        </a:p>
      </dgm:t>
    </dgm:pt>
    <dgm:pt modelId="{FD001774-C319-438B-B9DB-9F43A970F36C}" type="sibTrans" cxnId="{9C1C1FB7-15CF-47F6-A87E-325D6CDD8A75}">
      <dgm:prSet/>
      <dgm:spPr/>
      <dgm:t>
        <a:bodyPr/>
        <a:lstStyle/>
        <a:p>
          <a:endParaRPr lang="tr-TR"/>
        </a:p>
      </dgm:t>
    </dgm:pt>
    <dgm:pt modelId="{3C005DD3-5A98-4AAB-965F-F5B32555FF0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aggregates transactions</a:t>
          </a:r>
          <a:endParaRPr lang="tr-TR"/>
        </a:p>
      </dgm:t>
    </dgm:pt>
    <dgm:pt modelId="{EFEF2991-6084-498B-AC74-CC3756FC6C8B}" type="parTrans" cxnId="{33521A13-56C4-458F-B452-211153E0650F}">
      <dgm:prSet/>
      <dgm:spPr/>
      <dgm:t>
        <a:bodyPr/>
        <a:lstStyle/>
        <a:p>
          <a:endParaRPr lang="tr-TR" sz="2000"/>
        </a:p>
      </dgm:t>
    </dgm:pt>
    <dgm:pt modelId="{DF7FCE25-1DE1-4751-BBE5-BC39B5EFCA0A}" type="sibTrans" cxnId="{33521A13-56C4-458F-B452-211153E0650F}">
      <dgm:prSet/>
      <dgm:spPr/>
      <dgm:t>
        <a:bodyPr/>
        <a:lstStyle/>
        <a:p>
          <a:endParaRPr lang="tr-TR"/>
        </a:p>
      </dgm:t>
    </dgm:pt>
    <dgm:pt modelId="{452C8EC6-1194-4DD0-A3C5-E929B56C998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is a container</a:t>
          </a:r>
        </a:p>
      </dgm:t>
    </dgm:pt>
    <dgm:pt modelId="{6917F4A2-C1C8-44A9-A1BB-C4E86A50C134}" type="parTrans" cxnId="{0973DB8F-B7B1-4180-ADA9-62E80EFF9913}">
      <dgm:prSet/>
      <dgm:spPr/>
    </dgm:pt>
    <dgm:pt modelId="{265F318F-9A24-48B0-AE49-FADFF97CD276}" type="sibTrans" cxnId="{0973DB8F-B7B1-4180-ADA9-62E80EFF9913}">
      <dgm:prSet/>
      <dgm:spPr/>
    </dgm:pt>
    <dgm:pt modelId="{2EA663D1-DA52-40E3-BA48-B7CAA8C1BC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inclusion in the</a:t>
          </a:r>
          <a:r>
            <a:rPr lang="tr-TR"/>
            <a:t> </a:t>
          </a:r>
          <a:r>
            <a:rPr lang="en-US"/>
            <a:t>public ledger</a:t>
          </a:r>
          <a:endParaRPr lang="tr-TR"/>
        </a:p>
      </dgm:t>
    </dgm:pt>
    <dgm:pt modelId="{808B302A-C46B-429D-A7BB-67912A449AEA}" type="parTrans" cxnId="{C82C5752-B87E-4DF1-A8A9-A50CC0454E14}">
      <dgm:prSet/>
      <dgm:spPr/>
    </dgm:pt>
    <dgm:pt modelId="{1AE05F96-E106-4933-95B5-24D48F74AADA}" type="sibTrans" cxnId="{C82C5752-B87E-4DF1-A8A9-A50CC0454E14}">
      <dgm:prSet/>
      <dgm:spPr/>
    </dgm:pt>
    <dgm:pt modelId="{BF88DCFD-E099-4926-BE85-4901AC4FDA8F}" type="pres">
      <dgm:prSet presAssocID="{7D4BCEB8-3978-4A9B-92A7-0EBE27D6C719}" presName="root" presStyleCnt="0">
        <dgm:presLayoutVars>
          <dgm:dir/>
          <dgm:resizeHandles val="exact"/>
        </dgm:presLayoutVars>
      </dgm:prSet>
      <dgm:spPr/>
    </dgm:pt>
    <dgm:pt modelId="{B4F77FE0-F59D-4D89-BB11-DB6C1C7FF543}" type="pres">
      <dgm:prSet presAssocID="{4004EA90-DD35-4B52-9CB8-46DB048268CA}" presName="compNode" presStyleCnt="0"/>
      <dgm:spPr/>
    </dgm:pt>
    <dgm:pt modelId="{A05D460C-6F53-445B-96A0-904D61E9F2A7}" type="pres">
      <dgm:prSet presAssocID="{4004EA90-DD35-4B52-9CB8-46DB048268CA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utu"/>
        </a:ext>
      </dgm:extLst>
    </dgm:pt>
    <dgm:pt modelId="{76A38101-732A-41B6-B2CA-1DB94542B6FD}" type="pres">
      <dgm:prSet presAssocID="{4004EA90-DD35-4B52-9CB8-46DB048268CA}" presName="iconSpace" presStyleCnt="0"/>
      <dgm:spPr/>
    </dgm:pt>
    <dgm:pt modelId="{15579E6F-A129-47D7-8BC0-0B457E7CC7AC}" type="pres">
      <dgm:prSet presAssocID="{4004EA90-DD35-4B52-9CB8-46DB048268CA}" presName="parTx" presStyleLbl="revTx" presStyleIdx="0" presStyleCnt="4">
        <dgm:presLayoutVars>
          <dgm:chMax val="0"/>
          <dgm:chPref val="0"/>
        </dgm:presLayoutVars>
      </dgm:prSet>
      <dgm:spPr/>
    </dgm:pt>
    <dgm:pt modelId="{CCEA91E8-D003-40BB-BC39-019A8CEFFBA5}" type="pres">
      <dgm:prSet presAssocID="{4004EA90-DD35-4B52-9CB8-46DB048268CA}" presName="txSpace" presStyleCnt="0"/>
      <dgm:spPr/>
    </dgm:pt>
    <dgm:pt modelId="{9C3C9039-7C72-4CFB-8C94-39F9CE77D70E}" type="pres">
      <dgm:prSet presAssocID="{4004EA90-DD35-4B52-9CB8-46DB048268CA}" presName="desTx" presStyleLbl="revTx" presStyleIdx="1" presStyleCnt="4">
        <dgm:presLayoutVars/>
      </dgm:prSet>
      <dgm:spPr/>
    </dgm:pt>
    <dgm:pt modelId="{F70B3EAD-A41B-4E8C-AB23-27C706302263}" type="pres">
      <dgm:prSet presAssocID="{3F8DD129-A93E-44BD-8D30-10C3C348E2E6}" presName="sibTrans" presStyleCnt="0"/>
      <dgm:spPr/>
    </dgm:pt>
    <dgm:pt modelId="{E0102E31-2C2C-4AB2-9010-6E4F0660647C}" type="pres">
      <dgm:prSet presAssocID="{4FB5C8D5-2771-4CA6-9C11-521966E6D71E}" presName="compNode" presStyleCnt="0"/>
      <dgm:spPr/>
    </dgm:pt>
    <dgm:pt modelId="{6AC40D60-93EC-4005-BF40-AE292A22C204}" type="pres">
      <dgm:prSet presAssocID="{4FB5C8D5-2771-4CA6-9C11-521966E6D71E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5E7E4064-3CC9-4A59-B162-CF61F46F6325}" type="pres">
      <dgm:prSet presAssocID="{4FB5C8D5-2771-4CA6-9C11-521966E6D71E}" presName="iconSpace" presStyleCnt="0"/>
      <dgm:spPr/>
    </dgm:pt>
    <dgm:pt modelId="{95B17060-F601-4E0E-A316-F848AC829328}" type="pres">
      <dgm:prSet presAssocID="{4FB5C8D5-2771-4CA6-9C11-521966E6D71E}" presName="parTx" presStyleLbl="revTx" presStyleIdx="2" presStyleCnt="4">
        <dgm:presLayoutVars>
          <dgm:chMax val="0"/>
          <dgm:chPref val="0"/>
        </dgm:presLayoutVars>
      </dgm:prSet>
      <dgm:spPr/>
    </dgm:pt>
    <dgm:pt modelId="{E0C249E4-7E63-43EC-84A7-BEF84816F29D}" type="pres">
      <dgm:prSet presAssocID="{4FB5C8D5-2771-4CA6-9C11-521966E6D71E}" presName="txSpace" presStyleCnt="0"/>
      <dgm:spPr/>
    </dgm:pt>
    <dgm:pt modelId="{DE11550F-8982-41DB-A9B6-38A7BC2552D1}" type="pres">
      <dgm:prSet presAssocID="{4FB5C8D5-2771-4CA6-9C11-521966E6D71E}" presName="desTx" presStyleLbl="revTx" presStyleIdx="3" presStyleCnt="4">
        <dgm:presLayoutVars/>
      </dgm:prSet>
      <dgm:spPr/>
    </dgm:pt>
  </dgm:ptLst>
  <dgm:cxnLst>
    <dgm:cxn modelId="{33521A13-56C4-458F-B452-211153E0650F}" srcId="{4FB5C8D5-2771-4CA6-9C11-521966E6D71E}" destId="{3C005DD3-5A98-4AAB-965F-F5B32555FF04}" srcOrd="0" destOrd="0" parTransId="{EFEF2991-6084-498B-AC74-CC3756FC6C8B}" sibTransId="{DF7FCE25-1DE1-4751-BBE5-BC39B5EFCA0A}"/>
    <dgm:cxn modelId="{8F5E1F62-1B26-46C7-9E4C-C6EAAE9C89BC}" type="presOf" srcId="{4004EA90-DD35-4B52-9CB8-46DB048268CA}" destId="{15579E6F-A129-47D7-8BC0-0B457E7CC7AC}" srcOrd="0" destOrd="0" presId="urn:microsoft.com/office/officeart/2018/5/layout/CenteredIconLabelDescriptionList"/>
    <dgm:cxn modelId="{81BA194A-65C2-4276-BEF5-49F86FA170F8}" type="presOf" srcId="{2EA663D1-DA52-40E3-BA48-B7CAA8C1BCA9}" destId="{DE11550F-8982-41DB-A9B6-38A7BC2552D1}" srcOrd="0" destOrd="1" presId="urn:microsoft.com/office/officeart/2018/5/layout/CenteredIconLabelDescriptionList"/>
    <dgm:cxn modelId="{0CB1656E-1D2C-4C74-948E-2AE17FD97BBD}" type="presOf" srcId="{7D4BCEB8-3978-4A9B-92A7-0EBE27D6C719}" destId="{BF88DCFD-E099-4926-BE85-4901AC4FDA8F}" srcOrd="0" destOrd="0" presId="urn:microsoft.com/office/officeart/2018/5/layout/CenteredIconLabelDescriptionList"/>
    <dgm:cxn modelId="{C82C5752-B87E-4DF1-A8A9-A50CC0454E14}" srcId="{4FB5C8D5-2771-4CA6-9C11-521966E6D71E}" destId="{2EA663D1-DA52-40E3-BA48-B7CAA8C1BCA9}" srcOrd="1" destOrd="0" parTransId="{808B302A-C46B-429D-A7BB-67912A449AEA}" sibTransId="{1AE05F96-E106-4933-95B5-24D48F74AADA}"/>
    <dgm:cxn modelId="{2F48398D-8BD7-4686-AA72-3AF7DA33595B}" type="presOf" srcId="{4FB5C8D5-2771-4CA6-9C11-521966E6D71E}" destId="{95B17060-F601-4E0E-A316-F848AC829328}" srcOrd="0" destOrd="0" presId="urn:microsoft.com/office/officeart/2018/5/layout/CenteredIconLabelDescriptionList"/>
    <dgm:cxn modelId="{0973DB8F-B7B1-4180-ADA9-62E80EFF9913}" srcId="{4004EA90-DD35-4B52-9CB8-46DB048268CA}" destId="{452C8EC6-1194-4DD0-A3C5-E929B56C998B}" srcOrd="0" destOrd="0" parTransId="{6917F4A2-C1C8-44A9-A1BB-C4E86A50C134}" sibTransId="{265F318F-9A24-48B0-AE49-FADFF97CD276}"/>
    <dgm:cxn modelId="{9C1C1FB7-15CF-47F6-A87E-325D6CDD8A75}" srcId="{7D4BCEB8-3978-4A9B-92A7-0EBE27D6C719}" destId="{4FB5C8D5-2771-4CA6-9C11-521966E6D71E}" srcOrd="1" destOrd="0" parTransId="{6D3C3FED-5258-400F-911B-8D9908025624}" sibTransId="{FD001774-C319-438B-B9DB-9F43A970F36C}"/>
    <dgm:cxn modelId="{24B820BF-138B-4EF2-9077-8BA019FA06DF}" srcId="{7D4BCEB8-3978-4A9B-92A7-0EBE27D6C719}" destId="{4004EA90-DD35-4B52-9CB8-46DB048268CA}" srcOrd="0" destOrd="0" parTransId="{91362CE8-BA7C-4C6B-8041-A0C0374BF702}" sibTransId="{3F8DD129-A93E-44BD-8D30-10C3C348E2E6}"/>
    <dgm:cxn modelId="{DA48E6CB-6ED4-4574-BD88-0FDE10818423}" type="presOf" srcId="{452C8EC6-1194-4DD0-A3C5-E929B56C998B}" destId="{9C3C9039-7C72-4CFB-8C94-39F9CE77D70E}" srcOrd="0" destOrd="0" presId="urn:microsoft.com/office/officeart/2018/5/layout/CenteredIconLabelDescriptionList"/>
    <dgm:cxn modelId="{17748AD2-D300-43F9-B806-B22101232E04}" type="presOf" srcId="{3C005DD3-5A98-4AAB-965F-F5B32555FF04}" destId="{DE11550F-8982-41DB-A9B6-38A7BC2552D1}" srcOrd="0" destOrd="0" presId="urn:microsoft.com/office/officeart/2018/5/layout/CenteredIconLabelDescriptionList"/>
    <dgm:cxn modelId="{2051BABE-D50F-4639-882B-2C2C18DE90CD}" type="presParOf" srcId="{BF88DCFD-E099-4926-BE85-4901AC4FDA8F}" destId="{B4F77FE0-F59D-4D89-BB11-DB6C1C7FF543}" srcOrd="0" destOrd="0" presId="urn:microsoft.com/office/officeart/2018/5/layout/CenteredIconLabelDescriptionList"/>
    <dgm:cxn modelId="{B24B9BC0-1AC4-4962-ABEB-927E686CD12A}" type="presParOf" srcId="{B4F77FE0-F59D-4D89-BB11-DB6C1C7FF543}" destId="{A05D460C-6F53-445B-96A0-904D61E9F2A7}" srcOrd="0" destOrd="0" presId="urn:microsoft.com/office/officeart/2018/5/layout/CenteredIconLabelDescriptionList"/>
    <dgm:cxn modelId="{1FC91880-7835-45D3-AFFD-C4AC9E5D4CAE}" type="presParOf" srcId="{B4F77FE0-F59D-4D89-BB11-DB6C1C7FF543}" destId="{76A38101-732A-41B6-B2CA-1DB94542B6FD}" srcOrd="1" destOrd="0" presId="urn:microsoft.com/office/officeart/2018/5/layout/CenteredIconLabelDescriptionList"/>
    <dgm:cxn modelId="{65BB3F9D-A3A5-4AFD-A2AE-25E77CFED825}" type="presParOf" srcId="{B4F77FE0-F59D-4D89-BB11-DB6C1C7FF543}" destId="{15579E6F-A129-47D7-8BC0-0B457E7CC7AC}" srcOrd="2" destOrd="0" presId="urn:microsoft.com/office/officeart/2018/5/layout/CenteredIconLabelDescriptionList"/>
    <dgm:cxn modelId="{B149EC8D-655C-48B1-9329-46CCC4C07B99}" type="presParOf" srcId="{B4F77FE0-F59D-4D89-BB11-DB6C1C7FF543}" destId="{CCEA91E8-D003-40BB-BC39-019A8CEFFBA5}" srcOrd="3" destOrd="0" presId="urn:microsoft.com/office/officeart/2018/5/layout/CenteredIconLabelDescriptionList"/>
    <dgm:cxn modelId="{41E94AEB-D312-4E0D-B146-62AFC72522C3}" type="presParOf" srcId="{B4F77FE0-F59D-4D89-BB11-DB6C1C7FF543}" destId="{9C3C9039-7C72-4CFB-8C94-39F9CE77D70E}" srcOrd="4" destOrd="0" presId="urn:microsoft.com/office/officeart/2018/5/layout/CenteredIconLabelDescriptionList"/>
    <dgm:cxn modelId="{8785FB56-FBAE-4FF6-AFC5-F4ED7AD10F42}" type="presParOf" srcId="{BF88DCFD-E099-4926-BE85-4901AC4FDA8F}" destId="{F70B3EAD-A41B-4E8C-AB23-27C706302263}" srcOrd="1" destOrd="0" presId="urn:microsoft.com/office/officeart/2018/5/layout/CenteredIconLabelDescriptionList"/>
    <dgm:cxn modelId="{1C265075-B389-4E2B-BAA6-E4549C9991AE}" type="presParOf" srcId="{BF88DCFD-E099-4926-BE85-4901AC4FDA8F}" destId="{E0102E31-2C2C-4AB2-9010-6E4F0660647C}" srcOrd="2" destOrd="0" presId="urn:microsoft.com/office/officeart/2018/5/layout/CenteredIconLabelDescriptionList"/>
    <dgm:cxn modelId="{4AD3E50F-9CA1-439A-AFD0-A908EF269903}" type="presParOf" srcId="{E0102E31-2C2C-4AB2-9010-6E4F0660647C}" destId="{6AC40D60-93EC-4005-BF40-AE292A22C204}" srcOrd="0" destOrd="0" presId="urn:microsoft.com/office/officeart/2018/5/layout/CenteredIconLabelDescriptionList"/>
    <dgm:cxn modelId="{3442D9D5-B682-4AE1-BF36-D39F294B6939}" type="presParOf" srcId="{E0102E31-2C2C-4AB2-9010-6E4F0660647C}" destId="{5E7E4064-3CC9-4A59-B162-CF61F46F6325}" srcOrd="1" destOrd="0" presId="urn:microsoft.com/office/officeart/2018/5/layout/CenteredIconLabelDescriptionList"/>
    <dgm:cxn modelId="{7B4E423A-00E2-46E0-8C28-EF6A6B28A887}" type="presParOf" srcId="{E0102E31-2C2C-4AB2-9010-6E4F0660647C}" destId="{95B17060-F601-4E0E-A316-F848AC829328}" srcOrd="2" destOrd="0" presId="urn:microsoft.com/office/officeart/2018/5/layout/CenteredIconLabelDescriptionList"/>
    <dgm:cxn modelId="{58638AA2-FE2C-4C6A-927C-A830A6462F0A}" type="presParOf" srcId="{E0102E31-2C2C-4AB2-9010-6E4F0660647C}" destId="{E0C249E4-7E63-43EC-84A7-BEF84816F29D}" srcOrd="3" destOrd="0" presId="urn:microsoft.com/office/officeart/2018/5/layout/CenteredIconLabelDescriptionList"/>
    <dgm:cxn modelId="{D199F139-9F78-4799-847F-DE5C7D9DFD4A}" type="presParOf" srcId="{E0102E31-2C2C-4AB2-9010-6E4F0660647C}" destId="{DE11550F-8982-41DB-A9B6-38A7BC2552D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7D4BCEB8-3978-4A9B-92A7-0EBE27D6C71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4004EA90-DD35-4B52-9CB8-46DB048268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Block</a:t>
          </a:r>
        </a:p>
      </dgm:t>
    </dgm:pt>
    <dgm:pt modelId="{91362CE8-BA7C-4C6B-8041-A0C0374BF702}" type="parTrans" cxnId="{24B820BF-138B-4EF2-9077-8BA019FA06DF}">
      <dgm:prSet/>
      <dgm:spPr/>
      <dgm:t>
        <a:bodyPr/>
        <a:lstStyle/>
        <a:p>
          <a:endParaRPr lang="tr-TR" sz="2000"/>
        </a:p>
      </dgm:t>
    </dgm:pt>
    <dgm:pt modelId="{3F8DD129-A93E-44BD-8D30-10C3C348E2E6}" type="sibTrans" cxnId="{24B820BF-138B-4EF2-9077-8BA019FA06DF}">
      <dgm:prSet/>
      <dgm:spPr/>
      <dgm:t>
        <a:bodyPr/>
        <a:lstStyle/>
        <a:p>
          <a:endParaRPr lang="tr-TR"/>
        </a:p>
      </dgm:t>
    </dgm:pt>
    <dgm:pt modelId="{B745A4FC-8066-4B3E-80AB-C4E43D702A4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header</a:t>
          </a:r>
          <a:endParaRPr lang="tr-TR"/>
        </a:p>
      </dgm:t>
    </dgm:pt>
    <dgm:pt modelId="{2EA7E202-D86E-4B94-B55D-B1A804C34E14}" type="parTrans" cxnId="{F6E5D96C-20A6-4EB9-9187-836FA740049B}">
      <dgm:prSet/>
      <dgm:spPr/>
      <dgm:t>
        <a:bodyPr/>
        <a:lstStyle/>
        <a:p>
          <a:endParaRPr lang="tr-TR" sz="2000"/>
        </a:p>
      </dgm:t>
    </dgm:pt>
    <dgm:pt modelId="{B427F426-EF14-464A-B2E6-B0C1065FD177}" type="sibTrans" cxnId="{F6E5D96C-20A6-4EB9-9187-836FA740049B}">
      <dgm:prSet/>
      <dgm:spPr/>
      <dgm:t>
        <a:bodyPr/>
        <a:lstStyle/>
        <a:p>
          <a:endParaRPr lang="tr-TR"/>
        </a:p>
      </dgm:t>
    </dgm:pt>
    <dgm:pt modelId="{6C907B92-E5CB-4384-95A5-EF98E4F711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containing metadata</a:t>
          </a:r>
          <a:endParaRPr lang="tr-TR" dirty="0"/>
        </a:p>
      </dgm:t>
    </dgm:pt>
    <dgm:pt modelId="{2A34E301-47C4-413E-ABC3-8A5127E18CB5}" type="parTrans" cxnId="{D4CCFE36-858F-4869-A17E-8A0DA7AA5144}">
      <dgm:prSet/>
      <dgm:spPr/>
      <dgm:t>
        <a:bodyPr/>
        <a:lstStyle/>
        <a:p>
          <a:endParaRPr lang="tr-TR" sz="2000"/>
        </a:p>
      </dgm:t>
    </dgm:pt>
    <dgm:pt modelId="{773A0138-7BBE-41F9-85D8-440C85C4C11E}" type="sibTrans" cxnId="{D4CCFE36-858F-4869-A17E-8A0DA7AA5144}">
      <dgm:prSet/>
      <dgm:spPr/>
      <dgm:t>
        <a:bodyPr/>
        <a:lstStyle/>
        <a:p>
          <a:endParaRPr lang="tr-TR"/>
        </a:p>
      </dgm:t>
    </dgm:pt>
    <dgm:pt modelId="{DD6D4A06-BB7A-4352-B829-B4D620E6445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Header</a:t>
          </a:r>
        </a:p>
      </dgm:t>
    </dgm:pt>
    <dgm:pt modelId="{854E2556-6837-477B-A97D-4202BA6F96C3}" type="parTrans" cxnId="{2E9BA19E-98E6-4EE6-ADA8-40949770F7E2}">
      <dgm:prSet/>
      <dgm:spPr/>
      <dgm:t>
        <a:bodyPr/>
        <a:lstStyle/>
        <a:p>
          <a:endParaRPr lang="tr-TR"/>
        </a:p>
      </dgm:t>
    </dgm:pt>
    <dgm:pt modelId="{532F9AD5-25EC-4193-8DA4-45D6783DFCAA}" type="sibTrans" cxnId="{2E9BA19E-98E6-4EE6-ADA8-40949770F7E2}">
      <dgm:prSet/>
      <dgm:spPr/>
      <dgm:t>
        <a:bodyPr/>
        <a:lstStyle/>
        <a:p>
          <a:endParaRPr lang="tr-TR"/>
        </a:p>
      </dgm:t>
    </dgm:pt>
    <dgm:pt modelId="{6E4B3718-1513-40A3-8DBE-4CF1A0E9DCC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80 bytes</a:t>
          </a:r>
        </a:p>
      </dgm:t>
    </dgm:pt>
    <dgm:pt modelId="{4122B0EF-610D-4097-9A5A-D5D2D995598F}" type="parTrans" cxnId="{CAF1FF28-EB02-4A51-BAEC-BB82037C2000}">
      <dgm:prSet/>
      <dgm:spPr/>
      <dgm:t>
        <a:bodyPr/>
        <a:lstStyle/>
        <a:p>
          <a:endParaRPr lang="tr-TR"/>
        </a:p>
      </dgm:t>
    </dgm:pt>
    <dgm:pt modelId="{70C58E7F-E124-434C-8F55-3C2C895CEFFE}" type="sibTrans" cxnId="{CAF1FF28-EB02-4A51-BAEC-BB82037C2000}">
      <dgm:prSet/>
      <dgm:spPr/>
      <dgm:t>
        <a:bodyPr/>
        <a:lstStyle/>
        <a:p>
          <a:endParaRPr lang="tr-TR"/>
        </a:p>
      </dgm:t>
    </dgm:pt>
    <dgm:pt modelId="{5A2E285B-ACD5-404D-B6E1-4735615DEDD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 count</a:t>
          </a:r>
        </a:p>
      </dgm:t>
    </dgm:pt>
    <dgm:pt modelId="{677BDE8C-1D84-469F-A0E7-56A06D778E60}" type="parTrans" cxnId="{C53ED972-2C48-4968-8C7B-DDAC5A6C98B3}">
      <dgm:prSet/>
      <dgm:spPr/>
      <dgm:t>
        <a:bodyPr/>
        <a:lstStyle/>
        <a:p>
          <a:endParaRPr lang="tr-TR"/>
        </a:p>
      </dgm:t>
    </dgm:pt>
    <dgm:pt modelId="{277D689D-82C5-4581-9A7A-8BC9B4ACF993}" type="sibTrans" cxnId="{C53ED972-2C48-4968-8C7B-DDAC5A6C98B3}">
      <dgm:prSet/>
      <dgm:spPr/>
      <dgm:t>
        <a:bodyPr/>
        <a:lstStyle/>
        <a:p>
          <a:endParaRPr lang="tr-TR"/>
        </a:p>
      </dgm:t>
    </dgm:pt>
    <dgm:pt modelId="{276D7436-1330-42A1-9F43-A8D9038A345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Magic number</a:t>
          </a:r>
        </a:p>
      </dgm:t>
    </dgm:pt>
    <dgm:pt modelId="{F7F6A911-03E6-4048-A9BB-662F5ABDD953}" type="parTrans" cxnId="{F37312FE-20F6-49D6-8A54-051F2515A65B}">
      <dgm:prSet/>
      <dgm:spPr/>
      <dgm:t>
        <a:bodyPr/>
        <a:lstStyle/>
        <a:p>
          <a:endParaRPr lang="tr-TR"/>
        </a:p>
      </dgm:t>
    </dgm:pt>
    <dgm:pt modelId="{350601F3-9CFF-4EF5-AFD1-A2D87E803C73}" type="sibTrans" cxnId="{F37312FE-20F6-49D6-8A54-051F2515A65B}">
      <dgm:prSet/>
      <dgm:spPr/>
      <dgm:t>
        <a:bodyPr/>
        <a:lstStyle/>
        <a:p>
          <a:endParaRPr lang="tr-TR"/>
        </a:p>
      </dgm:t>
    </dgm:pt>
    <dgm:pt modelId="{F7D018C7-C5B5-4A9F-96B1-407F39AF435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Block size</a:t>
          </a:r>
        </a:p>
      </dgm:t>
    </dgm:pt>
    <dgm:pt modelId="{B1D78D75-D76B-48F3-B536-293DF45105E5}" type="parTrans" cxnId="{E163CB6C-C99D-430D-B944-64E8E6DC0998}">
      <dgm:prSet/>
      <dgm:spPr/>
      <dgm:t>
        <a:bodyPr/>
        <a:lstStyle/>
        <a:p>
          <a:endParaRPr lang="tr-TR"/>
        </a:p>
      </dgm:t>
    </dgm:pt>
    <dgm:pt modelId="{03442DEB-78E0-4C24-A7F0-FB9261A0DBC5}" type="sibTrans" cxnId="{E163CB6C-C99D-430D-B944-64E8E6DC0998}">
      <dgm:prSet/>
      <dgm:spPr/>
      <dgm:t>
        <a:bodyPr/>
        <a:lstStyle/>
        <a:p>
          <a:endParaRPr lang="tr-TR"/>
        </a:p>
      </dgm:t>
    </dgm:pt>
    <dgm:pt modelId="{CF87A029-0039-49B1-966C-F239A17BF6F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Transactions</a:t>
          </a:r>
        </a:p>
      </dgm:t>
    </dgm:pt>
    <dgm:pt modelId="{CF086E52-C7F8-4910-9C3D-310DC9E65C86}" type="parTrans" cxnId="{518D97D2-624D-45BE-A347-9CF0F8307A38}">
      <dgm:prSet/>
      <dgm:spPr/>
      <dgm:t>
        <a:bodyPr/>
        <a:lstStyle/>
        <a:p>
          <a:endParaRPr lang="tr-TR"/>
        </a:p>
      </dgm:t>
    </dgm:pt>
    <dgm:pt modelId="{4BFDD778-B0CD-4B1F-AFBB-EC156EB94010}" type="sibTrans" cxnId="{518D97D2-624D-45BE-A347-9CF0F8307A38}">
      <dgm:prSet/>
      <dgm:spPr/>
      <dgm:t>
        <a:bodyPr/>
        <a:lstStyle/>
        <a:p>
          <a:endParaRPr lang="tr-TR"/>
        </a:p>
      </dgm:t>
    </dgm:pt>
    <dgm:pt modelId="{B483AC1A-B8DF-4BB0-8EBA-45035D7F9EA0}" type="pres">
      <dgm:prSet presAssocID="{7D4BCEB8-3978-4A9B-92A7-0EBE27D6C719}" presName="root" presStyleCnt="0">
        <dgm:presLayoutVars>
          <dgm:dir/>
          <dgm:resizeHandles val="exact"/>
        </dgm:presLayoutVars>
      </dgm:prSet>
      <dgm:spPr/>
    </dgm:pt>
    <dgm:pt modelId="{BB4FA07D-2B54-4D1C-B950-7386204EEAB4}" type="pres">
      <dgm:prSet presAssocID="{4004EA90-DD35-4B52-9CB8-46DB048268CA}" presName="compNode" presStyleCnt="0"/>
      <dgm:spPr/>
    </dgm:pt>
    <dgm:pt modelId="{98AA4C62-9930-462E-9151-5CA1E6A6767B}" type="pres">
      <dgm:prSet presAssocID="{4004EA90-DD35-4B52-9CB8-46DB048268CA}" presName="iconRect" presStyleLbl="node1" presStyleIdx="0" presStyleCnt="2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nbox1"/>
        </a:ext>
      </dgm:extLst>
    </dgm:pt>
    <dgm:pt modelId="{5F80861A-DB72-48FC-A9C0-07951B8372C6}" type="pres">
      <dgm:prSet presAssocID="{4004EA90-DD35-4B52-9CB8-46DB048268CA}" presName="iconSpace" presStyleCnt="0"/>
      <dgm:spPr/>
    </dgm:pt>
    <dgm:pt modelId="{68B72882-369D-4CEE-8D48-4DD8B58F8CB1}" type="pres">
      <dgm:prSet presAssocID="{4004EA90-DD35-4B52-9CB8-46DB048268CA}" presName="parTx" presStyleLbl="revTx" presStyleIdx="0" presStyleCnt="4">
        <dgm:presLayoutVars>
          <dgm:chMax val="0"/>
          <dgm:chPref val="0"/>
        </dgm:presLayoutVars>
      </dgm:prSet>
      <dgm:spPr/>
    </dgm:pt>
    <dgm:pt modelId="{7E871FBB-F0CD-4B94-A534-0734B87BE66D}" type="pres">
      <dgm:prSet presAssocID="{4004EA90-DD35-4B52-9CB8-46DB048268CA}" presName="txSpace" presStyleCnt="0"/>
      <dgm:spPr/>
    </dgm:pt>
    <dgm:pt modelId="{F866D233-40E9-4C67-84AB-3D11ED9880B8}" type="pres">
      <dgm:prSet presAssocID="{4004EA90-DD35-4B52-9CB8-46DB048268CA}" presName="desTx" presStyleLbl="revTx" presStyleIdx="1" presStyleCnt="4">
        <dgm:presLayoutVars/>
      </dgm:prSet>
      <dgm:spPr/>
    </dgm:pt>
    <dgm:pt modelId="{D0903EE2-9BC3-4CBF-9290-F4BC8B54AD3E}" type="pres">
      <dgm:prSet presAssocID="{3F8DD129-A93E-44BD-8D30-10C3C348E2E6}" presName="sibTrans" presStyleCnt="0"/>
      <dgm:spPr/>
    </dgm:pt>
    <dgm:pt modelId="{EA2186C3-B8C0-40C0-93A9-E557225FFAB5}" type="pres">
      <dgm:prSet presAssocID="{B745A4FC-8066-4B3E-80AB-C4E43D702A48}" presName="compNode" presStyleCnt="0"/>
      <dgm:spPr/>
    </dgm:pt>
    <dgm:pt modelId="{E0F0DC22-26ED-462B-8329-C835E2AFD53B}" type="pres">
      <dgm:prSet presAssocID="{B745A4FC-8066-4B3E-80AB-C4E43D702A48}" presName="iconRect" presStyleLbl="node1" presStyleIdx="1" presStyleCnt="2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7D5904F6-B240-4B3A-B35A-049D0240957A}" type="pres">
      <dgm:prSet presAssocID="{B745A4FC-8066-4B3E-80AB-C4E43D702A48}" presName="iconSpace" presStyleCnt="0"/>
      <dgm:spPr/>
    </dgm:pt>
    <dgm:pt modelId="{93E514AE-11EF-4DB6-B883-758168F8D32B}" type="pres">
      <dgm:prSet presAssocID="{B745A4FC-8066-4B3E-80AB-C4E43D702A48}" presName="parTx" presStyleLbl="revTx" presStyleIdx="2" presStyleCnt="4">
        <dgm:presLayoutVars>
          <dgm:chMax val="0"/>
          <dgm:chPref val="0"/>
        </dgm:presLayoutVars>
      </dgm:prSet>
      <dgm:spPr/>
    </dgm:pt>
    <dgm:pt modelId="{B803F518-0C14-4BB6-B7FB-08A7E7BD4A69}" type="pres">
      <dgm:prSet presAssocID="{B745A4FC-8066-4B3E-80AB-C4E43D702A48}" presName="txSpace" presStyleCnt="0"/>
      <dgm:spPr/>
    </dgm:pt>
    <dgm:pt modelId="{32A33614-2589-46BF-A64B-709F9C79CD8A}" type="pres">
      <dgm:prSet presAssocID="{B745A4FC-8066-4B3E-80AB-C4E43D702A48}" presName="desTx" presStyleLbl="revTx" presStyleIdx="3" presStyleCnt="4">
        <dgm:presLayoutVars/>
      </dgm:prSet>
      <dgm:spPr/>
    </dgm:pt>
  </dgm:ptLst>
  <dgm:cxnLst>
    <dgm:cxn modelId="{3485C707-23DB-4CBC-B205-4D1D694F88B4}" type="presOf" srcId="{4004EA90-DD35-4B52-9CB8-46DB048268CA}" destId="{68B72882-369D-4CEE-8D48-4DD8B58F8CB1}" srcOrd="0" destOrd="0" presId="urn:microsoft.com/office/officeart/2018/5/layout/CenteredIconLabelDescriptionList"/>
    <dgm:cxn modelId="{CAF1FF28-EB02-4A51-BAEC-BB82037C2000}" srcId="{B745A4FC-8066-4B3E-80AB-C4E43D702A48}" destId="{6E4B3718-1513-40A3-8DBE-4CF1A0E9DCC9}" srcOrd="0" destOrd="0" parTransId="{4122B0EF-610D-4097-9A5A-D5D2D995598F}" sibTransId="{70C58E7F-E124-434C-8F55-3C2C895CEFFE}"/>
    <dgm:cxn modelId="{D4CCFE36-858F-4869-A17E-8A0DA7AA5144}" srcId="{B745A4FC-8066-4B3E-80AB-C4E43D702A48}" destId="{6C907B92-E5CB-4384-95A5-EF98E4F71123}" srcOrd="1" destOrd="0" parTransId="{2A34E301-47C4-413E-ABC3-8A5127E18CB5}" sibTransId="{773A0138-7BBE-41F9-85D8-440C85C4C11E}"/>
    <dgm:cxn modelId="{3603DA5D-D58F-4D9E-9CD1-C18FAD829D8D}" type="presOf" srcId="{CF87A029-0039-49B1-966C-F239A17BF6FB}" destId="{F866D233-40E9-4C67-84AB-3D11ED9880B8}" srcOrd="0" destOrd="4" presId="urn:microsoft.com/office/officeart/2018/5/layout/CenteredIconLabelDescriptionList"/>
    <dgm:cxn modelId="{E42DF141-61DA-48E3-BB03-48903CF9AAD6}" type="presOf" srcId="{DD6D4A06-BB7A-4352-B829-B4D620E64450}" destId="{F866D233-40E9-4C67-84AB-3D11ED9880B8}" srcOrd="0" destOrd="2" presId="urn:microsoft.com/office/officeart/2018/5/layout/CenteredIconLabelDescriptionList"/>
    <dgm:cxn modelId="{E163CB6C-C99D-430D-B944-64E8E6DC0998}" srcId="{4004EA90-DD35-4B52-9CB8-46DB048268CA}" destId="{F7D018C7-C5B5-4A9F-96B1-407F39AF4350}" srcOrd="1" destOrd="0" parTransId="{B1D78D75-D76B-48F3-B536-293DF45105E5}" sibTransId="{03442DEB-78E0-4C24-A7F0-FB9261A0DBC5}"/>
    <dgm:cxn modelId="{F6E5D96C-20A6-4EB9-9187-836FA740049B}" srcId="{7D4BCEB8-3978-4A9B-92A7-0EBE27D6C719}" destId="{B745A4FC-8066-4B3E-80AB-C4E43D702A48}" srcOrd="1" destOrd="0" parTransId="{2EA7E202-D86E-4B94-B55D-B1A804C34E14}" sibTransId="{B427F426-EF14-464A-B2E6-B0C1065FD177}"/>
    <dgm:cxn modelId="{BEAAD671-E535-4C4B-A615-A52988D9ECDE}" type="presOf" srcId="{B745A4FC-8066-4B3E-80AB-C4E43D702A48}" destId="{93E514AE-11EF-4DB6-B883-758168F8D32B}" srcOrd="0" destOrd="0" presId="urn:microsoft.com/office/officeart/2018/5/layout/CenteredIconLabelDescriptionList"/>
    <dgm:cxn modelId="{C53ED972-2C48-4968-8C7B-DDAC5A6C98B3}" srcId="{4004EA90-DD35-4B52-9CB8-46DB048268CA}" destId="{5A2E285B-ACD5-404D-B6E1-4735615DEDDB}" srcOrd="3" destOrd="0" parTransId="{677BDE8C-1D84-469F-A0E7-56A06D778E60}" sibTransId="{277D689D-82C5-4581-9A7A-8BC9B4ACF993}"/>
    <dgm:cxn modelId="{1594B15A-BD00-4657-979F-1BE4D8755D17}" type="presOf" srcId="{5A2E285B-ACD5-404D-B6E1-4735615DEDDB}" destId="{F866D233-40E9-4C67-84AB-3D11ED9880B8}" srcOrd="0" destOrd="3" presId="urn:microsoft.com/office/officeart/2018/5/layout/CenteredIconLabelDescriptionList"/>
    <dgm:cxn modelId="{399A767B-EA43-4CFA-B2C7-65480315CC09}" type="presOf" srcId="{F7D018C7-C5B5-4A9F-96B1-407F39AF4350}" destId="{F866D233-40E9-4C67-84AB-3D11ED9880B8}" srcOrd="0" destOrd="1" presId="urn:microsoft.com/office/officeart/2018/5/layout/CenteredIconLabelDescriptionList"/>
    <dgm:cxn modelId="{BBDF688B-579B-441B-AAB2-2B095BA6227C}" type="presOf" srcId="{6E4B3718-1513-40A3-8DBE-4CF1A0E9DCC9}" destId="{32A33614-2589-46BF-A64B-709F9C79CD8A}" srcOrd="0" destOrd="0" presId="urn:microsoft.com/office/officeart/2018/5/layout/CenteredIconLabelDescriptionList"/>
    <dgm:cxn modelId="{2E9BA19E-98E6-4EE6-ADA8-40949770F7E2}" srcId="{4004EA90-DD35-4B52-9CB8-46DB048268CA}" destId="{DD6D4A06-BB7A-4352-B829-B4D620E64450}" srcOrd="2" destOrd="0" parTransId="{854E2556-6837-477B-A97D-4202BA6F96C3}" sibTransId="{532F9AD5-25EC-4193-8DA4-45D6783DFCAA}"/>
    <dgm:cxn modelId="{24B820BF-138B-4EF2-9077-8BA019FA06DF}" srcId="{7D4BCEB8-3978-4A9B-92A7-0EBE27D6C719}" destId="{4004EA90-DD35-4B52-9CB8-46DB048268CA}" srcOrd="0" destOrd="0" parTransId="{91362CE8-BA7C-4C6B-8041-A0C0374BF702}" sibTransId="{3F8DD129-A93E-44BD-8D30-10C3C348E2E6}"/>
    <dgm:cxn modelId="{FF9177BF-E178-45CD-8DD9-1BC98CC7F4D2}" type="presOf" srcId="{7D4BCEB8-3978-4A9B-92A7-0EBE27D6C719}" destId="{B483AC1A-B8DF-4BB0-8EBA-45035D7F9EA0}" srcOrd="0" destOrd="0" presId="urn:microsoft.com/office/officeart/2018/5/layout/CenteredIconLabelDescriptionList"/>
    <dgm:cxn modelId="{82CA96C7-E4E1-4616-9EE5-4A6586E29CFB}" type="presOf" srcId="{276D7436-1330-42A1-9F43-A8D9038A345B}" destId="{F866D233-40E9-4C67-84AB-3D11ED9880B8}" srcOrd="0" destOrd="0" presId="urn:microsoft.com/office/officeart/2018/5/layout/CenteredIconLabelDescriptionList"/>
    <dgm:cxn modelId="{518D97D2-624D-45BE-A347-9CF0F8307A38}" srcId="{4004EA90-DD35-4B52-9CB8-46DB048268CA}" destId="{CF87A029-0039-49B1-966C-F239A17BF6FB}" srcOrd="4" destOrd="0" parTransId="{CF086E52-C7F8-4910-9C3D-310DC9E65C86}" sibTransId="{4BFDD778-B0CD-4B1F-AFBB-EC156EB94010}"/>
    <dgm:cxn modelId="{9BD1E8D2-9CDC-4C18-B8E2-7E3CBB11478F}" type="presOf" srcId="{6C907B92-E5CB-4384-95A5-EF98E4F71123}" destId="{32A33614-2589-46BF-A64B-709F9C79CD8A}" srcOrd="0" destOrd="1" presId="urn:microsoft.com/office/officeart/2018/5/layout/CenteredIconLabelDescriptionList"/>
    <dgm:cxn modelId="{F37312FE-20F6-49D6-8A54-051F2515A65B}" srcId="{4004EA90-DD35-4B52-9CB8-46DB048268CA}" destId="{276D7436-1330-42A1-9F43-A8D9038A345B}" srcOrd="0" destOrd="0" parTransId="{F7F6A911-03E6-4048-A9BB-662F5ABDD953}" sibTransId="{350601F3-9CFF-4EF5-AFD1-A2D87E803C73}"/>
    <dgm:cxn modelId="{025EE8B3-8443-42B7-9501-D2E080A9CF85}" type="presParOf" srcId="{B483AC1A-B8DF-4BB0-8EBA-45035D7F9EA0}" destId="{BB4FA07D-2B54-4D1C-B950-7386204EEAB4}" srcOrd="0" destOrd="0" presId="urn:microsoft.com/office/officeart/2018/5/layout/CenteredIconLabelDescriptionList"/>
    <dgm:cxn modelId="{FD9FD270-5364-417C-8545-F3E3386B75D4}" type="presParOf" srcId="{BB4FA07D-2B54-4D1C-B950-7386204EEAB4}" destId="{98AA4C62-9930-462E-9151-5CA1E6A6767B}" srcOrd="0" destOrd="0" presId="urn:microsoft.com/office/officeart/2018/5/layout/CenteredIconLabelDescriptionList"/>
    <dgm:cxn modelId="{3F88F5A7-8ED0-41C5-8569-367980492B2C}" type="presParOf" srcId="{BB4FA07D-2B54-4D1C-B950-7386204EEAB4}" destId="{5F80861A-DB72-48FC-A9C0-07951B8372C6}" srcOrd="1" destOrd="0" presId="urn:microsoft.com/office/officeart/2018/5/layout/CenteredIconLabelDescriptionList"/>
    <dgm:cxn modelId="{39132719-8333-443A-8AAB-A006CAB08881}" type="presParOf" srcId="{BB4FA07D-2B54-4D1C-B950-7386204EEAB4}" destId="{68B72882-369D-4CEE-8D48-4DD8B58F8CB1}" srcOrd="2" destOrd="0" presId="urn:microsoft.com/office/officeart/2018/5/layout/CenteredIconLabelDescriptionList"/>
    <dgm:cxn modelId="{F1E8191A-BC0F-4434-B60B-06DBC644FAC6}" type="presParOf" srcId="{BB4FA07D-2B54-4D1C-B950-7386204EEAB4}" destId="{7E871FBB-F0CD-4B94-A534-0734B87BE66D}" srcOrd="3" destOrd="0" presId="urn:microsoft.com/office/officeart/2018/5/layout/CenteredIconLabelDescriptionList"/>
    <dgm:cxn modelId="{6C35B46B-8F0F-47DE-AEF3-8931992D6E92}" type="presParOf" srcId="{BB4FA07D-2B54-4D1C-B950-7386204EEAB4}" destId="{F866D233-40E9-4C67-84AB-3D11ED9880B8}" srcOrd="4" destOrd="0" presId="urn:microsoft.com/office/officeart/2018/5/layout/CenteredIconLabelDescriptionList"/>
    <dgm:cxn modelId="{1365F01B-EE0C-4F4E-9FEB-F283BD8B6F0A}" type="presParOf" srcId="{B483AC1A-B8DF-4BB0-8EBA-45035D7F9EA0}" destId="{D0903EE2-9BC3-4CBF-9290-F4BC8B54AD3E}" srcOrd="1" destOrd="0" presId="urn:microsoft.com/office/officeart/2018/5/layout/CenteredIconLabelDescriptionList"/>
    <dgm:cxn modelId="{7B8B40D3-8B3E-409F-8424-50A4886CD0F9}" type="presParOf" srcId="{B483AC1A-B8DF-4BB0-8EBA-45035D7F9EA0}" destId="{EA2186C3-B8C0-40C0-93A9-E557225FFAB5}" srcOrd="2" destOrd="0" presId="urn:microsoft.com/office/officeart/2018/5/layout/CenteredIconLabelDescriptionList"/>
    <dgm:cxn modelId="{8C4FEEC9-A7A1-4B8D-8B75-22B24A7A462D}" type="presParOf" srcId="{EA2186C3-B8C0-40C0-93A9-E557225FFAB5}" destId="{E0F0DC22-26ED-462B-8329-C835E2AFD53B}" srcOrd="0" destOrd="0" presId="urn:microsoft.com/office/officeart/2018/5/layout/CenteredIconLabelDescriptionList"/>
    <dgm:cxn modelId="{7F5AF67A-5AE3-4765-9C2D-2F071A722591}" type="presParOf" srcId="{EA2186C3-B8C0-40C0-93A9-E557225FFAB5}" destId="{7D5904F6-B240-4B3A-B35A-049D0240957A}" srcOrd="1" destOrd="0" presId="urn:microsoft.com/office/officeart/2018/5/layout/CenteredIconLabelDescriptionList"/>
    <dgm:cxn modelId="{E8906157-149B-40D9-A614-EB678380604D}" type="presParOf" srcId="{EA2186C3-B8C0-40C0-93A9-E557225FFAB5}" destId="{93E514AE-11EF-4DB6-B883-758168F8D32B}" srcOrd="2" destOrd="0" presId="urn:microsoft.com/office/officeart/2018/5/layout/CenteredIconLabelDescriptionList"/>
    <dgm:cxn modelId="{331C1DAB-24AC-481E-B8CD-35D11AE8912E}" type="presParOf" srcId="{EA2186C3-B8C0-40C0-93A9-E557225FFAB5}" destId="{B803F518-0C14-4BB6-B7FB-08A7E7BD4A69}" srcOrd="3" destOrd="0" presId="urn:microsoft.com/office/officeart/2018/5/layout/CenteredIconLabelDescriptionList"/>
    <dgm:cxn modelId="{216216B8-D73B-478D-8133-7B922AB80C59}" type="presParOf" srcId="{EA2186C3-B8C0-40C0-93A9-E557225FFAB5}" destId="{32A33614-2589-46BF-A64B-709F9C79CD8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7D4BCEB8-3978-4A9B-92A7-0EBE27D6C71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454D9DC4-7EC8-4B3F-A144-89CE1943EE5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500 Transactions</a:t>
          </a:r>
        </a:p>
      </dgm:t>
    </dgm:pt>
    <dgm:pt modelId="{2FDC7D47-C7CD-4B62-8800-558BBF5E46F4}" type="parTrans" cxnId="{5DDBB493-3223-42DA-AD4A-22C696055664}">
      <dgm:prSet/>
      <dgm:spPr/>
      <dgm:t>
        <a:bodyPr/>
        <a:lstStyle/>
        <a:p>
          <a:endParaRPr lang="tr-TR" sz="2000"/>
        </a:p>
      </dgm:t>
    </dgm:pt>
    <dgm:pt modelId="{01ECA828-4943-4C8C-98E1-66168183E96E}" type="sibTrans" cxnId="{5DDBB493-3223-42DA-AD4A-22C696055664}">
      <dgm:prSet/>
      <dgm:spPr/>
      <dgm:t>
        <a:bodyPr/>
        <a:lstStyle/>
        <a:p>
          <a:endParaRPr lang="tr-TR"/>
        </a:p>
      </dgm:t>
    </dgm:pt>
    <dgm:pt modelId="{E20F4453-8A5A-4DEA-A491-C8BF08B44A7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1000 times larger</a:t>
          </a:r>
        </a:p>
      </dgm:t>
    </dgm:pt>
    <dgm:pt modelId="{E08A101D-B7A3-4089-B524-E120ED27C115}" type="parTrans" cxnId="{398710A5-EC79-472E-BEA5-02422E9CEF95}">
      <dgm:prSet/>
      <dgm:spPr/>
      <dgm:t>
        <a:bodyPr/>
        <a:lstStyle/>
        <a:p>
          <a:endParaRPr lang="tr-TR" sz="2000"/>
        </a:p>
      </dgm:t>
    </dgm:pt>
    <dgm:pt modelId="{2DEDA985-DB9E-4B43-BEB7-53DEA9E67366}" type="sibTrans" cxnId="{398710A5-EC79-472E-BEA5-02422E9CEF95}">
      <dgm:prSet/>
      <dgm:spPr/>
      <dgm:t>
        <a:bodyPr/>
        <a:lstStyle/>
        <a:p>
          <a:endParaRPr lang="tr-TR"/>
        </a:p>
      </dgm:t>
    </dgm:pt>
    <dgm:pt modelId="{0668975C-FDFD-4435-BC4E-F9F49559A6D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comparing the block header</a:t>
          </a:r>
        </a:p>
      </dgm:t>
    </dgm:pt>
    <dgm:pt modelId="{44E49237-08ED-4A09-A04E-AEA0BCAE70FF}" type="parTrans" cxnId="{81A975D6-E9BA-4F2A-9C45-392A2C3C70C0}">
      <dgm:prSet/>
      <dgm:spPr/>
      <dgm:t>
        <a:bodyPr/>
        <a:lstStyle/>
        <a:p>
          <a:endParaRPr lang="tr-TR" sz="2000"/>
        </a:p>
      </dgm:t>
    </dgm:pt>
    <dgm:pt modelId="{8F0F9B4F-F2AC-4B92-A097-46D72F9958EA}" type="sibTrans" cxnId="{81A975D6-E9BA-4F2A-9C45-392A2C3C70C0}">
      <dgm:prSet/>
      <dgm:spPr/>
      <dgm:t>
        <a:bodyPr/>
        <a:lstStyle/>
        <a:p>
          <a:endParaRPr lang="tr-TR"/>
        </a:p>
      </dgm:t>
    </dgm:pt>
    <dgm:pt modelId="{DDC3B825-4D91-4D51-807E-898247D3252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250 Bytes</a:t>
          </a:r>
        </a:p>
      </dgm:t>
    </dgm:pt>
    <dgm:pt modelId="{50238A53-B2C9-4922-93B5-D4556E2D52C6}" type="parTrans" cxnId="{24F99C82-9210-4465-81C1-B88FDB5EC024}">
      <dgm:prSet/>
      <dgm:spPr/>
      <dgm:t>
        <a:bodyPr/>
        <a:lstStyle/>
        <a:p>
          <a:endParaRPr lang="tr-TR"/>
        </a:p>
      </dgm:t>
    </dgm:pt>
    <dgm:pt modelId="{6EF064E2-73D3-4D7A-A378-1F1A48359E15}" type="sibTrans" cxnId="{24F99C82-9210-4465-81C1-B88FDB5EC024}">
      <dgm:prSet/>
      <dgm:spPr/>
      <dgm:t>
        <a:bodyPr/>
        <a:lstStyle/>
        <a:p>
          <a:endParaRPr lang="tr-TR"/>
        </a:p>
      </dgm:t>
    </dgm:pt>
    <dgm:pt modelId="{CE49C315-0B8B-404A-9C1F-0BC99AA28BF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average size</a:t>
          </a:r>
        </a:p>
      </dgm:t>
    </dgm:pt>
    <dgm:pt modelId="{9CD86765-3DB7-4412-A97C-A2B2448D8D5E}" type="parTrans" cxnId="{38289957-A38E-4425-84A9-3DDCEF97A5A0}">
      <dgm:prSet/>
      <dgm:spPr/>
      <dgm:t>
        <a:bodyPr/>
        <a:lstStyle/>
        <a:p>
          <a:endParaRPr lang="tr-TR"/>
        </a:p>
      </dgm:t>
    </dgm:pt>
    <dgm:pt modelId="{6ECBC341-9559-4B0A-B375-30AC52CE052A}" type="sibTrans" cxnId="{38289957-A38E-4425-84A9-3DDCEF97A5A0}">
      <dgm:prSet/>
      <dgm:spPr/>
      <dgm:t>
        <a:bodyPr/>
        <a:lstStyle/>
        <a:p>
          <a:endParaRPr lang="tr-TR"/>
        </a:p>
      </dgm:t>
    </dgm:pt>
    <dgm:pt modelId="{738B95D0-6FC5-4B31-85B8-84BE5562A2F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# of transactions</a:t>
          </a:r>
        </a:p>
      </dgm:t>
    </dgm:pt>
    <dgm:pt modelId="{1BBFCA55-B754-46EA-90EA-BF1FED71321B}" type="parTrans" cxnId="{2A298A15-BDDE-4673-8E02-66CDF79AF6C1}">
      <dgm:prSet/>
      <dgm:spPr/>
      <dgm:t>
        <a:bodyPr/>
        <a:lstStyle/>
        <a:p>
          <a:endParaRPr lang="tr-TR"/>
        </a:p>
      </dgm:t>
    </dgm:pt>
    <dgm:pt modelId="{6A1EDE5E-2B9F-4222-8DFF-815EF14933A8}" type="sibTrans" cxnId="{2A298A15-BDDE-4673-8E02-66CDF79AF6C1}">
      <dgm:prSet/>
      <dgm:spPr/>
      <dgm:t>
        <a:bodyPr/>
        <a:lstStyle/>
        <a:p>
          <a:endParaRPr lang="tr-TR"/>
        </a:p>
      </dgm:t>
    </dgm:pt>
    <dgm:pt modelId="{9DF4233C-3D47-4E33-9373-C02EBB09DE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 a block</a:t>
          </a:r>
        </a:p>
      </dgm:t>
    </dgm:pt>
    <dgm:pt modelId="{AF2DC0A8-4178-4DB5-83C2-D19E2B5601D7}" type="parTrans" cxnId="{D7AC32E6-6AF6-448E-B0FF-F7F75885E009}">
      <dgm:prSet/>
      <dgm:spPr/>
      <dgm:t>
        <a:bodyPr/>
        <a:lstStyle/>
        <a:p>
          <a:endParaRPr lang="tr-TR"/>
        </a:p>
      </dgm:t>
    </dgm:pt>
    <dgm:pt modelId="{155E173F-6694-4B7C-8214-3958C76F6AA7}" type="sibTrans" cxnId="{D7AC32E6-6AF6-448E-B0FF-F7F75885E009}">
      <dgm:prSet/>
      <dgm:spPr/>
      <dgm:t>
        <a:bodyPr/>
        <a:lstStyle/>
        <a:p>
          <a:endParaRPr lang="tr-TR"/>
        </a:p>
      </dgm:t>
    </dgm:pt>
    <dgm:pt modelId="{CC758470-FFC0-4946-9924-7BEAA0A9FC1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Size of block</a:t>
          </a:r>
        </a:p>
      </dgm:t>
    </dgm:pt>
    <dgm:pt modelId="{0F677C54-62B1-4FB8-8147-C39A8081F0E0}" type="parTrans" cxnId="{1043B38D-B600-4960-A7EB-D30BF1D2413B}">
      <dgm:prSet/>
      <dgm:spPr/>
      <dgm:t>
        <a:bodyPr/>
        <a:lstStyle/>
        <a:p>
          <a:endParaRPr lang="tr-TR"/>
        </a:p>
      </dgm:t>
    </dgm:pt>
    <dgm:pt modelId="{9992AAA8-1184-4A04-B344-84E5DBCF1A81}" type="sibTrans" cxnId="{1043B38D-B600-4960-A7EB-D30BF1D2413B}">
      <dgm:prSet/>
      <dgm:spPr/>
      <dgm:t>
        <a:bodyPr/>
        <a:lstStyle/>
        <a:p>
          <a:endParaRPr lang="tr-TR"/>
        </a:p>
      </dgm:t>
    </dgm:pt>
    <dgm:pt modelId="{55F0013F-47E1-4FBC-B124-2ED9A87FC46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of a transaction</a:t>
          </a:r>
        </a:p>
      </dgm:t>
    </dgm:pt>
    <dgm:pt modelId="{B7C51DA2-2185-42EE-BBDC-092615E2F480}" type="parTrans" cxnId="{B76D5DD1-1217-4ACF-9D9D-0F7089E3307B}">
      <dgm:prSet/>
      <dgm:spPr/>
      <dgm:t>
        <a:bodyPr/>
        <a:lstStyle/>
        <a:p>
          <a:endParaRPr lang="tr-TR"/>
        </a:p>
      </dgm:t>
    </dgm:pt>
    <dgm:pt modelId="{640533AD-9A12-4B78-BBB9-128A966974E7}" type="sibTrans" cxnId="{B76D5DD1-1217-4ACF-9D9D-0F7089E3307B}">
      <dgm:prSet/>
      <dgm:spPr/>
      <dgm:t>
        <a:bodyPr/>
        <a:lstStyle/>
        <a:p>
          <a:endParaRPr lang="tr-TR"/>
        </a:p>
      </dgm:t>
    </dgm:pt>
    <dgm:pt modelId="{4B7AB596-5AC4-4468-9B92-EA53D66E833F}" type="pres">
      <dgm:prSet presAssocID="{7D4BCEB8-3978-4A9B-92A7-0EBE27D6C719}" presName="root" presStyleCnt="0">
        <dgm:presLayoutVars>
          <dgm:dir/>
          <dgm:resizeHandles val="exact"/>
        </dgm:presLayoutVars>
      </dgm:prSet>
      <dgm:spPr/>
    </dgm:pt>
    <dgm:pt modelId="{7E8DCF5A-2934-457B-93DB-A1A8B92854AF}" type="pres">
      <dgm:prSet presAssocID="{DDC3B825-4D91-4D51-807E-898247D3252E}" presName="compNode" presStyleCnt="0"/>
      <dgm:spPr/>
    </dgm:pt>
    <dgm:pt modelId="{BDF6B9C1-7178-4571-BF88-00F1BF6B348B}" type="pres">
      <dgm:prSet presAssocID="{DDC3B825-4D91-4D51-807E-898247D3252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ight Pointing Backhand Index"/>
        </a:ext>
      </dgm:extLst>
    </dgm:pt>
    <dgm:pt modelId="{08D5C0B2-63DB-4321-B15B-2D69DDCEB4C2}" type="pres">
      <dgm:prSet presAssocID="{DDC3B825-4D91-4D51-807E-898247D3252E}" presName="iconSpace" presStyleCnt="0"/>
      <dgm:spPr/>
    </dgm:pt>
    <dgm:pt modelId="{95D6B7E2-C094-4565-96A7-B7632B261A7E}" type="pres">
      <dgm:prSet presAssocID="{DDC3B825-4D91-4D51-807E-898247D3252E}" presName="parTx" presStyleLbl="revTx" presStyleIdx="0" presStyleCnt="6">
        <dgm:presLayoutVars>
          <dgm:chMax val="0"/>
          <dgm:chPref val="0"/>
        </dgm:presLayoutVars>
      </dgm:prSet>
      <dgm:spPr/>
    </dgm:pt>
    <dgm:pt modelId="{AA713E2F-BF9E-4A53-AA87-B3F7700FE703}" type="pres">
      <dgm:prSet presAssocID="{DDC3B825-4D91-4D51-807E-898247D3252E}" presName="txSpace" presStyleCnt="0"/>
      <dgm:spPr/>
    </dgm:pt>
    <dgm:pt modelId="{2860F30E-2223-4E32-BC24-AC3D30F252EC}" type="pres">
      <dgm:prSet presAssocID="{DDC3B825-4D91-4D51-807E-898247D3252E}" presName="desTx" presStyleLbl="revTx" presStyleIdx="1" presStyleCnt="6">
        <dgm:presLayoutVars/>
      </dgm:prSet>
      <dgm:spPr/>
    </dgm:pt>
    <dgm:pt modelId="{03ECA0D2-BE6C-47D0-9ADE-AC58C0F04F50}" type="pres">
      <dgm:prSet presAssocID="{6EF064E2-73D3-4D7A-A378-1F1A48359E15}" presName="sibTrans" presStyleCnt="0"/>
      <dgm:spPr/>
    </dgm:pt>
    <dgm:pt modelId="{46EF24A3-F322-4150-A211-6E1A14C1EE64}" type="pres">
      <dgm:prSet presAssocID="{454D9DC4-7EC8-4B3F-A144-89CE1943EE55}" presName="compNode" presStyleCnt="0"/>
      <dgm:spPr/>
    </dgm:pt>
    <dgm:pt modelId="{F337E365-7986-4F0B-AA8B-50F7737CE472}" type="pres">
      <dgm:prSet presAssocID="{454D9DC4-7EC8-4B3F-A144-89CE1943EE55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E3AA6693-C58D-4156-9F5D-38EBE976B392}" type="pres">
      <dgm:prSet presAssocID="{454D9DC4-7EC8-4B3F-A144-89CE1943EE55}" presName="iconSpace" presStyleCnt="0"/>
      <dgm:spPr/>
    </dgm:pt>
    <dgm:pt modelId="{E6FB0E65-864E-4AD0-8040-ED50BD575A54}" type="pres">
      <dgm:prSet presAssocID="{454D9DC4-7EC8-4B3F-A144-89CE1943EE55}" presName="parTx" presStyleLbl="revTx" presStyleIdx="2" presStyleCnt="6">
        <dgm:presLayoutVars>
          <dgm:chMax val="0"/>
          <dgm:chPref val="0"/>
        </dgm:presLayoutVars>
      </dgm:prSet>
      <dgm:spPr/>
    </dgm:pt>
    <dgm:pt modelId="{F38ABCA9-4360-4CDE-ADBB-1BEE0360D322}" type="pres">
      <dgm:prSet presAssocID="{454D9DC4-7EC8-4B3F-A144-89CE1943EE55}" presName="txSpace" presStyleCnt="0"/>
      <dgm:spPr/>
    </dgm:pt>
    <dgm:pt modelId="{FD88389B-6736-4FFA-9998-4B5A7494302D}" type="pres">
      <dgm:prSet presAssocID="{454D9DC4-7EC8-4B3F-A144-89CE1943EE55}" presName="desTx" presStyleLbl="revTx" presStyleIdx="3" presStyleCnt="6">
        <dgm:presLayoutVars/>
      </dgm:prSet>
      <dgm:spPr/>
    </dgm:pt>
    <dgm:pt modelId="{35A52973-8285-4A29-893F-DD65D9EE0ABB}" type="pres">
      <dgm:prSet presAssocID="{01ECA828-4943-4C8C-98E1-66168183E96E}" presName="sibTrans" presStyleCnt="0"/>
      <dgm:spPr/>
    </dgm:pt>
    <dgm:pt modelId="{041C721F-B8A0-412D-A3E8-F8963B29F459}" type="pres">
      <dgm:prSet presAssocID="{E20F4453-8A5A-4DEA-A491-C8BF08B44A72}" presName="compNode" presStyleCnt="0"/>
      <dgm:spPr/>
    </dgm:pt>
    <dgm:pt modelId="{46CA37CF-ED48-4B67-83C8-85702955FF5C}" type="pres">
      <dgm:prSet presAssocID="{E20F4453-8A5A-4DEA-A491-C8BF08B44A72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F6CBBC36-CDF2-4AC6-9923-61CE4D2880DC}" type="pres">
      <dgm:prSet presAssocID="{E20F4453-8A5A-4DEA-A491-C8BF08B44A72}" presName="iconSpace" presStyleCnt="0"/>
      <dgm:spPr/>
    </dgm:pt>
    <dgm:pt modelId="{1C40A5D9-967A-49E3-951B-796C78CCEAC3}" type="pres">
      <dgm:prSet presAssocID="{E20F4453-8A5A-4DEA-A491-C8BF08B44A72}" presName="parTx" presStyleLbl="revTx" presStyleIdx="4" presStyleCnt="6">
        <dgm:presLayoutVars>
          <dgm:chMax val="0"/>
          <dgm:chPref val="0"/>
        </dgm:presLayoutVars>
      </dgm:prSet>
      <dgm:spPr/>
    </dgm:pt>
    <dgm:pt modelId="{D95B96DF-7304-4E65-B064-07AE3EC9DB85}" type="pres">
      <dgm:prSet presAssocID="{E20F4453-8A5A-4DEA-A491-C8BF08B44A72}" presName="txSpace" presStyleCnt="0"/>
      <dgm:spPr/>
    </dgm:pt>
    <dgm:pt modelId="{12DA6423-24B8-4717-8049-851388E92BD1}" type="pres">
      <dgm:prSet presAssocID="{E20F4453-8A5A-4DEA-A491-C8BF08B44A72}" presName="desTx" presStyleLbl="revTx" presStyleIdx="5" presStyleCnt="6">
        <dgm:presLayoutVars/>
      </dgm:prSet>
      <dgm:spPr/>
    </dgm:pt>
  </dgm:ptLst>
  <dgm:cxnLst>
    <dgm:cxn modelId="{2A298A15-BDDE-4673-8E02-66CDF79AF6C1}" srcId="{454D9DC4-7EC8-4B3F-A144-89CE1943EE55}" destId="{738B95D0-6FC5-4B31-85B8-84BE5562A2F5}" srcOrd="0" destOrd="0" parTransId="{1BBFCA55-B754-46EA-90EA-BF1FED71321B}" sibTransId="{6A1EDE5E-2B9F-4222-8DFF-815EF14933A8}"/>
    <dgm:cxn modelId="{39AC921A-7BFB-4DEE-89DE-B28E33AAD856}" type="presOf" srcId="{E20F4453-8A5A-4DEA-A491-C8BF08B44A72}" destId="{1C40A5D9-967A-49E3-951B-796C78CCEAC3}" srcOrd="0" destOrd="0" presId="urn:microsoft.com/office/officeart/2018/5/layout/CenteredIconLabelDescriptionList"/>
    <dgm:cxn modelId="{F216BB26-A24E-4475-8997-2457B9AC916B}" type="presOf" srcId="{0668975C-FDFD-4435-BC4E-F9F49559A6DA}" destId="{12DA6423-24B8-4717-8049-851388E92BD1}" srcOrd="0" destOrd="1" presId="urn:microsoft.com/office/officeart/2018/5/layout/CenteredIconLabelDescriptionList"/>
    <dgm:cxn modelId="{7CD5576B-44AF-45B6-A64A-262DAE00300D}" type="presOf" srcId="{9DF4233C-3D47-4E33-9373-C02EBB09DED3}" destId="{FD88389B-6736-4FFA-9998-4B5A7494302D}" srcOrd="0" destOrd="1" presId="urn:microsoft.com/office/officeart/2018/5/layout/CenteredIconLabelDescriptionList"/>
    <dgm:cxn modelId="{38289957-A38E-4425-84A9-3DDCEF97A5A0}" srcId="{DDC3B825-4D91-4D51-807E-898247D3252E}" destId="{CE49C315-0B8B-404A-9C1F-0BC99AA28BF5}" srcOrd="0" destOrd="0" parTransId="{9CD86765-3DB7-4412-A97C-A2B2448D8D5E}" sibTransId="{6ECBC341-9559-4B0A-B375-30AC52CE052A}"/>
    <dgm:cxn modelId="{6951A97C-45E7-4919-9FD5-592D4E67863C}" type="presOf" srcId="{DDC3B825-4D91-4D51-807E-898247D3252E}" destId="{95D6B7E2-C094-4565-96A7-B7632B261A7E}" srcOrd="0" destOrd="0" presId="urn:microsoft.com/office/officeart/2018/5/layout/CenteredIconLabelDescriptionList"/>
    <dgm:cxn modelId="{24F99C82-9210-4465-81C1-B88FDB5EC024}" srcId="{7D4BCEB8-3978-4A9B-92A7-0EBE27D6C719}" destId="{DDC3B825-4D91-4D51-807E-898247D3252E}" srcOrd="0" destOrd="0" parTransId="{50238A53-B2C9-4922-93B5-D4556E2D52C6}" sibTransId="{6EF064E2-73D3-4D7A-A378-1F1A48359E15}"/>
    <dgm:cxn modelId="{883C678A-67EA-4163-BAFF-4BA02AFB0761}" type="presOf" srcId="{454D9DC4-7EC8-4B3F-A144-89CE1943EE55}" destId="{E6FB0E65-864E-4AD0-8040-ED50BD575A54}" srcOrd="0" destOrd="0" presId="urn:microsoft.com/office/officeart/2018/5/layout/CenteredIconLabelDescriptionList"/>
    <dgm:cxn modelId="{1043B38D-B600-4960-A7EB-D30BF1D2413B}" srcId="{E20F4453-8A5A-4DEA-A491-C8BF08B44A72}" destId="{CC758470-FFC0-4946-9924-7BEAA0A9FC19}" srcOrd="0" destOrd="0" parTransId="{0F677C54-62B1-4FB8-8147-C39A8081F0E0}" sibTransId="{9992AAA8-1184-4A04-B344-84E5DBCF1A81}"/>
    <dgm:cxn modelId="{5DDBB493-3223-42DA-AD4A-22C696055664}" srcId="{7D4BCEB8-3978-4A9B-92A7-0EBE27D6C719}" destId="{454D9DC4-7EC8-4B3F-A144-89CE1943EE55}" srcOrd="1" destOrd="0" parTransId="{2FDC7D47-C7CD-4B62-8800-558BBF5E46F4}" sibTransId="{01ECA828-4943-4C8C-98E1-66168183E96E}"/>
    <dgm:cxn modelId="{398710A5-EC79-472E-BEA5-02422E9CEF95}" srcId="{7D4BCEB8-3978-4A9B-92A7-0EBE27D6C719}" destId="{E20F4453-8A5A-4DEA-A491-C8BF08B44A72}" srcOrd="2" destOrd="0" parTransId="{E08A101D-B7A3-4089-B524-E120ED27C115}" sibTransId="{2DEDA985-DB9E-4B43-BEB7-53DEA9E67366}"/>
    <dgm:cxn modelId="{318EDCB8-5F05-4019-AA82-4D18155EE140}" type="presOf" srcId="{7D4BCEB8-3978-4A9B-92A7-0EBE27D6C719}" destId="{4B7AB596-5AC4-4468-9B92-EA53D66E833F}" srcOrd="0" destOrd="0" presId="urn:microsoft.com/office/officeart/2018/5/layout/CenteredIconLabelDescriptionList"/>
    <dgm:cxn modelId="{D17467C1-6A7C-4723-920F-88DF81972152}" type="presOf" srcId="{CC758470-FFC0-4946-9924-7BEAA0A9FC19}" destId="{12DA6423-24B8-4717-8049-851388E92BD1}" srcOrd="0" destOrd="0" presId="urn:microsoft.com/office/officeart/2018/5/layout/CenteredIconLabelDescriptionList"/>
    <dgm:cxn modelId="{B76D5DD1-1217-4ACF-9D9D-0F7089E3307B}" srcId="{DDC3B825-4D91-4D51-807E-898247D3252E}" destId="{55F0013F-47E1-4FBC-B124-2ED9A87FC468}" srcOrd="1" destOrd="0" parTransId="{B7C51DA2-2185-42EE-BBDC-092615E2F480}" sibTransId="{640533AD-9A12-4B78-BBB9-128A966974E7}"/>
    <dgm:cxn modelId="{81A975D6-E9BA-4F2A-9C45-392A2C3C70C0}" srcId="{E20F4453-8A5A-4DEA-A491-C8BF08B44A72}" destId="{0668975C-FDFD-4435-BC4E-F9F49559A6DA}" srcOrd="1" destOrd="0" parTransId="{44E49237-08ED-4A09-A04E-AEA0BCAE70FF}" sibTransId="{8F0F9B4F-F2AC-4B92-A097-46D72F9958EA}"/>
    <dgm:cxn modelId="{8ABDDCE4-E43A-43C4-9247-1955BC966724}" type="presOf" srcId="{CE49C315-0B8B-404A-9C1F-0BC99AA28BF5}" destId="{2860F30E-2223-4E32-BC24-AC3D30F252EC}" srcOrd="0" destOrd="0" presId="urn:microsoft.com/office/officeart/2018/5/layout/CenteredIconLabelDescriptionList"/>
    <dgm:cxn modelId="{D7AC32E6-6AF6-448E-B0FF-F7F75885E009}" srcId="{454D9DC4-7EC8-4B3F-A144-89CE1943EE55}" destId="{9DF4233C-3D47-4E33-9373-C02EBB09DED3}" srcOrd="1" destOrd="0" parTransId="{AF2DC0A8-4178-4DB5-83C2-D19E2B5601D7}" sibTransId="{155E173F-6694-4B7C-8214-3958C76F6AA7}"/>
    <dgm:cxn modelId="{6ADE2FF4-FFD9-4DCA-BE05-4C82E889EEE1}" type="presOf" srcId="{738B95D0-6FC5-4B31-85B8-84BE5562A2F5}" destId="{FD88389B-6736-4FFA-9998-4B5A7494302D}" srcOrd="0" destOrd="0" presId="urn:microsoft.com/office/officeart/2018/5/layout/CenteredIconLabelDescriptionList"/>
    <dgm:cxn modelId="{DCD8C7FF-6ABE-411F-B488-5F4C2CEBDD99}" type="presOf" srcId="{55F0013F-47E1-4FBC-B124-2ED9A87FC468}" destId="{2860F30E-2223-4E32-BC24-AC3D30F252EC}" srcOrd="0" destOrd="1" presId="urn:microsoft.com/office/officeart/2018/5/layout/CenteredIconLabelDescriptionList"/>
    <dgm:cxn modelId="{5B754C3B-38A3-48C6-86EE-590DE25300D1}" type="presParOf" srcId="{4B7AB596-5AC4-4468-9B92-EA53D66E833F}" destId="{7E8DCF5A-2934-457B-93DB-A1A8B92854AF}" srcOrd="0" destOrd="0" presId="urn:microsoft.com/office/officeart/2018/5/layout/CenteredIconLabelDescriptionList"/>
    <dgm:cxn modelId="{54793E9E-29FF-4EA1-801C-02CD4B452574}" type="presParOf" srcId="{7E8DCF5A-2934-457B-93DB-A1A8B92854AF}" destId="{BDF6B9C1-7178-4571-BF88-00F1BF6B348B}" srcOrd="0" destOrd="0" presId="urn:microsoft.com/office/officeart/2018/5/layout/CenteredIconLabelDescriptionList"/>
    <dgm:cxn modelId="{96BE43E8-10AF-4AEE-8E14-1AB226EC8766}" type="presParOf" srcId="{7E8DCF5A-2934-457B-93DB-A1A8B92854AF}" destId="{08D5C0B2-63DB-4321-B15B-2D69DDCEB4C2}" srcOrd="1" destOrd="0" presId="urn:microsoft.com/office/officeart/2018/5/layout/CenteredIconLabelDescriptionList"/>
    <dgm:cxn modelId="{C782F729-F951-4B79-B70E-549456244981}" type="presParOf" srcId="{7E8DCF5A-2934-457B-93DB-A1A8B92854AF}" destId="{95D6B7E2-C094-4565-96A7-B7632B261A7E}" srcOrd="2" destOrd="0" presId="urn:microsoft.com/office/officeart/2018/5/layout/CenteredIconLabelDescriptionList"/>
    <dgm:cxn modelId="{C371C21E-1C1B-40E8-9B49-BD3694691E69}" type="presParOf" srcId="{7E8DCF5A-2934-457B-93DB-A1A8B92854AF}" destId="{AA713E2F-BF9E-4A53-AA87-B3F7700FE703}" srcOrd="3" destOrd="0" presId="urn:microsoft.com/office/officeart/2018/5/layout/CenteredIconLabelDescriptionList"/>
    <dgm:cxn modelId="{5976E3CA-97D1-42E6-B226-38B91DB3A29B}" type="presParOf" srcId="{7E8DCF5A-2934-457B-93DB-A1A8B92854AF}" destId="{2860F30E-2223-4E32-BC24-AC3D30F252EC}" srcOrd="4" destOrd="0" presId="urn:microsoft.com/office/officeart/2018/5/layout/CenteredIconLabelDescriptionList"/>
    <dgm:cxn modelId="{2C55C25E-978F-454E-8C7D-B8F06C80E8D0}" type="presParOf" srcId="{4B7AB596-5AC4-4468-9B92-EA53D66E833F}" destId="{03ECA0D2-BE6C-47D0-9ADE-AC58C0F04F50}" srcOrd="1" destOrd="0" presId="urn:microsoft.com/office/officeart/2018/5/layout/CenteredIconLabelDescriptionList"/>
    <dgm:cxn modelId="{7B523652-8AC0-44EB-B9AE-5432AED38733}" type="presParOf" srcId="{4B7AB596-5AC4-4468-9B92-EA53D66E833F}" destId="{46EF24A3-F322-4150-A211-6E1A14C1EE64}" srcOrd="2" destOrd="0" presId="urn:microsoft.com/office/officeart/2018/5/layout/CenteredIconLabelDescriptionList"/>
    <dgm:cxn modelId="{3CBB4140-9A65-4601-8287-0CAB6BAC4E4D}" type="presParOf" srcId="{46EF24A3-F322-4150-A211-6E1A14C1EE64}" destId="{F337E365-7986-4F0B-AA8B-50F7737CE472}" srcOrd="0" destOrd="0" presId="urn:microsoft.com/office/officeart/2018/5/layout/CenteredIconLabelDescriptionList"/>
    <dgm:cxn modelId="{F1A300BE-B56A-48AC-8B8B-4DD3A5AE8F1C}" type="presParOf" srcId="{46EF24A3-F322-4150-A211-6E1A14C1EE64}" destId="{E3AA6693-C58D-4156-9F5D-38EBE976B392}" srcOrd="1" destOrd="0" presId="urn:microsoft.com/office/officeart/2018/5/layout/CenteredIconLabelDescriptionList"/>
    <dgm:cxn modelId="{F24D50E9-17B5-4854-AD62-138CBB00BFE9}" type="presParOf" srcId="{46EF24A3-F322-4150-A211-6E1A14C1EE64}" destId="{E6FB0E65-864E-4AD0-8040-ED50BD575A54}" srcOrd="2" destOrd="0" presId="urn:microsoft.com/office/officeart/2018/5/layout/CenteredIconLabelDescriptionList"/>
    <dgm:cxn modelId="{0DDF175D-A45C-457E-AD3F-586E9AF2D2A4}" type="presParOf" srcId="{46EF24A3-F322-4150-A211-6E1A14C1EE64}" destId="{F38ABCA9-4360-4CDE-ADBB-1BEE0360D322}" srcOrd="3" destOrd="0" presId="urn:microsoft.com/office/officeart/2018/5/layout/CenteredIconLabelDescriptionList"/>
    <dgm:cxn modelId="{F3C0DAA2-C0FD-4EB3-BAAF-FFCBDE4FB247}" type="presParOf" srcId="{46EF24A3-F322-4150-A211-6E1A14C1EE64}" destId="{FD88389B-6736-4FFA-9998-4B5A7494302D}" srcOrd="4" destOrd="0" presId="urn:microsoft.com/office/officeart/2018/5/layout/CenteredIconLabelDescriptionList"/>
    <dgm:cxn modelId="{0EFF0518-40FD-4A0F-8E7F-EEADEED45B32}" type="presParOf" srcId="{4B7AB596-5AC4-4468-9B92-EA53D66E833F}" destId="{35A52973-8285-4A29-893F-DD65D9EE0ABB}" srcOrd="3" destOrd="0" presId="urn:microsoft.com/office/officeart/2018/5/layout/CenteredIconLabelDescriptionList"/>
    <dgm:cxn modelId="{A4AF8FB8-72DE-423D-83AD-9DEBF68490E5}" type="presParOf" srcId="{4B7AB596-5AC4-4468-9B92-EA53D66E833F}" destId="{041C721F-B8A0-412D-A3E8-F8963B29F459}" srcOrd="4" destOrd="0" presId="urn:microsoft.com/office/officeart/2018/5/layout/CenteredIconLabelDescriptionList"/>
    <dgm:cxn modelId="{25C6C3EA-C49B-4D19-9790-A6AB2AB7A0F0}" type="presParOf" srcId="{041C721F-B8A0-412D-A3E8-F8963B29F459}" destId="{46CA37CF-ED48-4B67-83C8-85702955FF5C}" srcOrd="0" destOrd="0" presId="urn:microsoft.com/office/officeart/2018/5/layout/CenteredIconLabelDescriptionList"/>
    <dgm:cxn modelId="{252E594D-4613-43A8-8DD2-1B21C6FE2BC8}" type="presParOf" srcId="{041C721F-B8A0-412D-A3E8-F8963B29F459}" destId="{F6CBBC36-CDF2-4AC6-9923-61CE4D2880DC}" srcOrd="1" destOrd="0" presId="urn:microsoft.com/office/officeart/2018/5/layout/CenteredIconLabelDescriptionList"/>
    <dgm:cxn modelId="{92DC6B6F-09DB-4231-8A31-C5B4F09F7E65}" type="presParOf" srcId="{041C721F-B8A0-412D-A3E8-F8963B29F459}" destId="{1C40A5D9-967A-49E3-951B-796C78CCEAC3}" srcOrd="2" destOrd="0" presId="urn:microsoft.com/office/officeart/2018/5/layout/CenteredIconLabelDescriptionList"/>
    <dgm:cxn modelId="{1D0BCB1F-4518-49F0-A18C-3AFCF5D6C346}" type="presParOf" srcId="{041C721F-B8A0-412D-A3E8-F8963B29F459}" destId="{D95B96DF-7304-4E65-B064-07AE3EC9DB85}" srcOrd="3" destOrd="0" presId="urn:microsoft.com/office/officeart/2018/5/layout/CenteredIconLabelDescriptionList"/>
    <dgm:cxn modelId="{4290D0D8-5A7C-4296-BD93-AA99A236C982}" type="presParOf" srcId="{041C721F-B8A0-412D-A3E8-F8963B29F459}" destId="{12DA6423-24B8-4717-8049-851388E92BD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6F30864C-30AF-4A91-9EEF-15C971C486B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tr-TR"/>
        </a:p>
      </dgm:t>
    </dgm:pt>
    <dgm:pt modelId="{7B992B25-2BC5-4C6F-88CA-8BAE5E5F84A1}">
      <dgm:prSet/>
      <dgm:spPr/>
      <dgm:t>
        <a:bodyPr/>
        <a:lstStyle/>
        <a:p>
          <a:pPr>
            <a:defRPr b="1"/>
          </a:pPr>
          <a:r>
            <a:rPr lang="tr-TR"/>
            <a:t>Header content</a:t>
          </a:r>
        </a:p>
      </dgm:t>
    </dgm:pt>
    <dgm:pt modelId="{30F4C34F-A952-4D83-9137-3E97285BF41D}" type="parTrans" cxnId="{17F6E0F5-914F-4DC8-8C82-E0E9C3D3A819}">
      <dgm:prSet/>
      <dgm:spPr/>
      <dgm:t>
        <a:bodyPr/>
        <a:lstStyle/>
        <a:p>
          <a:endParaRPr lang="tr-TR"/>
        </a:p>
      </dgm:t>
    </dgm:pt>
    <dgm:pt modelId="{2069EB42-5AB9-452A-901D-B4D3A5D1EDEB}" type="sibTrans" cxnId="{17F6E0F5-914F-4DC8-8C82-E0E9C3D3A819}">
      <dgm:prSet/>
      <dgm:spPr/>
      <dgm:t>
        <a:bodyPr/>
        <a:lstStyle/>
        <a:p>
          <a:endParaRPr lang="tr-TR"/>
        </a:p>
      </dgm:t>
    </dgm:pt>
    <dgm:pt modelId="{EE9D6E94-C402-4E93-AE10-AF56224C8775}">
      <dgm:prSet/>
      <dgm:spPr/>
      <dgm:t>
        <a:bodyPr/>
        <a:lstStyle/>
        <a:p>
          <a:r>
            <a:rPr lang="en-US"/>
            <a:t>three sets of</a:t>
          </a:r>
          <a:endParaRPr lang="tr-TR"/>
        </a:p>
      </dgm:t>
    </dgm:pt>
    <dgm:pt modelId="{3ADB655B-6504-46BF-ABE3-5A32AE309A40}" type="parTrans" cxnId="{45D1602E-CD5A-4AD6-909B-F447BEEB6206}">
      <dgm:prSet/>
      <dgm:spPr/>
      <dgm:t>
        <a:bodyPr/>
        <a:lstStyle/>
        <a:p>
          <a:endParaRPr lang="tr-TR"/>
        </a:p>
      </dgm:t>
    </dgm:pt>
    <dgm:pt modelId="{74B410A3-302E-485F-8DB5-F45FD4C1004A}" type="sibTrans" cxnId="{45D1602E-CD5A-4AD6-909B-F447BEEB6206}">
      <dgm:prSet/>
      <dgm:spPr/>
      <dgm:t>
        <a:bodyPr/>
        <a:lstStyle/>
        <a:p>
          <a:endParaRPr lang="tr-TR"/>
        </a:p>
      </dgm:t>
    </dgm:pt>
    <dgm:pt modelId="{31DE2CF6-E481-4269-A23E-8FFC51EE3D6F}">
      <dgm:prSet/>
      <dgm:spPr/>
      <dgm:t>
        <a:bodyPr/>
        <a:lstStyle/>
        <a:p>
          <a:r>
            <a:rPr lang="en-US"/>
            <a:t>previous block hash </a:t>
          </a:r>
          <a:endParaRPr lang="tr-TR"/>
        </a:p>
      </dgm:t>
    </dgm:pt>
    <dgm:pt modelId="{0A9AC18C-E09E-44B4-8A74-DF1FF571D394}" type="parTrans" cxnId="{F835F16D-A03C-456C-B761-DAD3C7B0BFC2}">
      <dgm:prSet/>
      <dgm:spPr/>
      <dgm:t>
        <a:bodyPr/>
        <a:lstStyle/>
        <a:p>
          <a:endParaRPr lang="tr-TR"/>
        </a:p>
      </dgm:t>
    </dgm:pt>
    <dgm:pt modelId="{5A00FDAD-C274-46B2-9378-0357893000B7}" type="sibTrans" cxnId="{F835F16D-A03C-456C-B761-DAD3C7B0BFC2}">
      <dgm:prSet/>
      <dgm:spPr/>
      <dgm:t>
        <a:bodyPr/>
        <a:lstStyle/>
        <a:p>
          <a:endParaRPr lang="tr-TR"/>
        </a:p>
      </dgm:t>
    </dgm:pt>
    <dgm:pt modelId="{F44BCB85-7AE9-4498-B387-75AA4F3D3DFC}">
      <dgm:prSet/>
      <dgm:spPr/>
      <dgm:t>
        <a:bodyPr/>
        <a:lstStyle/>
        <a:p>
          <a:pPr>
            <a:defRPr b="1"/>
          </a:pPr>
          <a:r>
            <a:rPr lang="en-US"/>
            <a:t>merkle tree</a:t>
          </a:r>
          <a:endParaRPr lang="tr-TR"/>
        </a:p>
      </dgm:t>
    </dgm:pt>
    <dgm:pt modelId="{F3E238DC-A6BC-412E-8555-C22B04DAAF42}" type="parTrans" cxnId="{C3DB3A33-12EB-45F4-A6F4-0049944433FD}">
      <dgm:prSet/>
      <dgm:spPr/>
      <dgm:t>
        <a:bodyPr/>
        <a:lstStyle/>
        <a:p>
          <a:endParaRPr lang="tr-TR"/>
        </a:p>
      </dgm:t>
    </dgm:pt>
    <dgm:pt modelId="{58E7925E-62B1-4710-961A-C7088395F622}" type="sibTrans" cxnId="{C3DB3A33-12EB-45F4-A6F4-0049944433FD}">
      <dgm:prSet/>
      <dgm:spPr/>
      <dgm:t>
        <a:bodyPr/>
        <a:lstStyle/>
        <a:p>
          <a:endParaRPr lang="tr-TR"/>
        </a:p>
      </dgm:t>
    </dgm:pt>
    <dgm:pt modelId="{92E33E13-D80A-40A3-A4AB-1452BB90C913}">
      <dgm:prSet/>
      <dgm:spPr/>
      <dgm:t>
        <a:bodyPr/>
        <a:lstStyle/>
        <a:p>
          <a:r>
            <a:rPr lang="en-US" dirty="0"/>
            <a:t>a data structure</a:t>
          </a:r>
          <a:endParaRPr lang="tr-TR" dirty="0"/>
        </a:p>
      </dgm:t>
    </dgm:pt>
    <dgm:pt modelId="{81751760-76A1-4890-975A-B37C9F02FB17}" type="parTrans" cxnId="{C09F2A03-0203-42A4-8393-4C3D162A1EB9}">
      <dgm:prSet/>
      <dgm:spPr/>
      <dgm:t>
        <a:bodyPr/>
        <a:lstStyle/>
        <a:p>
          <a:endParaRPr lang="tr-TR"/>
        </a:p>
      </dgm:t>
    </dgm:pt>
    <dgm:pt modelId="{C9DA9B37-83F8-4F8A-AD61-48E38681D36B}" type="sibTrans" cxnId="{C09F2A03-0203-42A4-8393-4C3D162A1EB9}">
      <dgm:prSet/>
      <dgm:spPr/>
      <dgm:t>
        <a:bodyPr/>
        <a:lstStyle/>
        <a:p>
          <a:endParaRPr lang="tr-TR"/>
        </a:p>
      </dgm:t>
    </dgm:pt>
    <dgm:pt modelId="{9766E661-9068-4C34-81A7-F17D2C65DA12}">
      <dgm:prSet/>
      <dgm:spPr/>
      <dgm:t>
        <a:bodyPr/>
        <a:lstStyle/>
        <a:p>
          <a:r>
            <a:rPr lang="en-US"/>
            <a:t>the transactions</a:t>
          </a:r>
          <a:endParaRPr lang="tr-TR"/>
        </a:p>
      </dgm:t>
    </dgm:pt>
    <dgm:pt modelId="{1B8C0E68-D737-4E76-952C-BB732C1D23B6}" type="parTrans" cxnId="{AE04C5F8-89FA-4323-B363-1328C30B1298}">
      <dgm:prSet/>
      <dgm:spPr/>
      <dgm:t>
        <a:bodyPr/>
        <a:lstStyle/>
        <a:p>
          <a:endParaRPr lang="tr-TR"/>
        </a:p>
      </dgm:t>
    </dgm:pt>
    <dgm:pt modelId="{B7B7976D-81E3-457F-9659-2C222415F89D}" type="sibTrans" cxnId="{AE04C5F8-89FA-4323-B363-1328C30B1298}">
      <dgm:prSet/>
      <dgm:spPr/>
      <dgm:t>
        <a:bodyPr/>
        <a:lstStyle/>
        <a:p>
          <a:endParaRPr lang="tr-TR"/>
        </a:p>
      </dgm:t>
    </dgm:pt>
    <dgm:pt modelId="{740FB219-E694-45CD-88A0-5F7FF2037A3F}">
      <dgm:prSet/>
      <dgm:spPr/>
      <dgm:t>
        <a:bodyPr/>
        <a:lstStyle/>
        <a:p>
          <a:r>
            <a:rPr lang="en-US"/>
            <a:t>block metadata. </a:t>
          </a:r>
          <a:endParaRPr lang="tr-TR"/>
        </a:p>
      </dgm:t>
    </dgm:pt>
    <dgm:pt modelId="{9CD571D6-3EE7-4C93-8CE1-423D6AE693F6}" type="parTrans" cxnId="{9169BB3E-F775-43B9-A4DA-F6C152AB3011}">
      <dgm:prSet/>
      <dgm:spPr/>
      <dgm:t>
        <a:bodyPr/>
        <a:lstStyle/>
        <a:p>
          <a:endParaRPr lang="tr-TR"/>
        </a:p>
      </dgm:t>
    </dgm:pt>
    <dgm:pt modelId="{D53A6235-CEDC-4A9B-B7C8-B20C1AF6CC38}" type="sibTrans" cxnId="{9169BB3E-F775-43B9-A4DA-F6C152AB3011}">
      <dgm:prSet/>
      <dgm:spPr/>
      <dgm:t>
        <a:bodyPr/>
        <a:lstStyle/>
        <a:p>
          <a:endParaRPr lang="tr-TR"/>
        </a:p>
      </dgm:t>
    </dgm:pt>
    <dgm:pt modelId="{3FE8945D-0874-4D9A-910C-29AA0AEC5C13}">
      <dgm:prSet/>
      <dgm:spPr/>
      <dgm:t>
        <a:bodyPr/>
        <a:lstStyle/>
        <a:p>
          <a:pPr>
            <a:defRPr b="1"/>
          </a:pPr>
          <a:r>
            <a:rPr lang="tr-TR"/>
            <a:t>Set-2</a:t>
          </a:r>
        </a:p>
      </dgm:t>
    </dgm:pt>
    <dgm:pt modelId="{C5296587-5266-4D3B-B522-FBEFC26E2A6F}" type="parTrans" cxnId="{AF0D6313-3DE6-48AC-B85B-07A69F807D6F}">
      <dgm:prSet/>
      <dgm:spPr/>
      <dgm:t>
        <a:bodyPr/>
        <a:lstStyle/>
        <a:p>
          <a:endParaRPr lang="tr-TR"/>
        </a:p>
      </dgm:t>
    </dgm:pt>
    <dgm:pt modelId="{FA05AC00-3C6B-42E6-8C15-659FB106D7BB}" type="sibTrans" cxnId="{AF0D6313-3DE6-48AC-B85B-07A69F807D6F}">
      <dgm:prSet/>
      <dgm:spPr/>
      <dgm:t>
        <a:bodyPr/>
        <a:lstStyle/>
        <a:p>
          <a:endParaRPr lang="tr-TR"/>
        </a:p>
      </dgm:t>
    </dgm:pt>
    <dgm:pt modelId="{D916ECC5-DEF9-465D-86B7-9058847FD023}">
      <dgm:prSet/>
      <dgm:spPr/>
      <dgm:t>
        <a:bodyPr/>
        <a:lstStyle/>
        <a:p>
          <a:r>
            <a:rPr lang="en-US"/>
            <a:t>timestamp </a:t>
          </a:r>
          <a:endParaRPr lang="tr-TR"/>
        </a:p>
      </dgm:t>
    </dgm:pt>
    <dgm:pt modelId="{D2756DB0-B82C-4615-8E6A-701734303CF5}" type="parTrans" cxnId="{598935FA-DDC7-4338-B048-18DD9317D4ED}">
      <dgm:prSet/>
      <dgm:spPr/>
      <dgm:t>
        <a:bodyPr/>
        <a:lstStyle/>
        <a:p>
          <a:endParaRPr lang="tr-TR"/>
        </a:p>
      </dgm:t>
    </dgm:pt>
    <dgm:pt modelId="{98C82B82-5644-4DB0-AAB3-5148DF3D7321}" type="sibTrans" cxnId="{598935FA-DDC7-4338-B048-18DD9317D4ED}">
      <dgm:prSet/>
      <dgm:spPr/>
      <dgm:t>
        <a:bodyPr/>
        <a:lstStyle/>
        <a:p>
          <a:endParaRPr lang="tr-TR"/>
        </a:p>
      </dgm:t>
    </dgm:pt>
    <dgm:pt modelId="{C82F9324-970B-46B3-8880-E29A7654A57B}">
      <dgm:prSet/>
      <dgm:spPr/>
      <dgm:t>
        <a:bodyPr/>
        <a:lstStyle/>
        <a:p>
          <a:r>
            <a:rPr lang="en-US"/>
            <a:t>Nonce</a:t>
          </a:r>
          <a:endParaRPr lang="tr-TR"/>
        </a:p>
      </dgm:t>
    </dgm:pt>
    <dgm:pt modelId="{7E73B883-259E-4444-8B10-317868B01A08}" type="parTrans" cxnId="{19B1264A-4884-4A26-8D94-D9E7EB49E995}">
      <dgm:prSet/>
      <dgm:spPr/>
      <dgm:t>
        <a:bodyPr/>
        <a:lstStyle/>
        <a:p>
          <a:endParaRPr lang="tr-TR"/>
        </a:p>
      </dgm:t>
    </dgm:pt>
    <dgm:pt modelId="{B1B0E0C9-C9DB-4665-BFAD-D5BD04C7672E}" type="sibTrans" cxnId="{19B1264A-4884-4A26-8D94-D9E7EB49E995}">
      <dgm:prSet/>
      <dgm:spPr/>
      <dgm:t>
        <a:bodyPr/>
        <a:lstStyle/>
        <a:p>
          <a:endParaRPr lang="tr-TR"/>
        </a:p>
      </dgm:t>
    </dgm:pt>
    <dgm:pt modelId="{B95D1ED1-69C3-4AF7-9DB1-FF009E19D857}">
      <dgm:prSet/>
      <dgm:spPr/>
      <dgm:t>
        <a:bodyPr/>
        <a:lstStyle/>
        <a:p>
          <a:r>
            <a:rPr lang="en-US"/>
            <a:t>efficiently summarize</a:t>
          </a:r>
          <a:endParaRPr lang="tr-TR"/>
        </a:p>
      </dgm:t>
    </dgm:pt>
    <dgm:pt modelId="{4001D457-BCBA-498F-8D8B-0C3601CFF028}" type="parTrans" cxnId="{E80222DA-22E9-4015-91F4-CC332E120DEB}">
      <dgm:prSet/>
      <dgm:spPr/>
      <dgm:t>
        <a:bodyPr/>
        <a:lstStyle/>
        <a:p>
          <a:endParaRPr lang="tr-TR"/>
        </a:p>
      </dgm:t>
    </dgm:pt>
    <dgm:pt modelId="{8F757AD9-D7AC-4D3E-AD26-4475EF5EB102}" type="sibTrans" cxnId="{E80222DA-22E9-4015-91F4-CC332E120DEB}">
      <dgm:prSet/>
      <dgm:spPr/>
      <dgm:t>
        <a:bodyPr/>
        <a:lstStyle/>
        <a:p>
          <a:endParaRPr lang="tr-TR"/>
        </a:p>
      </dgm:t>
    </dgm:pt>
    <dgm:pt modelId="{7125FF88-B3B2-4AE5-9D20-0E194AE307D6}">
      <dgm:prSet/>
      <dgm:spPr/>
      <dgm:t>
        <a:bodyPr/>
        <a:lstStyle/>
        <a:p>
          <a:pPr>
            <a:defRPr b="1"/>
          </a:pPr>
          <a:r>
            <a:rPr lang="tr-TR"/>
            <a:t>Set-3</a:t>
          </a:r>
        </a:p>
      </dgm:t>
    </dgm:pt>
    <dgm:pt modelId="{549D5773-1D64-4323-B0A5-E697F3B8B815}" type="parTrans" cxnId="{B17FAFA8-97D5-4057-826C-A0889263BB1D}">
      <dgm:prSet/>
      <dgm:spPr/>
      <dgm:t>
        <a:bodyPr/>
        <a:lstStyle/>
        <a:p>
          <a:endParaRPr lang="tr-TR"/>
        </a:p>
      </dgm:t>
    </dgm:pt>
    <dgm:pt modelId="{A742DAEC-4CD7-4E60-B6FF-8AE802122A86}" type="sibTrans" cxnId="{B17FAFA8-97D5-4057-826C-A0889263BB1D}">
      <dgm:prSet/>
      <dgm:spPr/>
      <dgm:t>
        <a:bodyPr/>
        <a:lstStyle/>
        <a:p>
          <a:endParaRPr lang="tr-TR"/>
        </a:p>
      </dgm:t>
    </dgm:pt>
    <dgm:pt modelId="{861F2F23-E4D3-40E8-8F0E-34E8FBE14C31}">
      <dgm:prSet/>
      <dgm:spPr/>
      <dgm:t>
        <a:bodyPr/>
        <a:lstStyle/>
        <a:p>
          <a:r>
            <a:rPr lang="tr-TR"/>
            <a:t>Merkle tree</a:t>
          </a:r>
        </a:p>
      </dgm:t>
    </dgm:pt>
    <dgm:pt modelId="{D39E8157-BCFA-4D8E-B19F-639C7883903D}" type="parTrans" cxnId="{3903D06E-196F-4280-8294-E0EDFE4F8B09}">
      <dgm:prSet/>
      <dgm:spPr/>
      <dgm:t>
        <a:bodyPr/>
        <a:lstStyle/>
        <a:p>
          <a:endParaRPr lang="tr-TR"/>
        </a:p>
      </dgm:t>
    </dgm:pt>
    <dgm:pt modelId="{0F4F4634-FD38-4A24-A135-4762423CC4DA}" type="sibTrans" cxnId="{3903D06E-196F-4280-8294-E0EDFE4F8B09}">
      <dgm:prSet/>
      <dgm:spPr/>
      <dgm:t>
        <a:bodyPr/>
        <a:lstStyle/>
        <a:p>
          <a:endParaRPr lang="tr-TR"/>
        </a:p>
      </dgm:t>
    </dgm:pt>
    <dgm:pt modelId="{4B2ACF68-76B9-4896-9E17-EE5B5CAEBAAB}">
      <dgm:prSet/>
      <dgm:spPr/>
      <dgm:t>
        <a:bodyPr/>
        <a:lstStyle/>
        <a:p>
          <a:r>
            <a:rPr lang="en-US"/>
            <a:t>the difficulty</a:t>
          </a:r>
          <a:endParaRPr lang="tr-TR"/>
        </a:p>
      </dgm:t>
    </dgm:pt>
    <dgm:pt modelId="{07DA9C67-75C0-4F22-9128-DE6DC14A9AEE}" type="parTrans" cxnId="{3487E103-A6AF-4502-89C4-3091F8329CCD}">
      <dgm:prSet/>
      <dgm:spPr/>
      <dgm:t>
        <a:bodyPr/>
        <a:lstStyle/>
        <a:p>
          <a:endParaRPr lang="tr-TR"/>
        </a:p>
      </dgm:t>
    </dgm:pt>
    <dgm:pt modelId="{749B40BF-5E20-491A-B80F-DC100069E9F2}" type="sibTrans" cxnId="{3487E103-A6AF-4502-89C4-3091F8329CCD}">
      <dgm:prSet/>
      <dgm:spPr/>
      <dgm:t>
        <a:bodyPr/>
        <a:lstStyle/>
        <a:p>
          <a:endParaRPr lang="tr-TR"/>
        </a:p>
      </dgm:t>
    </dgm:pt>
    <dgm:pt modelId="{95AE4EF4-91A2-4B02-9075-3CFDC40B2AEA}">
      <dgm:prSet/>
      <dgm:spPr/>
      <dgm:t>
        <a:bodyPr/>
        <a:lstStyle/>
        <a:p>
          <a:pPr>
            <a:defRPr b="1"/>
          </a:pPr>
          <a:r>
            <a:rPr lang="tr-TR"/>
            <a:t>Set-1</a:t>
          </a:r>
        </a:p>
      </dgm:t>
    </dgm:pt>
    <dgm:pt modelId="{12A117EB-58B9-4FD9-8AD3-E2129FE642BE}" type="parTrans" cxnId="{5BD1D6F2-ADD7-45C6-839F-956B8D51095C}">
      <dgm:prSet/>
      <dgm:spPr/>
      <dgm:t>
        <a:bodyPr/>
        <a:lstStyle/>
        <a:p>
          <a:endParaRPr lang="tr-TR"/>
        </a:p>
      </dgm:t>
    </dgm:pt>
    <dgm:pt modelId="{D05A0DCC-B692-4C63-A18B-AC8F546BB719}" type="sibTrans" cxnId="{5BD1D6F2-ADD7-45C6-839F-956B8D51095C}">
      <dgm:prSet/>
      <dgm:spPr/>
      <dgm:t>
        <a:bodyPr/>
        <a:lstStyle/>
        <a:p>
          <a:endParaRPr lang="tr-TR"/>
        </a:p>
      </dgm:t>
    </dgm:pt>
    <dgm:pt modelId="{CCC41B56-76D1-4CE4-805B-E6FA16210691}" type="pres">
      <dgm:prSet presAssocID="{6F30864C-30AF-4A91-9EEF-15C971C486B5}" presName="root" presStyleCnt="0">
        <dgm:presLayoutVars>
          <dgm:dir/>
          <dgm:resizeHandles val="exact"/>
        </dgm:presLayoutVars>
      </dgm:prSet>
      <dgm:spPr/>
    </dgm:pt>
    <dgm:pt modelId="{2EAB4BCE-91B3-4DB0-AED9-AFBB8883A6AD}" type="pres">
      <dgm:prSet presAssocID="{7B992B25-2BC5-4C6F-88CA-8BAE5E5F84A1}" presName="compNode" presStyleCnt="0"/>
      <dgm:spPr/>
    </dgm:pt>
    <dgm:pt modelId="{E21B0959-1AA9-4F4E-8CD2-52EAB6E7DEB5}" type="pres">
      <dgm:prSet presAssocID="{7B992B25-2BC5-4C6F-88CA-8BAE5E5F84A1}" presName="iconRect" presStyleLbl="node1" presStyleIdx="0" presStyleCnt="5"/>
      <dgm:spPr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avestone"/>
        </a:ext>
      </dgm:extLst>
    </dgm:pt>
    <dgm:pt modelId="{7E7AEC6D-9C11-4817-B2C5-B381BE401FC4}" type="pres">
      <dgm:prSet presAssocID="{7B992B25-2BC5-4C6F-88CA-8BAE5E5F84A1}" presName="iconSpace" presStyleCnt="0"/>
      <dgm:spPr/>
    </dgm:pt>
    <dgm:pt modelId="{A8CC1FB6-83B3-40A5-A130-2B3DECBB7BC3}" type="pres">
      <dgm:prSet presAssocID="{7B992B25-2BC5-4C6F-88CA-8BAE5E5F84A1}" presName="parTx" presStyleLbl="revTx" presStyleIdx="0" presStyleCnt="10">
        <dgm:presLayoutVars>
          <dgm:chMax val="0"/>
          <dgm:chPref val="0"/>
        </dgm:presLayoutVars>
      </dgm:prSet>
      <dgm:spPr/>
    </dgm:pt>
    <dgm:pt modelId="{84602E9C-4016-40AA-9632-63147B0A6102}" type="pres">
      <dgm:prSet presAssocID="{7B992B25-2BC5-4C6F-88CA-8BAE5E5F84A1}" presName="txSpace" presStyleCnt="0"/>
      <dgm:spPr/>
    </dgm:pt>
    <dgm:pt modelId="{3D2E411C-7318-40ED-8C12-7C26905E5AC2}" type="pres">
      <dgm:prSet presAssocID="{7B992B25-2BC5-4C6F-88CA-8BAE5E5F84A1}" presName="desTx" presStyleLbl="revTx" presStyleIdx="1" presStyleCnt="10">
        <dgm:presLayoutVars/>
      </dgm:prSet>
      <dgm:spPr/>
    </dgm:pt>
    <dgm:pt modelId="{720924F9-A641-44AB-AFD9-5B3B2DCB7918}" type="pres">
      <dgm:prSet presAssocID="{2069EB42-5AB9-452A-901D-B4D3A5D1EDEB}" presName="sibTrans" presStyleCnt="0"/>
      <dgm:spPr/>
    </dgm:pt>
    <dgm:pt modelId="{EAF10CBE-4038-495C-BB3D-21ACA4A17C00}" type="pres">
      <dgm:prSet presAssocID="{95AE4EF4-91A2-4B02-9075-3CFDC40B2AEA}" presName="compNode" presStyleCnt="0"/>
      <dgm:spPr/>
    </dgm:pt>
    <dgm:pt modelId="{8CD097FC-016A-4A59-9C81-90128F2E0C3C}" type="pres">
      <dgm:prSet presAssocID="{95AE4EF4-91A2-4B02-9075-3CFDC40B2AEA}" presName="iconRect" presStyleLbl="node1" presStyleIdx="1" presStyleCnt="5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ek dişli"/>
        </a:ext>
      </dgm:extLst>
    </dgm:pt>
    <dgm:pt modelId="{13DC3F1C-1D05-4E2E-951C-776DECF6F54D}" type="pres">
      <dgm:prSet presAssocID="{95AE4EF4-91A2-4B02-9075-3CFDC40B2AEA}" presName="iconSpace" presStyleCnt="0"/>
      <dgm:spPr/>
    </dgm:pt>
    <dgm:pt modelId="{AF6D7F9B-D905-411A-9D68-674990A90A89}" type="pres">
      <dgm:prSet presAssocID="{95AE4EF4-91A2-4B02-9075-3CFDC40B2AEA}" presName="parTx" presStyleLbl="revTx" presStyleIdx="2" presStyleCnt="10">
        <dgm:presLayoutVars>
          <dgm:chMax val="0"/>
          <dgm:chPref val="0"/>
        </dgm:presLayoutVars>
      </dgm:prSet>
      <dgm:spPr/>
    </dgm:pt>
    <dgm:pt modelId="{844CB68A-4E5A-49FE-BF0A-C7DF27B16DF4}" type="pres">
      <dgm:prSet presAssocID="{95AE4EF4-91A2-4B02-9075-3CFDC40B2AEA}" presName="txSpace" presStyleCnt="0"/>
      <dgm:spPr/>
    </dgm:pt>
    <dgm:pt modelId="{7D0BBE42-EFE0-4C05-BF46-39D2CF3A17C4}" type="pres">
      <dgm:prSet presAssocID="{95AE4EF4-91A2-4B02-9075-3CFDC40B2AEA}" presName="desTx" presStyleLbl="revTx" presStyleIdx="3" presStyleCnt="10">
        <dgm:presLayoutVars/>
      </dgm:prSet>
      <dgm:spPr/>
    </dgm:pt>
    <dgm:pt modelId="{7BD3E2B1-C03C-46DC-A688-11720C985E70}" type="pres">
      <dgm:prSet presAssocID="{D05A0DCC-B692-4C63-A18B-AC8F546BB719}" presName="sibTrans" presStyleCnt="0"/>
      <dgm:spPr/>
    </dgm:pt>
    <dgm:pt modelId="{4CB7C283-572B-4DD4-91B7-AA332ED7325E}" type="pres">
      <dgm:prSet presAssocID="{3FE8945D-0874-4D9A-910C-29AA0AEC5C13}" presName="compNode" presStyleCnt="0"/>
      <dgm:spPr/>
    </dgm:pt>
    <dgm:pt modelId="{55AD77A3-E2E7-49CE-B797-E284BA235E49}" type="pres">
      <dgm:prSet presAssocID="{3FE8945D-0874-4D9A-910C-29AA0AEC5C13}" presName="iconRect" presStyleLbl="node1" presStyleIdx="2" presStyleCnt="5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şliler"/>
        </a:ext>
      </dgm:extLst>
    </dgm:pt>
    <dgm:pt modelId="{D71A1832-00C5-49CA-A2B9-57B0DC67F895}" type="pres">
      <dgm:prSet presAssocID="{3FE8945D-0874-4D9A-910C-29AA0AEC5C13}" presName="iconSpace" presStyleCnt="0"/>
      <dgm:spPr/>
    </dgm:pt>
    <dgm:pt modelId="{70FE862F-32E5-43EB-989E-85BF5FFB9F61}" type="pres">
      <dgm:prSet presAssocID="{3FE8945D-0874-4D9A-910C-29AA0AEC5C13}" presName="parTx" presStyleLbl="revTx" presStyleIdx="4" presStyleCnt="10">
        <dgm:presLayoutVars>
          <dgm:chMax val="0"/>
          <dgm:chPref val="0"/>
        </dgm:presLayoutVars>
      </dgm:prSet>
      <dgm:spPr/>
    </dgm:pt>
    <dgm:pt modelId="{CF8A927A-219B-4A31-AE02-B95941566DC6}" type="pres">
      <dgm:prSet presAssocID="{3FE8945D-0874-4D9A-910C-29AA0AEC5C13}" presName="txSpace" presStyleCnt="0"/>
      <dgm:spPr/>
    </dgm:pt>
    <dgm:pt modelId="{5B1578DC-D207-4083-9564-885FD5CD7B88}" type="pres">
      <dgm:prSet presAssocID="{3FE8945D-0874-4D9A-910C-29AA0AEC5C13}" presName="desTx" presStyleLbl="revTx" presStyleIdx="5" presStyleCnt="10">
        <dgm:presLayoutVars/>
      </dgm:prSet>
      <dgm:spPr/>
    </dgm:pt>
    <dgm:pt modelId="{CE06988F-6AC5-45A4-95C5-1A0A38668779}" type="pres">
      <dgm:prSet presAssocID="{FA05AC00-3C6B-42E6-8C15-659FB106D7BB}" presName="sibTrans" presStyleCnt="0"/>
      <dgm:spPr/>
    </dgm:pt>
    <dgm:pt modelId="{C6DBE39E-287F-4A94-9D1D-5F0F98634F81}" type="pres">
      <dgm:prSet presAssocID="{7125FF88-B3B2-4AE5-9D20-0E194AE307D6}" presName="compNode" presStyleCnt="0"/>
      <dgm:spPr/>
    </dgm:pt>
    <dgm:pt modelId="{F01F2013-36F0-4F04-BDF2-C92524462037}" type="pres">
      <dgm:prSet presAssocID="{7125FF88-B3B2-4AE5-9D20-0E194AE307D6}" presName="iconRect" presStyleLbl="node1" presStyleIdx="3" presStyleCnt="5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şlileri olan kafa"/>
        </a:ext>
      </dgm:extLst>
    </dgm:pt>
    <dgm:pt modelId="{47FF26B9-0C52-425A-8847-392E630F9A94}" type="pres">
      <dgm:prSet presAssocID="{7125FF88-B3B2-4AE5-9D20-0E194AE307D6}" presName="iconSpace" presStyleCnt="0"/>
      <dgm:spPr/>
    </dgm:pt>
    <dgm:pt modelId="{81ABDAE6-3BEA-4DA9-9552-8C467735A00D}" type="pres">
      <dgm:prSet presAssocID="{7125FF88-B3B2-4AE5-9D20-0E194AE307D6}" presName="parTx" presStyleLbl="revTx" presStyleIdx="6" presStyleCnt="10">
        <dgm:presLayoutVars>
          <dgm:chMax val="0"/>
          <dgm:chPref val="0"/>
        </dgm:presLayoutVars>
      </dgm:prSet>
      <dgm:spPr/>
    </dgm:pt>
    <dgm:pt modelId="{01F95071-FD0B-4B04-999A-5A5E7099B6A7}" type="pres">
      <dgm:prSet presAssocID="{7125FF88-B3B2-4AE5-9D20-0E194AE307D6}" presName="txSpace" presStyleCnt="0"/>
      <dgm:spPr/>
    </dgm:pt>
    <dgm:pt modelId="{7FD9CE42-5627-4CFA-A971-D469464EE4F0}" type="pres">
      <dgm:prSet presAssocID="{7125FF88-B3B2-4AE5-9D20-0E194AE307D6}" presName="desTx" presStyleLbl="revTx" presStyleIdx="7" presStyleCnt="10">
        <dgm:presLayoutVars/>
      </dgm:prSet>
      <dgm:spPr/>
    </dgm:pt>
    <dgm:pt modelId="{87A699A1-DEAD-473B-A7A2-3C25A67FDEC4}" type="pres">
      <dgm:prSet presAssocID="{A742DAEC-4CD7-4E60-B6FF-8AE802122A86}" presName="sibTrans" presStyleCnt="0"/>
      <dgm:spPr/>
    </dgm:pt>
    <dgm:pt modelId="{5F7FC3A8-8E08-4817-B04E-0EF013EE5EE2}" type="pres">
      <dgm:prSet presAssocID="{F44BCB85-7AE9-4498-B387-75AA4F3D3DFC}" presName="compNode" presStyleCnt="0"/>
      <dgm:spPr/>
    </dgm:pt>
    <dgm:pt modelId="{6EB79049-A913-4993-B5CC-52FF9A99F203}" type="pres">
      <dgm:prSet presAssocID="{F44BCB85-7AE9-4498-B387-75AA4F3D3DFC}" presName="iconRect" presStyleLbl="node1" presStyleIdx="4" presStyleCnt="5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A1BF1CAC-A6D3-48C9-9A4E-0E1A1672D098}" type="pres">
      <dgm:prSet presAssocID="{F44BCB85-7AE9-4498-B387-75AA4F3D3DFC}" presName="iconSpace" presStyleCnt="0"/>
      <dgm:spPr/>
    </dgm:pt>
    <dgm:pt modelId="{70C18195-FC1A-4994-BEDE-F2681CC8B2D6}" type="pres">
      <dgm:prSet presAssocID="{F44BCB85-7AE9-4498-B387-75AA4F3D3DFC}" presName="parTx" presStyleLbl="revTx" presStyleIdx="8" presStyleCnt="10">
        <dgm:presLayoutVars>
          <dgm:chMax val="0"/>
          <dgm:chPref val="0"/>
        </dgm:presLayoutVars>
      </dgm:prSet>
      <dgm:spPr/>
    </dgm:pt>
    <dgm:pt modelId="{B1224C0D-64C9-4281-B43F-6326D82198A6}" type="pres">
      <dgm:prSet presAssocID="{F44BCB85-7AE9-4498-B387-75AA4F3D3DFC}" presName="txSpace" presStyleCnt="0"/>
      <dgm:spPr/>
    </dgm:pt>
    <dgm:pt modelId="{DF7E4CEF-1C5A-4A08-83A1-FCE43E688B3F}" type="pres">
      <dgm:prSet presAssocID="{F44BCB85-7AE9-4498-B387-75AA4F3D3DFC}" presName="desTx" presStyleLbl="revTx" presStyleIdx="9" presStyleCnt="10">
        <dgm:presLayoutVars/>
      </dgm:prSet>
      <dgm:spPr/>
    </dgm:pt>
  </dgm:ptLst>
  <dgm:cxnLst>
    <dgm:cxn modelId="{C09F2A03-0203-42A4-8393-4C3D162A1EB9}" srcId="{F44BCB85-7AE9-4498-B387-75AA4F3D3DFC}" destId="{92E33E13-D80A-40A3-A4AB-1452BB90C913}" srcOrd="0" destOrd="0" parTransId="{81751760-76A1-4890-975A-B37C9F02FB17}" sibTransId="{C9DA9B37-83F8-4F8A-AD61-48E38681D36B}"/>
    <dgm:cxn modelId="{3487E103-A6AF-4502-89C4-3091F8329CCD}" srcId="{3FE8945D-0874-4D9A-910C-29AA0AEC5C13}" destId="{4B2ACF68-76B9-4896-9E17-EE5B5CAEBAAB}" srcOrd="0" destOrd="0" parTransId="{07DA9C67-75C0-4F22-9128-DE6DC14A9AEE}" sibTransId="{749B40BF-5E20-491A-B80F-DC100069E9F2}"/>
    <dgm:cxn modelId="{F1461712-A620-4743-A0CD-F25BBE74CEAE}" type="presOf" srcId="{31DE2CF6-E481-4269-A23E-8FFC51EE3D6F}" destId="{7D0BBE42-EFE0-4C05-BF46-39D2CF3A17C4}" srcOrd="0" destOrd="0" presId="urn:microsoft.com/office/officeart/2018/5/layout/CenteredIconLabelDescriptionList"/>
    <dgm:cxn modelId="{AF0D6313-3DE6-48AC-B85B-07A69F807D6F}" srcId="{6F30864C-30AF-4A91-9EEF-15C971C486B5}" destId="{3FE8945D-0874-4D9A-910C-29AA0AEC5C13}" srcOrd="2" destOrd="0" parTransId="{C5296587-5266-4D3B-B522-FBEFC26E2A6F}" sibTransId="{FA05AC00-3C6B-42E6-8C15-659FB106D7BB}"/>
    <dgm:cxn modelId="{A66A1A14-1A43-4721-BB5B-F36A8E44E2EB}" type="presOf" srcId="{861F2F23-E4D3-40E8-8F0E-34E8FBE14C31}" destId="{7FD9CE42-5627-4CFA-A971-D469464EE4F0}" srcOrd="0" destOrd="0" presId="urn:microsoft.com/office/officeart/2018/5/layout/CenteredIconLabelDescriptionList"/>
    <dgm:cxn modelId="{FC9D231D-0C09-4DE1-B951-15FC9EB889EF}" type="presOf" srcId="{7125FF88-B3B2-4AE5-9D20-0E194AE307D6}" destId="{81ABDAE6-3BEA-4DA9-9552-8C467735A00D}" srcOrd="0" destOrd="0" presId="urn:microsoft.com/office/officeart/2018/5/layout/CenteredIconLabelDescriptionList"/>
    <dgm:cxn modelId="{997D5E27-BEE9-46EE-8286-FCF29EABAD30}" type="presOf" srcId="{EE9D6E94-C402-4E93-AE10-AF56224C8775}" destId="{3D2E411C-7318-40ED-8C12-7C26905E5AC2}" srcOrd="0" destOrd="0" presId="urn:microsoft.com/office/officeart/2018/5/layout/CenteredIconLabelDescriptionList"/>
    <dgm:cxn modelId="{45D1602E-CD5A-4AD6-909B-F447BEEB6206}" srcId="{7B992B25-2BC5-4C6F-88CA-8BAE5E5F84A1}" destId="{EE9D6E94-C402-4E93-AE10-AF56224C8775}" srcOrd="0" destOrd="0" parTransId="{3ADB655B-6504-46BF-ABE3-5A32AE309A40}" sibTransId="{74B410A3-302E-485F-8DB5-F45FD4C1004A}"/>
    <dgm:cxn modelId="{C3DB3A33-12EB-45F4-A6F4-0049944433FD}" srcId="{6F30864C-30AF-4A91-9EEF-15C971C486B5}" destId="{F44BCB85-7AE9-4498-B387-75AA4F3D3DFC}" srcOrd="4" destOrd="0" parTransId="{F3E238DC-A6BC-412E-8555-C22B04DAAF42}" sibTransId="{58E7925E-62B1-4710-961A-C7088395F622}"/>
    <dgm:cxn modelId="{9169BB3E-F775-43B9-A4DA-F6C152AB3011}" srcId="{7B992B25-2BC5-4C6F-88CA-8BAE5E5F84A1}" destId="{740FB219-E694-45CD-88A0-5F7FF2037A3F}" srcOrd="1" destOrd="0" parTransId="{9CD571D6-3EE7-4C93-8CE1-423D6AE693F6}" sibTransId="{D53A6235-CEDC-4A9B-B7C8-B20C1AF6CC38}"/>
    <dgm:cxn modelId="{70AF3660-1730-4C80-B2FB-D9D21D2FCCDB}" type="presOf" srcId="{7B992B25-2BC5-4C6F-88CA-8BAE5E5F84A1}" destId="{A8CC1FB6-83B3-40A5-A130-2B3DECBB7BC3}" srcOrd="0" destOrd="0" presId="urn:microsoft.com/office/officeart/2018/5/layout/CenteredIconLabelDescriptionList"/>
    <dgm:cxn modelId="{3A0EA048-34D5-42D3-8CB4-17548D476668}" type="presOf" srcId="{92E33E13-D80A-40A3-A4AB-1452BB90C913}" destId="{DF7E4CEF-1C5A-4A08-83A1-FCE43E688B3F}" srcOrd="0" destOrd="0" presId="urn:microsoft.com/office/officeart/2018/5/layout/CenteredIconLabelDescriptionList"/>
    <dgm:cxn modelId="{19B1264A-4884-4A26-8D94-D9E7EB49E995}" srcId="{3FE8945D-0874-4D9A-910C-29AA0AEC5C13}" destId="{C82F9324-970B-46B3-8880-E29A7654A57B}" srcOrd="2" destOrd="0" parTransId="{7E73B883-259E-4444-8B10-317868B01A08}" sibTransId="{B1B0E0C9-C9DB-4665-BFAD-D5BD04C7672E}"/>
    <dgm:cxn modelId="{457AB66C-11E3-4681-B5FA-3577654C02AD}" type="presOf" srcId="{9766E661-9068-4C34-81A7-F17D2C65DA12}" destId="{DF7E4CEF-1C5A-4A08-83A1-FCE43E688B3F}" srcOrd="0" destOrd="2" presId="urn:microsoft.com/office/officeart/2018/5/layout/CenteredIconLabelDescriptionList"/>
    <dgm:cxn modelId="{F835F16D-A03C-456C-B761-DAD3C7B0BFC2}" srcId="{95AE4EF4-91A2-4B02-9075-3CFDC40B2AEA}" destId="{31DE2CF6-E481-4269-A23E-8FFC51EE3D6F}" srcOrd="0" destOrd="0" parTransId="{0A9AC18C-E09E-44B4-8A74-DF1FF571D394}" sibTransId="{5A00FDAD-C274-46B2-9378-0357893000B7}"/>
    <dgm:cxn modelId="{3903D06E-196F-4280-8294-E0EDFE4F8B09}" srcId="{7125FF88-B3B2-4AE5-9D20-0E194AE307D6}" destId="{861F2F23-E4D3-40E8-8F0E-34E8FBE14C31}" srcOrd="0" destOrd="0" parTransId="{D39E8157-BCFA-4D8E-B19F-639C7883903D}" sibTransId="{0F4F4634-FD38-4A24-A135-4762423CC4DA}"/>
    <dgm:cxn modelId="{D911A088-CD29-45CB-9BA6-FF56CC20053B}" type="presOf" srcId="{6F30864C-30AF-4A91-9EEF-15C971C486B5}" destId="{CCC41B56-76D1-4CE4-805B-E6FA16210691}" srcOrd="0" destOrd="0" presId="urn:microsoft.com/office/officeart/2018/5/layout/CenteredIconLabelDescriptionList"/>
    <dgm:cxn modelId="{B17FAFA8-97D5-4057-826C-A0889263BB1D}" srcId="{6F30864C-30AF-4A91-9EEF-15C971C486B5}" destId="{7125FF88-B3B2-4AE5-9D20-0E194AE307D6}" srcOrd="3" destOrd="0" parTransId="{549D5773-1D64-4323-B0A5-E697F3B8B815}" sibTransId="{A742DAEC-4CD7-4E60-B6FF-8AE802122A86}"/>
    <dgm:cxn modelId="{923FC4AF-8432-4E98-A811-5C3EBE4912BA}" type="presOf" srcId="{B95D1ED1-69C3-4AF7-9DB1-FF009E19D857}" destId="{DF7E4CEF-1C5A-4A08-83A1-FCE43E688B3F}" srcOrd="0" destOrd="1" presId="urn:microsoft.com/office/officeart/2018/5/layout/CenteredIconLabelDescriptionList"/>
    <dgm:cxn modelId="{7FC562B6-87D7-4EF0-B294-768EFFC9488F}" type="presOf" srcId="{D916ECC5-DEF9-465D-86B7-9058847FD023}" destId="{5B1578DC-D207-4083-9564-885FD5CD7B88}" srcOrd="0" destOrd="1" presId="urn:microsoft.com/office/officeart/2018/5/layout/CenteredIconLabelDescriptionList"/>
    <dgm:cxn modelId="{454BC6C0-20DB-421A-91BD-4A587303197E}" type="presOf" srcId="{3FE8945D-0874-4D9A-910C-29AA0AEC5C13}" destId="{70FE862F-32E5-43EB-989E-85BF5FFB9F61}" srcOrd="0" destOrd="0" presId="urn:microsoft.com/office/officeart/2018/5/layout/CenteredIconLabelDescriptionList"/>
    <dgm:cxn modelId="{A69475C3-B109-4849-9B1D-C94C57BD4673}" type="presOf" srcId="{4B2ACF68-76B9-4896-9E17-EE5B5CAEBAAB}" destId="{5B1578DC-D207-4083-9564-885FD5CD7B88}" srcOrd="0" destOrd="0" presId="urn:microsoft.com/office/officeart/2018/5/layout/CenteredIconLabelDescriptionList"/>
    <dgm:cxn modelId="{B89A4AC4-55D3-4A8E-AF82-EE89A1921278}" type="presOf" srcId="{740FB219-E694-45CD-88A0-5F7FF2037A3F}" destId="{3D2E411C-7318-40ED-8C12-7C26905E5AC2}" srcOrd="0" destOrd="1" presId="urn:microsoft.com/office/officeart/2018/5/layout/CenteredIconLabelDescriptionList"/>
    <dgm:cxn modelId="{E80222DA-22E9-4015-91F4-CC332E120DEB}" srcId="{F44BCB85-7AE9-4498-B387-75AA4F3D3DFC}" destId="{B95D1ED1-69C3-4AF7-9DB1-FF009E19D857}" srcOrd="1" destOrd="0" parTransId="{4001D457-BCBA-498F-8D8B-0C3601CFF028}" sibTransId="{8F757AD9-D7AC-4D3E-AD26-4475EF5EB102}"/>
    <dgm:cxn modelId="{257941E0-93C1-4E04-8ADF-07DCB1398C62}" type="presOf" srcId="{95AE4EF4-91A2-4B02-9075-3CFDC40B2AEA}" destId="{AF6D7F9B-D905-411A-9D68-674990A90A89}" srcOrd="0" destOrd="0" presId="urn:microsoft.com/office/officeart/2018/5/layout/CenteredIconLabelDescriptionList"/>
    <dgm:cxn modelId="{5BD1D6F2-ADD7-45C6-839F-956B8D51095C}" srcId="{6F30864C-30AF-4A91-9EEF-15C971C486B5}" destId="{95AE4EF4-91A2-4B02-9075-3CFDC40B2AEA}" srcOrd="1" destOrd="0" parTransId="{12A117EB-58B9-4FD9-8AD3-E2129FE642BE}" sibTransId="{D05A0DCC-B692-4C63-A18B-AC8F546BB719}"/>
    <dgm:cxn modelId="{17F6E0F5-914F-4DC8-8C82-E0E9C3D3A819}" srcId="{6F30864C-30AF-4A91-9EEF-15C971C486B5}" destId="{7B992B25-2BC5-4C6F-88CA-8BAE5E5F84A1}" srcOrd="0" destOrd="0" parTransId="{30F4C34F-A952-4D83-9137-3E97285BF41D}" sibTransId="{2069EB42-5AB9-452A-901D-B4D3A5D1EDEB}"/>
    <dgm:cxn modelId="{AE04C5F8-89FA-4323-B363-1328C30B1298}" srcId="{F44BCB85-7AE9-4498-B387-75AA4F3D3DFC}" destId="{9766E661-9068-4C34-81A7-F17D2C65DA12}" srcOrd="2" destOrd="0" parTransId="{1B8C0E68-D737-4E76-952C-BB732C1D23B6}" sibTransId="{B7B7976D-81E3-457F-9659-2C222415F89D}"/>
    <dgm:cxn modelId="{17945AF9-AFFD-4F7E-8F08-A3016FAA9D99}" type="presOf" srcId="{F44BCB85-7AE9-4498-B387-75AA4F3D3DFC}" destId="{70C18195-FC1A-4994-BEDE-F2681CC8B2D6}" srcOrd="0" destOrd="0" presId="urn:microsoft.com/office/officeart/2018/5/layout/CenteredIconLabelDescriptionList"/>
    <dgm:cxn modelId="{598935FA-DDC7-4338-B048-18DD9317D4ED}" srcId="{3FE8945D-0874-4D9A-910C-29AA0AEC5C13}" destId="{D916ECC5-DEF9-465D-86B7-9058847FD023}" srcOrd="1" destOrd="0" parTransId="{D2756DB0-B82C-4615-8E6A-701734303CF5}" sibTransId="{98C82B82-5644-4DB0-AAB3-5148DF3D7321}"/>
    <dgm:cxn modelId="{6DD25DFF-ABE0-4398-88FD-16A62AE02ED8}" type="presOf" srcId="{C82F9324-970B-46B3-8880-E29A7654A57B}" destId="{5B1578DC-D207-4083-9564-885FD5CD7B88}" srcOrd="0" destOrd="2" presId="urn:microsoft.com/office/officeart/2018/5/layout/CenteredIconLabelDescriptionList"/>
    <dgm:cxn modelId="{7E5A35EE-61DD-460F-8844-C45E7D058AFD}" type="presParOf" srcId="{CCC41B56-76D1-4CE4-805B-E6FA16210691}" destId="{2EAB4BCE-91B3-4DB0-AED9-AFBB8883A6AD}" srcOrd="0" destOrd="0" presId="urn:microsoft.com/office/officeart/2018/5/layout/CenteredIconLabelDescriptionList"/>
    <dgm:cxn modelId="{0B499CAB-37A2-4EBB-A0B8-72BC7B2622E2}" type="presParOf" srcId="{2EAB4BCE-91B3-4DB0-AED9-AFBB8883A6AD}" destId="{E21B0959-1AA9-4F4E-8CD2-52EAB6E7DEB5}" srcOrd="0" destOrd="0" presId="urn:microsoft.com/office/officeart/2018/5/layout/CenteredIconLabelDescriptionList"/>
    <dgm:cxn modelId="{DF4A3F76-1890-445C-94D6-9AC08D228377}" type="presParOf" srcId="{2EAB4BCE-91B3-4DB0-AED9-AFBB8883A6AD}" destId="{7E7AEC6D-9C11-4817-B2C5-B381BE401FC4}" srcOrd="1" destOrd="0" presId="urn:microsoft.com/office/officeart/2018/5/layout/CenteredIconLabelDescriptionList"/>
    <dgm:cxn modelId="{B948212F-82E5-46DD-A301-391349310896}" type="presParOf" srcId="{2EAB4BCE-91B3-4DB0-AED9-AFBB8883A6AD}" destId="{A8CC1FB6-83B3-40A5-A130-2B3DECBB7BC3}" srcOrd="2" destOrd="0" presId="urn:microsoft.com/office/officeart/2018/5/layout/CenteredIconLabelDescriptionList"/>
    <dgm:cxn modelId="{ECEE8FDB-2A2B-4F14-B757-6251070EDED7}" type="presParOf" srcId="{2EAB4BCE-91B3-4DB0-AED9-AFBB8883A6AD}" destId="{84602E9C-4016-40AA-9632-63147B0A6102}" srcOrd="3" destOrd="0" presId="urn:microsoft.com/office/officeart/2018/5/layout/CenteredIconLabelDescriptionList"/>
    <dgm:cxn modelId="{44A160EE-3CD8-48A1-901F-A6A88CB51DA8}" type="presParOf" srcId="{2EAB4BCE-91B3-4DB0-AED9-AFBB8883A6AD}" destId="{3D2E411C-7318-40ED-8C12-7C26905E5AC2}" srcOrd="4" destOrd="0" presId="urn:microsoft.com/office/officeart/2018/5/layout/CenteredIconLabelDescriptionList"/>
    <dgm:cxn modelId="{83D2C37A-C6A1-4447-8545-66FD6BB87DFB}" type="presParOf" srcId="{CCC41B56-76D1-4CE4-805B-E6FA16210691}" destId="{720924F9-A641-44AB-AFD9-5B3B2DCB7918}" srcOrd="1" destOrd="0" presId="urn:microsoft.com/office/officeart/2018/5/layout/CenteredIconLabelDescriptionList"/>
    <dgm:cxn modelId="{0525012A-19AD-4E42-9208-08062608ABE2}" type="presParOf" srcId="{CCC41B56-76D1-4CE4-805B-E6FA16210691}" destId="{EAF10CBE-4038-495C-BB3D-21ACA4A17C00}" srcOrd="2" destOrd="0" presId="urn:microsoft.com/office/officeart/2018/5/layout/CenteredIconLabelDescriptionList"/>
    <dgm:cxn modelId="{3291F5C7-264A-4BEF-B1CD-110B1A38B56E}" type="presParOf" srcId="{EAF10CBE-4038-495C-BB3D-21ACA4A17C00}" destId="{8CD097FC-016A-4A59-9C81-90128F2E0C3C}" srcOrd="0" destOrd="0" presId="urn:microsoft.com/office/officeart/2018/5/layout/CenteredIconLabelDescriptionList"/>
    <dgm:cxn modelId="{C914E571-8425-4676-A2C2-88D4DEA66364}" type="presParOf" srcId="{EAF10CBE-4038-495C-BB3D-21ACA4A17C00}" destId="{13DC3F1C-1D05-4E2E-951C-776DECF6F54D}" srcOrd="1" destOrd="0" presId="urn:microsoft.com/office/officeart/2018/5/layout/CenteredIconLabelDescriptionList"/>
    <dgm:cxn modelId="{CCD9520F-B921-41B4-A5E9-55B03E2734A5}" type="presParOf" srcId="{EAF10CBE-4038-495C-BB3D-21ACA4A17C00}" destId="{AF6D7F9B-D905-411A-9D68-674990A90A89}" srcOrd="2" destOrd="0" presId="urn:microsoft.com/office/officeart/2018/5/layout/CenteredIconLabelDescriptionList"/>
    <dgm:cxn modelId="{309597A0-31FE-49AD-9B7B-395409BF46B0}" type="presParOf" srcId="{EAF10CBE-4038-495C-BB3D-21ACA4A17C00}" destId="{844CB68A-4E5A-49FE-BF0A-C7DF27B16DF4}" srcOrd="3" destOrd="0" presId="urn:microsoft.com/office/officeart/2018/5/layout/CenteredIconLabelDescriptionList"/>
    <dgm:cxn modelId="{EB07F63E-BB27-4F43-B832-D647041E0437}" type="presParOf" srcId="{EAF10CBE-4038-495C-BB3D-21ACA4A17C00}" destId="{7D0BBE42-EFE0-4C05-BF46-39D2CF3A17C4}" srcOrd="4" destOrd="0" presId="urn:microsoft.com/office/officeart/2018/5/layout/CenteredIconLabelDescriptionList"/>
    <dgm:cxn modelId="{A3592335-7AD3-4550-AEEB-F2E5D73ABBC9}" type="presParOf" srcId="{CCC41B56-76D1-4CE4-805B-E6FA16210691}" destId="{7BD3E2B1-C03C-46DC-A688-11720C985E70}" srcOrd="3" destOrd="0" presId="urn:microsoft.com/office/officeart/2018/5/layout/CenteredIconLabelDescriptionList"/>
    <dgm:cxn modelId="{8799A78A-6137-40F4-B6CB-86A7F3ED4D73}" type="presParOf" srcId="{CCC41B56-76D1-4CE4-805B-E6FA16210691}" destId="{4CB7C283-572B-4DD4-91B7-AA332ED7325E}" srcOrd="4" destOrd="0" presId="urn:microsoft.com/office/officeart/2018/5/layout/CenteredIconLabelDescriptionList"/>
    <dgm:cxn modelId="{6D99F711-8A2B-44FA-9E28-B57F77B76E98}" type="presParOf" srcId="{4CB7C283-572B-4DD4-91B7-AA332ED7325E}" destId="{55AD77A3-E2E7-49CE-B797-E284BA235E49}" srcOrd="0" destOrd="0" presId="urn:microsoft.com/office/officeart/2018/5/layout/CenteredIconLabelDescriptionList"/>
    <dgm:cxn modelId="{5113EBA3-4E2A-4069-A37F-D52B5E920003}" type="presParOf" srcId="{4CB7C283-572B-4DD4-91B7-AA332ED7325E}" destId="{D71A1832-00C5-49CA-A2B9-57B0DC67F895}" srcOrd="1" destOrd="0" presId="urn:microsoft.com/office/officeart/2018/5/layout/CenteredIconLabelDescriptionList"/>
    <dgm:cxn modelId="{FBB4E922-D087-4F4B-9763-B306332F1D17}" type="presParOf" srcId="{4CB7C283-572B-4DD4-91B7-AA332ED7325E}" destId="{70FE862F-32E5-43EB-989E-85BF5FFB9F61}" srcOrd="2" destOrd="0" presId="urn:microsoft.com/office/officeart/2018/5/layout/CenteredIconLabelDescriptionList"/>
    <dgm:cxn modelId="{79FCBD08-7D02-4E30-A485-815206E9546B}" type="presParOf" srcId="{4CB7C283-572B-4DD4-91B7-AA332ED7325E}" destId="{CF8A927A-219B-4A31-AE02-B95941566DC6}" srcOrd="3" destOrd="0" presId="urn:microsoft.com/office/officeart/2018/5/layout/CenteredIconLabelDescriptionList"/>
    <dgm:cxn modelId="{9841BEB8-796B-4B2B-86F1-C9EEA33399B2}" type="presParOf" srcId="{4CB7C283-572B-4DD4-91B7-AA332ED7325E}" destId="{5B1578DC-D207-4083-9564-885FD5CD7B88}" srcOrd="4" destOrd="0" presId="urn:microsoft.com/office/officeart/2018/5/layout/CenteredIconLabelDescriptionList"/>
    <dgm:cxn modelId="{473830DB-BE4C-4BD1-B666-B74564B1E74D}" type="presParOf" srcId="{CCC41B56-76D1-4CE4-805B-E6FA16210691}" destId="{CE06988F-6AC5-45A4-95C5-1A0A38668779}" srcOrd="5" destOrd="0" presId="urn:microsoft.com/office/officeart/2018/5/layout/CenteredIconLabelDescriptionList"/>
    <dgm:cxn modelId="{3A966B17-FA24-4353-876A-A3A9AA17176A}" type="presParOf" srcId="{CCC41B56-76D1-4CE4-805B-E6FA16210691}" destId="{C6DBE39E-287F-4A94-9D1D-5F0F98634F81}" srcOrd="6" destOrd="0" presId="urn:microsoft.com/office/officeart/2018/5/layout/CenteredIconLabelDescriptionList"/>
    <dgm:cxn modelId="{876C8F45-01D8-4114-AB96-6E81D2B46B16}" type="presParOf" srcId="{C6DBE39E-287F-4A94-9D1D-5F0F98634F81}" destId="{F01F2013-36F0-4F04-BDF2-C92524462037}" srcOrd="0" destOrd="0" presId="urn:microsoft.com/office/officeart/2018/5/layout/CenteredIconLabelDescriptionList"/>
    <dgm:cxn modelId="{7498CD0E-0DD9-408C-97A2-FE5657D6D6DE}" type="presParOf" srcId="{C6DBE39E-287F-4A94-9D1D-5F0F98634F81}" destId="{47FF26B9-0C52-425A-8847-392E630F9A94}" srcOrd="1" destOrd="0" presId="urn:microsoft.com/office/officeart/2018/5/layout/CenteredIconLabelDescriptionList"/>
    <dgm:cxn modelId="{E66CEC2A-4D4C-48A4-8DDE-4BBA6DA8DE58}" type="presParOf" srcId="{C6DBE39E-287F-4A94-9D1D-5F0F98634F81}" destId="{81ABDAE6-3BEA-4DA9-9552-8C467735A00D}" srcOrd="2" destOrd="0" presId="urn:microsoft.com/office/officeart/2018/5/layout/CenteredIconLabelDescriptionList"/>
    <dgm:cxn modelId="{09D88971-DE3F-4E98-ACEC-1BD199345D1B}" type="presParOf" srcId="{C6DBE39E-287F-4A94-9D1D-5F0F98634F81}" destId="{01F95071-FD0B-4B04-999A-5A5E7099B6A7}" srcOrd="3" destOrd="0" presId="urn:microsoft.com/office/officeart/2018/5/layout/CenteredIconLabelDescriptionList"/>
    <dgm:cxn modelId="{315AA092-9ABD-4593-803B-C80E73D1FBF3}" type="presParOf" srcId="{C6DBE39E-287F-4A94-9D1D-5F0F98634F81}" destId="{7FD9CE42-5627-4CFA-A971-D469464EE4F0}" srcOrd="4" destOrd="0" presId="urn:microsoft.com/office/officeart/2018/5/layout/CenteredIconLabelDescriptionList"/>
    <dgm:cxn modelId="{6E3BDF09-66DB-48D6-B591-8B7F69C21BA2}" type="presParOf" srcId="{CCC41B56-76D1-4CE4-805B-E6FA16210691}" destId="{87A699A1-DEAD-473B-A7A2-3C25A67FDEC4}" srcOrd="7" destOrd="0" presId="urn:microsoft.com/office/officeart/2018/5/layout/CenteredIconLabelDescriptionList"/>
    <dgm:cxn modelId="{B2AE630B-5A5B-4FA4-B70A-9B52209D09C7}" type="presParOf" srcId="{CCC41B56-76D1-4CE4-805B-E6FA16210691}" destId="{5F7FC3A8-8E08-4817-B04E-0EF013EE5EE2}" srcOrd="8" destOrd="0" presId="urn:microsoft.com/office/officeart/2018/5/layout/CenteredIconLabelDescriptionList"/>
    <dgm:cxn modelId="{59C96D1A-F97C-497B-B315-7FED4B7B2369}" type="presParOf" srcId="{5F7FC3A8-8E08-4817-B04E-0EF013EE5EE2}" destId="{6EB79049-A913-4993-B5CC-52FF9A99F203}" srcOrd="0" destOrd="0" presId="urn:microsoft.com/office/officeart/2018/5/layout/CenteredIconLabelDescriptionList"/>
    <dgm:cxn modelId="{C1E8FA71-A9E7-470F-8CF6-D2E8F0EA2C93}" type="presParOf" srcId="{5F7FC3A8-8E08-4817-B04E-0EF013EE5EE2}" destId="{A1BF1CAC-A6D3-48C9-9A4E-0E1A1672D098}" srcOrd="1" destOrd="0" presId="urn:microsoft.com/office/officeart/2018/5/layout/CenteredIconLabelDescriptionList"/>
    <dgm:cxn modelId="{814B2EF3-DC46-4356-9051-0E229E940449}" type="presParOf" srcId="{5F7FC3A8-8E08-4817-B04E-0EF013EE5EE2}" destId="{70C18195-FC1A-4994-BEDE-F2681CC8B2D6}" srcOrd="2" destOrd="0" presId="urn:microsoft.com/office/officeart/2018/5/layout/CenteredIconLabelDescriptionList"/>
    <dgm:cxn modelId="{ABEC8C9E-9FAD-496C-9155-4B5F38087962}" type="presParOf" srcId="{5F7FC3A8-8E08-4817-B04E-0EF013EE5EE2}" destId="{B1224C0D-64C9-4281-B43F-6326D82198A6}" srcOrd="3" destOrd="0" presId="urn:microsoft.com/office/officeart/2018/5/layout/CenteredIconLabelDescriptionList"/>
    <dgm:cxn modelId="{66723E09-5709-486A-A404-FFF4B45CD2CB}" type="presParOf" srcId="{5F7FC3A8-8E08-4817-B04E-0EF013EE5EE2}" destId="{DF7E4CEF-1C5A-4A08-83A1-FCE43E688B3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CAC297D9-3EBC-4B18-8485-A3C6B0FAA45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B55493EB-528B-4B56-934C-24DCF5D1238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The primary identifier</a:t>
          </a:r>
        </a:p>
      </dgm:t>
    </dgm:pt>
    <dgm:pt modelId="{525FE1B8-2520-4825-9A13-E5C0273F32C4}" type="parTrans" cxnId="{20EE4015-CB07-46B9-BDF2-4CAC5D90A408}">
      <dgm:prSet/>
      <dgm:spPr/>
      <dgm:t>
        <a:bodyPr/>
        <a:lstStyle/>
        <a:p>
          <a:endParaRPr lang="tr-TR"/>
        </a:p>
      </dgm:t>
    </dgm:pt>
    <dgm:pt modelId="{59D671E3-917F-4EAF-ADFA-3C2F6EFE6109}" type="sibTrans" cxnId="{20EE4015-CB07-46B9-BDF2-4CAC5D90A408}">
      <dgm:prSet/>
      <dgm:spPr/>
      <dgm:t>
        <a:bodyPr/>
        <a:lstStyle/>
        <a:p>
          <a:endParaRPr lang="tr-TR"/>
        </a:p>
      </dgm:t>
    </dgm:pt>
    <dgm:pt modelId="{D98CA392-8825-40BB-A367-7CA32320F4B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Block’s cryptographic hash</a:t>
          </a:r>
        </a:p>
      </dgm:t>
    </dgm:pt>
    <dgm:pt modelId="{C5B39B3E-5DD0-4CCE-A64B-70DE2B5BE32F}" type="parTrans" cxnId="{25DA27D4-4B16-405E-8CE4-06E4D977A2F2}">
      <dgm:prSet/>
      <dgm:spPr/>
      <dgm:t>
        <a:bodyPr/>
        <a:lstStyle/>
        <a:p>
          <a:endParaRPr lang="tr-TR"/>
        </a:p>
      </dgm:t>
    </dgm:pt>
    <dgm:pt modelId="{88FF7602-0985-415B-B3E8-F12FC980B8EC}" type="sibTrans" cxnId="{25DA27D4-4B16-405E-8CE4-06E4D977A2F2}">
      <dgm:prSet/>
      <dgm:spPr/>
      <dgm:t>
        <a:bodyPr/>
        <a:lstStyle/>
        <a:p>
          <a:endParaRPr lang="tr-TR"/>
        </a:p>
      </dgm:t>
    </dgm:pt>
    <dgm:pt modelId="{E971BCCB-47D1-4E06-9AD3-B128CFA38BC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Digital fingerprint</a:t>
          </a:r>
        </a:p>
      </dgm:t>
    </dgm:pt>
    <dgm:pt modelId="{6DF76A20-DE3B-4E4F-A54C-3F824B1E901F}" type="parTrans" cxnId="{98D6344F-D98E-48CE-B776-4BF65F144B98}">
      <dgm:prSet/>
      <dgm:spPr/>
      <dgm:t>
        <a:bodyPr/>
        <a:lstStyle/>
        <a:p>
          <a:endParaRPr lang="tr-TR"/>
        </a:p>
      </dgm:t>
    </dgm:pt>
    <dgm:pt modelId="{EFA661E8-AAD8-436D-BDBF-C28E48C995B8}" type="sibTrans" cxnId="{98D6344F-D98E-48CE-B776-4BF65F144B98}">
      <dgm:prSet/>
      <dgm:spPr/>
      <dgm:t>
        <a:bodyPr/>
        <a:lstStyle/>
        <a:p>
          <a:endParaRPr lang="tr-TR"/>
        </a:p>
      </dgm:t>
    </dgm:pt>
    <dgm:pt modelId="{06F25ACF-8F8E-4D7C-8640-FAEB1CA178B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Made by hashing the header twice</a:t>
          </a:r>
        </a:p>
      </dgm:t>
    </dgm:pt>
    <dgm:pt modelId="{4D475BDB-5B11-4D31-AAE7-D4A4C242B7AF}" type="parTrans" cxnId="{234F6A27-B151-4930-B092-5E7F75EEB1F7}">
      <dgm:prSet/>
      <dgm:spPr/>
      <dgm:t>
        <a:bodyPr/>
        <a:lstStyle/>
        <a:p>
          <a:endParaRPr lang="tr-TR"/>
        </a:p>
      </dgm:t>
    </dgm:pt>
    <dgm:pt modelId="{09701314-4EDA-4727-A7B2-CEBF97874E54}" type="sibTrans" cxnId="{234F6A27-B151-4930-B092-5E7F75EEB1F7}">
      <dgm:prSet/>
      <dgm:spPr/>
      <dgm:t>
        <a:bodyPr/>
        <a:lstStyle/>
        <a:p>
          <a:endParaRPr lang="tr-TR"/>
        </a:p>
      </dgm:t>
    </dgm:pt>
    <dgm:pt modelId="{DBB3BCFA-5EE5-4542-A2D0-E28AD9C2463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Through SHA256: 32 Byte</a:t>
          </a:r>
        </a:p>
      </dgm:t>
    </dgm:pt>
    <dgm:pt modelId="{6DCB65C1-30E4-4A63-A0E6-6505390B96AA}" type="parTrans" cxnId="{E26233CA-534A-4342-BC2D-BF78459306CC}">
      <dgm:prSet/>
      <dgm:spPr/>
      <dgm:t>
        <a:bodyPr/>
        <a:lstStyle/>
        <a:p>
          <a:endParaRPr lang="tr-TR"/>
        </a:p>
      </dgm:t>
    </dgm:pt>
    <dgm:pt modelId="{3E2D595D-344D-4D2E-9C4F-BFF5A9FBA5D7}" type="sibTrans" cxnId="{E26233CA-534A-4342-BC2D-BF78459306CC}">
      <dgm:prSet/>
      <dgm:spPr/>
      <dgm:t>
        <a:bodyPr/>
        <a:lstStyle/>
        <a:p>
          <a:endParaRPr lang="tr-TR"/>
        </a:p>
      </dgm:t>
    </dgm:pt>
    <dgm:pt modelId="{87448DB2-A60D-4573-B19B-227B5179BBBC}" type="pres">
      <dgm:prSet presAssocID="{CAC297D9-3EBC-4B18-8485-A3C6B0FAA456}" presName="root" presStyleCnt="0">
        <dgm:presLayoutVars>
          <dgm:dir/>
          <dgm:resizeHandles val="exact"/>
        </dgm:presLayoutVars>
      </dgm:prSet>
      <dgm:spPr/>
    </dgm:pt>
    <dgm:pt modelId="{926A3822-56EF-4B5D-9575-24CD01652022}" type="pres">
      <dgm:prSet presAssocID="{B55493EB-528B-4B56-934C-24DCF5D1238D}" presName="compNode" presStyleCnt="0"/>
      <dgm:spPr/>
    </dgm:pt>
    <dgm:pt modelId="{5A38680A-13BB-47A7-B283-1B27D72BAB3C}" type="pres">
      <dgm:prSet presAssocID="{B55493EB-528B-4B56-934C-24DCF5D1238D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48D52ED3-23DB-4D41-B996-9294626E1CC2}" type="pres">
      <dgm:prSet presAssocID="{B55493EB-528B-4B56-934C-24DCF5D1238D}" presName="iconSpace" presStyleCnt="0"/>
      <dgm:spPr/>
    </dgm:pt>
    <dgm:pt modelId="{AA59885C-182A-4F3C-9793-A7916C4A0FDA}" type="pres">
      <dgm:prSet presAssocID="{B55493EB-528B-4B56-934C-24DCF5D1238D}" presName="parTx" presStyleLbl="revTx" presStyleIdx="0" presStyleCnt="4">
        <dgm:presLayoutVars>
          <dgm:chMax val="0"/>
          <dgm:chPref val="0"/>
        </dgm:presLayoutVars>
      </dgm:prSet>
      <dgm:spPr/>
    </dgm:pt>
    <dgm:pt modelId="{9CA0B11D-CF59-49FA-BAAA-8E91AA0C8E0E}" type="pres">
      <dgm:prSet presAssocID="{B55493EB-528B-4B56-934C-24DCF5D1238D}" presName="txSpace" presStyleCnt="0"/>
      <dgm:spPr/>
    </dgm:pt>
    <dgm:pt modelId="{9330C63A-4DAA-4CF0-A21D-534C5103B4A4}" type="pres">
      <dgm:prSet presAssocID="{B55493EB-528B-4B56-934C-24DCF5D1238D}" presName="desTx" presStyleLbl="revTx" presStyleIdx="1" presStyleCnt="4">
        <dgm:presLayoutVars/>
      </dgm:prSet>
      <dgm:spPr/>
    </dgm:pt>
    <dgm:pt modelId="{53661E20-12E5-4816-B3E0-A86805630D3A}" type="pres">
      <dgm:prSet presAssocID="{59D671E3-917F-4EAF-ADFA-3C2F6EFE6109}" presName="sibTrans" presStyleCnt="0"/>
      <dgm:spPr/>
    </dgm:pt>
    <dgm:pt modelId="{E834DB97-9D10-4472-809D-34341F2BBBC1}" type="pres">
      <dgm:prSet presAssocID="{E971BCCB-47D1-4E06-9AD3-B128CFA38BC0}" presName="compNode" presStyleCnt="0"/>
      <dgm:spPr/>
    </dgm:pt>
    <dgm:pt modelId="{09BB485C-4E85-45BF-A1A2-F2BB7F193A85}" type="pres">
      <dgm:prSet presAssocID="{E971BCCB-47D1-4E06-9AD3-B128CFA38BC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nger Print"/>
        </a:ext>
      </dgm:extLst>
    </dgm:pt>
    <dgm:pt modelId="{B809AE13-152C-4868-85DC-D9F1FEFB46F6}" type="pres">
      <dgm:prSet presAssocID="{E971BCCB-47D1-4E06-9AD3-B128CFA38BC0}" presName="iconSpace" presStyleCnt="0"/>
      <dgm:spPr/>
    </dgm:pt>
    <dgm:pt modelId="{8519BE65-4AC0-4294-9878-BF5C614A59FB}" type="pres">
      <dgm:prSet presAssocID="{E971BCCB-47D1-4E06-9AD3-B128CFA38BC0}" presName="parTx" presStyleLbl="revTx" presStyleIdx="2" presStyleCnt="4">
        <dgm:presLayoutVars>
          <dgm:chMax val="0"/>
          <dgm:chPref val="0"/>
        </dgm:presLayoutVars>
      </dgm:prSet>
      <dgm:spPr/>
    </dgm:pt>
    <dgm:pt modelId="{0CC67399-831F-45D6-A7F6-370ED12424DE}" type="pres">
      <dgm:prSet presAssocID="{E971BCCB-47D1-4E06-9AD3-B128CFA38BC0}" presName="txSpace" presStyleCnt="0"/>
      <dgm:spPr/>
    </dgm:pt>
    <dgm:pt modelId="{3250E7A4-96EB-4B50-8364-C49F82DC66C4}" type="pres">
      <dgm:prSet presAssocID="{E971BCCB-47D1-4E06-9AD3-B128CFA38BC0}" presName="desTx" presStyleLbl="revTx" presStyleIdx="3" presStyleCnt="4">
        <dgm:presLayoutVars/>
      </dgm:prSet>
      <dgm:spPr/>
    </dgm:pt>
  </dgm:ptLst>
  <dgm:cxnLst>
    <dgm:cxn modelId="{20EE4015-CB07-46B9-BDF2-4CAC5D90A408}" srcId="{CAC297D9-3EBC-4B18-8485-A3C6B0FAA456}" destId="{B55493EB-528B-4B56-934C-24DCF5D1238D}" srcOrd="0" destOrd="0" parTransId="{525FE1B8-2520-4825-9A13-E5C0273F32C4}" sibTransId="{59D671E3-917F-4EAF-ADFA-3C2F6EFE6109}"/>
    <dgm:cxn modelId="{234F6A27-B151-4930-B092-5E7F75EEB1F7}" srcId="{E971BCCB-47D1-4E06-9AD3-B128CFA38BC0}" destId="{06F25ACF-8F8E-4D7C-8640-FAEB1CA178B9}" srcOrd="0" destOrd="0" parTransId="{4D475BDB-5B11-4D31-AAE7-D4A4C242B7AF}" sibTransId="{09701314-4EDA-4727-A7B2-CEBF97874E54}"/>
    <dgm:cxn modelId="{6928F73A-9F99-4E55-B33B-80CEA92C5384}" type="presOf" srcId="{B55493EB-528B-4B56-934C-24DCF5D1238D}" destId="{AA59885C-182A-4F3C-9793-A7916C4A0FDA}" srcOrd="0" destOrd="0" presId="urn:microsoft.com/office/officeart/2018/5/layout/CenteredIconLabelDescriptionList"/>
    <dgm:cxn modelId="{98D6344F-D98E-48CE-B776-4BF65F144B98}" srcId="{CAC297D9-3EBC-4B18-8485-A3C6B0FAA456}" destId="{E971BCCB-47D1-4E06-9AD3-B128CFA38BC0}" srcOrd="1" destOrd="0" parTransId="{6DF76A20-DE3B-4E4F-A54C-3F824B1E901F}" sibTransId="{EFA661E8-AAD8-436D-BDBF-C28E48C995B8}"/>
    <dgm:cxn modelId="{30CEBE93-42C3-44ED-83B5-81C7D0F2A9C2}" type="presOf" srcId="{DBB3BCFA-5EE5-4542-A2D0-E28AD9C24637}" destId="{3250E7A4-96EB-4B50-8364-C49F82DC66C4}" srcOrd="0" destOrd="1" presId="urn:microsoft.com/office/officeart/2018/5/layout/CenteredIconLabelDescriptionList"/>
    <dgm:cxn modelId="{A616F4A9-9401-42B9-8ECF-5DC190A05D44}" type="presOf" srcId="{CAC297D9-3EBC-4B18-8485-A3C6B0FAA456}" destId="{87448DB2-A60D-4573-B19B-227B5179BBBC}" srcOrd="0" destOrd="0" presId="urn:microsoft.com/office/officeart/2018/5/layout/CenteredIconLabelDescriptionList"/>
    <dgm:cxn modelId="{E26233CA-534A-4342-BC2D-BF78459306CC}" srcId="{E971BCCB-47D1-4E06-9AD3-B128CFA38BC0}" destId="{DBB3BCFA-5EE5-4542-A2D0-E28AD9C24637}" srcOrd="1" destOrd="0" parTransId="{6DCB65C1-30E4-4A63-A0E6-6505390B96AA}" sibTransId="{3E2D595D-344D-4D2E-9C4F-BFF5A9FBA5D7}"/>
    <dgm:cxn modelId="{25DA27D4-4B16-405E-8CE4-06E4D977A2F2}" srcId="{B55493EB-528B-4B56-934C-24DCF5D1238D}" destId="{D98CA392-8825-40BB-A367-7CA32320F4BA}" srcOrd="0" destOrd="0" parTransId="{C5B39B3E-5DD0-4CCE-A64B-70DE2B5BE32F}" sibTransId="{88FF7602-0985-415B-B3E8-F12FC980B8EC}"/>
    <dgm:cxn modelId="{AF1E59DF-6517-4814-BC87-634DA20CEE2E}" type="presOf" srcId="{E971BCCB-47D1-4E06-9AD3-B128CFA38BC0}" destId="{8519BE65-4AC0-4294-9878-BF5C614A59FB}" srcOrd="0" destOrd="0" presId="urn:microsoft.com/office/officeart/2018/5/layout/CenteredIconLabelDescriptionList"/>
    <dgm:cxn modelId="{9EDA11EC-BF7A-4687-8BAE-D699E9E938E1}" type="presOf" srcId="{06F25ACF-8F8E-4D7C-8640-FAEB1CA178B9}" destId="{3250E7A4-96EB-4B50-8364-C49F82DC66C4}" srcOrd="0" destOrd="0" presId="urn:microsoft.com/office/officeart/2018/5/layout/CenteredIconLabelDescriptionList"/>
    <dgm:cxn modelId="{5C4EF7F4-6B96-40EB-B43C-45FEE081E822}" type="presOf" srcId="{D98CA392-8825-40BB-A367-7CA32320F4BA}" destId="{9330C63A-4DAA-4CF0-A21D-534C5103B4A4}" srcOrd="0" destOrd="0" presId="urn:microsoft.com/office/officeart/2018/5/layout/CenteredIconLabelDescriptionList"/>
    <dgm:cxn modelId="{22ABC3B5-CC39-41D0-BC22-59B2974D5F47}" type="presParOf" srcId="{87448DB2-A60D-4573-B19B-227B5179BBBC}" destId="{926A3822-56EF-4B5D-9575-24CD01652022}" srcOrd="0" destOrd="0" presId="urn:microsoft.com/office/officeart/2018/5/layout/CenteredIconLabelDescriptionList"/>
    <dgm:cxn modelId="{51DF887A-AD19-44ED-AD3D-B6FD55839300}" type="presParOf" srcId="{926A3822-56EF-4B5D-9575-24CD01652022}" destId="{5A38680A-13BB-47A7-B283-1B27D72BAB3C}" srcOrd="0" destOrd="0" presId="urn:microsoft.com/office/officeart/2018/5/layout/CenteredIconLabelDescriptionList"/>
    <dgm:cxn modelId="{01D65DA1-FCAC-4265-8B09-7F38500D55ED}" type="presParOf" srcId="{926A3822-56EF-4B5D-9575-24CD01652022}" destId="{48D52ED3-23DB-4D41-B996-9294626E1CC2}" srcOrd="1" destOrd="0" presId="urn:microsoft.com/office/officeart/2018/5/layout/CenteredIconLabelDescriptionList"/>
    <dgm:cxn modelId="{DC94AF74-C04F-4BC9-9B3F-C2533D2FD347}" type="presParOf" srcId="{926A3822-56EF-4B5D-9575-24CD01652022}" destId="{AA59885C-182A-4F3C-9793-A7916C4A0FDA}" srcOrd="2" destOrd="0" presId="urn:microsoft.com/office/officeart/2018/5/layout/CenteredIconLabelDescriptionList"/>
    <dgm:cxn modelId="{04F5DD66-49CD-45B8-A5BF-D258C5C31D38}" type="presParOf" srcId="{926A3822-56EF-4B5D-9575-24CD01652022}" destId="{9CA0B11D-CF59-49FA-BAAA-8E91AA0C8E0E}" srcOrd="3" destOrd="0" presId="urn:microsoft.com/office/officeart/2018/5/layout/CenteredIconLabelDescriptionList"/>
    <dgm:cxn modelId="{E2E75004-BC59-4FFE-9A27-90AA586579DB}" type="presParOf" srcId="{926A3822-56EF-4B5D-9575-24CD01652022}" destId="{9330C63A-4DAA-4CF0-A21D-534C5103B4A4}" srcOrd="4" destOrd="0" presId="urn:microsoft.com/office/officeart/2018/5/layout/CenteredIconLabelDescriptionList"/>
    <dgm:cxn modelId="{2D72B964-2A91-4CB7-B040-F49CEB6778AC}" type="presParOf" srcId="{87448DB2-A60D-4573-B19B-227B5179BBBC}" destId="{53661E20-12E5-4816-B3E0-A86805630D3A}" srcOrd="1" destOrd="0" presId="urn:microsoft.com/office/officeart/2018/5/layout/CenteredIconLabelDescriptionList"/>
    <dgm:cxn modelId="{125D09D2-4DAA-4611-AE4D-1C7013649590}" type="presParOf" srcId="{87448DB2-A60D-4573-B19B-227B5179BBBC}" destId="{E834DB97-9D10-4472-809D-34341F2BBBC1}" srcOrd="2" destOrd="0" presId="urn:microsoft.com/office/officeart/2018/5/layout/CenteredIconLabelDescriptionList"/>
    <dgm:cxn modelId="{D4F537B9-2974-49E4-9704-AED09E643760}" type="presParOf" srcId="{E834DB97-9D10-4472-809D-34341F2BBBC1}" destId="{09BB485C-4E85-45BF-A1A2-F2BB7F193A85}" srcOrd="0" destOrd="0" presId="urn:microsoft.com/office/officeart/2018/5/layout/CenteredIconLabelDescriptionList"/>
    <dgm:cxn modelId="{13AA6EFC-FB4A-4E14-824C-970D52F48B41}" type="presParOf" srcId="{E834DB97-9D10-4472-809D-34341F2BBBC1}" destId="{B809AE13-152C-4868-85DC-D9F1FEFB46F6}" srcOrd="1" destOrd="0" presId="urn:microsoft.com/office/officeart/2018/5/layout/CenteredIconLabelDescriptionList"/>
    <dgm:cxn modelId="{29EE9A1A-0987-48CC-B234-BD2AD4526DDC}" type="presParOf" srcId="{E834DB97-9D10-4472-809D-34341F2BBBC1}" destId="{8519BE65-4AC0-4294-9878-BF5C614A59FB}" srcOrd="2" destOrd="0" presId="urn:microsoft.com/office/officeart/2018/5/layout/CenteredIconLabelDescriptionList"/>
    <dgm:cxn modelId="{20E6CE75-E517-4816-86AE-6D81DDE014CC}" type="presParOf" srcId="{E834DB97-9D10-4472-809D-34341F2BBBC1}" destId="{0CC67399-831F-45D6-A7F6-370ED12424DE}" srcOrd="3" destOrd="0" presId="urn:microsoft.com/office/officeart/2018/5/layout/CenteredIconLabelDescriptionList"/>
    <dgm:cxn modelId="{56F1E287-CDFD-49FA-96A3-2C307DC0B9D7}" type="presParOf" srcId="{E834DB97-9D10-4472-809D-34341F2BBBC1}" destId="{3250E7A4-96EB-4B50-8364-C49F82DC66C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CAC297D9-3EBC-4B18-8485-A3C6B0FAA45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tr-TR"/>
        </a:p>
      </dgm:t>
    </dgm:pt>
    <dgm:pt modelId="{057750C3-DA74-4D9B-A5FE-35A39151B52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Hash of Block header</a:t>
          </a:r>
        </a:p>
      </dgm:t>
    </dgm:pt>
    <dgm:pt modelId="{E7384604-B6BF-4E40-B175-E54DC1174C40}" type="parTrans" cxnId="{F54BEFC2-7DE4-40D8-9152-7248742F2D54}">
      <dgm:prSet/>
      <dgm:spPr/>
      <dgm:t>
        <a:bodyPr/>
        <a:lstStyle/>
        <a:p>
          <a:endParaRPr lang="tr-TR"/>
        </a:p>
      </dgm:t>
    </dgm:pt>
    <dgm:pt modelId="{C1D82CEF-C48A-4B4F-A11B-554FDEAB4F54}" type="sibTrans" cxnId="{F54BEFC2-7DE4-40D8-9152-7248742F2D54}">
      <dgm:prSet/>
      <dgm:spPr/>
      <dgm:t>
        <a:bodyPr/>
        <a:lstStyle/>
        <a:p>
          <a:endParaRPr lang="tr-TR"/>
        </a:p>
      </dgm:t>
    </dgm:pt>
    <dgm:pt modelId="{B83622E6-157E-4FBB-B9B6-1E40662797F6}">
      <dgm:prSet/>
      <dgm:spPr/>
      <dgm:t>
        <a:bodyPr/>
        <a:lstStyle/>
        <a:p>
          <a:pPr>
            <a:lnSpc>
              <a:spcPct val="100000"/>
            </a:lnSpc>
          </a:pPr>
          <a:endParaRPr lang="tr-TR"/>
        </a:p>
      </dgm:t>
    </dgm:pt>
    <dgm:pt modelId="{980B878B-E9EF-4A09-9368-9F11E6B93760}" type="parTrans" cxnId="{B5EBFB81-A3F7-4173-9964-4C44F36355E5}">
      <dgm:prSet/>
      <dgm:spPr/>
      <dgm:t>
        <a:bodyPr/>
        <a:lstStyle/>
        <a:p>
          <a:endParaRPr lang="tr-TR"/>
        </a:p>
      </dgm:t>
    </dgm:pt>
    <dgm:pt modelId="{669AFCDC-DCB9-456F-9B4A-8C80092C00E3}" type="sibTrans" cxnId="{B5EBFB81-A3F7-4173-9964-4C44F36355E5}">
      <dgm:prSet/>
      <dgm:spPr/>
      <dgm:t>
        <a:bodyPr/>
        <a:lstStyle/>
        <a:p>
          <a:endParaRPr lang="tr-TR"/>
        </a:p>
      </dgm:t>
    </dgm:pt>
    <dgm:pt modelId="{4081A891-52E5-43BC-8AA6-FEBCD159A8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only </a:t>
          </a:r>
          <a:r>
            <a:rPr lang="tr-TR" dirty="0"/>
            <a:t>fields of </a:t>
          </a:r>
          <a:r>
            <a:rPr lang="en-US" dirty="0"/>
            <a:t>the block header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is used to compute </a:t>
          </a:r>
          <a:r>
            <a:rPr lang="tr-TR" dirty="0"/>
            <a:t>the identifier</a:t>
          </a:r>
        </a:p>
      </dgm:t>
    </dgm:pt>
    <dgm:pt modelId="{D96C27DD-F5F1-4C1E-860A-F7F7F4622252}" type="parTrans" cxnId="{40D38FFE-6809-428B-89C3-36DF3F37197F}">
      <dgm:prSet/>
      <dgm:spPr/>
      <dgm:t>
        <a:bodyPr/>
        <a:lstStyle/>
        <a:p>
          <a:endParaRPr lang="tr-TR"/>
        </a:p>
      </dgm:t>
    </dgm:pt>
    <dgm:pt modelId="{A2D0561F-339E-437A-8CD2-D952E6C6AB38}" type="sibTrans" cxnId="{40D38FFE-6809-428B-89C3-36DF3F37197F}">
      <dgm:prSet/>
      <dgm:spPr/>
      <dgm:t>
        <a:bodyPr/>
        <a:lstStyle/>
        <a:p>
          <a:endParaRPr lang="tr-TR"/>
        </a:p>
      </dgm:t>
    </dgm:pt>
    <dgm:pt modelId="{53975574-F418-4F3E-A218-B4593BC5162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Block 0</a:t>
          </a:r>
        </a:p>
      </dgm:t>
    </dgm:pt>
    <dgm:pt modelId="{DEA6894B-36DA-4269-89C6-2DF49611F1B8}" type="parTrans" cxnId="{E24D5206-8824-40F9-AF77-F0419CE25034}">
      <dgm:prSet/>
      <dgm:spPr/>
      <dgm:t>
        <a:bodyPr/>
        <a:lstStyle/>
        <a:p>
          <a:endParaRPr lang="tr-TR"/>
        </a:p>
      </dgm:t>
    </dgm:pt>
    <dgm:pt modelId="{C4A989E5-7317-49E5-9458-8FBDE0D99B85}" type="sibTrans" cxnId="{E24D5206-8824-40F9-AF77-F0419CE25034}">
      <dgm:prSet/>
      <dgm:spPr/>
      <dgm:t>
        <a:bodyPr/>
        <a:lstStyle/>
        <a:p>
          <a:endParaRPr lang="tr-TR"/>
        </a:p>
      </dgm:t>
    </dgm:pt>
    <dgm:pt modelId="{0569006A-529E-44F8-87FA-4D0A27B4FB4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Header hash</a:t>
          </a:r>
        </a:p>
      </dgm:t>
    </dgm:pt>
    <dgm:pt modelId="{AE20FE8B-C6E2-48DD-AEF7-348653B72F03}" type="parTrans" cxnId="{C7DC4BE7-B407-4463-AA26-C33D4B98A1F0}">
      <dgm:prSet/>
      <dgm:spPr/>
      <dgm:t>
        <a:bodyPr/>
        <a:lstStyle/>
        <a:p>
          <a:endParaRPr lang="tr-TR"/>
        </a:p>
      </dgm:t>
    </dgm:pt>
    <dgm:pt modelId="{8ECF3864-B038-4EAE-8A6C-C07585CD0F4C}" type="sibTrans" cxnId="{C7DC4BE7-B407-4463-AA26-C33D4B98A1F0}">
      <dgm:prSet/>
      <dgm:spPr/>
      <dgm:t>
        <a:bodyPr/>
        <a:lstStyle/>
        <a:p>
          <a:endParaRPr lang="tr-TR"/>
        </a:p>
      </dgm:t>
    </dgm:pt>
    <dgm:pt modelId="{598236AA-D016-4066-ADAE-8163428DDDA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000000000019d6689c085ae165831e934ff763ae46a2a6c172b3f1b60a8ce26f</a:t>
          </a:r>
          <a:endParaRPr lang="tr-TR" dirty="0"/>
        </a:p>
      </dgm:t>
    </dgm:pt>
    <dgm:pt modelId="{79D1B9B4-AD97-4F90-8348-F16ABA569F74}" type="parTrans" cxnId="{739F07E9-595A-43D7-A318-3D0A2B5DE9C3}">
      <dgm:prSet/>
      <dgm:spPr/>
      <dgm:t>
        <a:bodyPr/>
        <a:lstStyle/>
        <a:p>
          <a:endParaRPr lang="tr-TR"/>
        </a:p>
      </dgm:t>
    </dgm:pt>
    <dgm:pt modelId="{42208705-5B19-4A1B-BECF-EB987DDF0C16}" type="sibTrans" cxnId="{739F07E9-595A-43D7-A318-3D0A2B5DE9C3}">
      <dgm:prSet/>
      <dgm:spPr/>
      <dgm:t>
        <a:bodyPr/>
        <a:lstStyle/>
        <a:p>
          <a:endParaRPr lang="tr-TR"/>
        </a:p>
      </dgm:t>
    </dgm:pt>
    <dgm:pt modelId="{17CD67A0-DB57-48AE-9C2F-26D15EB21A10}" type="pres">
      <dgm:prSet presAssocID="{CAC297D9-3EBC-4B18-8485-A3C6B0FAA456}" presName="root" presStyleCnt="0">
        <dgm:presLayoutVars>
          <dgm:dir/>
          <dgm:resizeHandles val="exact"/>
        </dgm:presLayoutVars>
      </dgm:prSet>
      <dgm:spPr/>
    </dgm:pt>
    <dgm:pt modelId="{274485E7-F3C7-40B2-8C8C-F2918C8DC420}" type="pres">
      <dgm:prSet presAssocID="{057750C3-DA74-4D9B-A5FE-35A39151B527}" presName="compNode" presStyleCnt="0"/>
      <dgm:spPr/>
    </dgm:pt>
    <dgm:pt modelId="{6E3720CD-360F-4E3B-A082-3131BF478B58}" type="pres">
      <dgm:prSet presAssocID="{057750C3-DA74-4D9B-A5FE-35A39151B52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214DA1A4-C68B-4757-966E-50F32164E237}" type="pres">
      <dgm:prSet presAssocID="{057750C3-DA74-4D9B-A5FE-35A39151B527}" presName="iconSpace" presStyleCnt="0"/>
      <dgm:spPr/>
    </dgm:pt>
    <dgm:pt modelId="{ABBC78E8-277B-459B-B835-D231A1919AE0}" type="pres">
      <dgm:prSet presAssocID="{057750C3-DA74-4D9B-A5FE-35A39151B527}" presName="parTx" presStyleLbl="revTx" presStyleIdx="0" presStyleCnt="4">
        <dgm:presLayoutVars>
          <dgm:chMax val="0"/>
          <dgm:chPref val="0"/>
        </dgm:presLayoutVars>
      </dgm:prSet>
      <dgm:spPr/>
    </dgm:pt>
    <dgm:pt modelId="{F7FF81BD-42FF-416F-878E-061FAA991301}" type="pres">
      <dgm:prSet presAssocID="{057750C3-DA74-4D9B-A5FE-35A39151B527}" presName="txSpace" presStyleCnt="0"/>
      <dgm:spPr/>
    </dgm:pt>
    <dgm:pt modelId="{C848E840-6628-4E12-911F-B28E3A002E53}" type="pres">
      <dgm:prSet presAssocID="{057750C3-DA74-4D9B-A5FE-35A39151B527}" presName="desTx" presStyleLbl="revTx" presStyleIdx="1" presStyleCnt="4">
        <dgm:presLayoutVars/>
      </dgm:prSet>
      <dgm:spPr/>
    </dgm:pt>
    <dgm:pt modelId="{732508C9-9028-45C3-BB96-437B730B6D8B}" type="pres">
      <dgm:prSet presAssocID="{C1D82CEF-C48A-4B4F-A11B-554FDEAB4F54}" presName="sibTrans" presStyleCnt="0"/>
      <dgm:spPr/>
    </dgm:pt>
    <dgm:pt modelId="{A799BB73-883A-46E7-A996-45B5BCD4DF3C}" type="pres">
      <dgm:prSet presAssocID="{53975574-F418-4F3E-A218-B4593BC5162C}" presName="compNode" presStyleCnt="0"/>
      <dgm:spPr/>
    </dgm:pt>
    <dgm:pt modelId="{0D0E796E-13CD-4DE5-B99D-D86DA6F4196C}" type="pres">
      <dgm:prSet presAssocID="{53975574-F418-4F3E-A218-B4593BC5162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9C9CA56-8CCA-4C95-B470-2F2E43D5594A}" type="pres">
      <dgm:prSet presAssocID="{53975574-F418-4F3E-A218-B4593BC5162C}" presName="iconSpace" presStyleCnt="0"/>
      <dgm:spPr/>
    </dgm:pt>
    <dgm:pt modelId="{E79EEC60-0925-49AB-9413-3F86181D1AD2}" type="pres">
      <dgm:prSet presAssocID="{53975574-F418-4F3E-A218-B4593BC5162C}" presName="parTx" presStyleLbl="revTx" presStyleIdx="2" presStyleCnt="4">
        <dgm:presLayoutVars>
          <dgm:chMax val="0"/>
          <dgm:chPref val="0"/>
        </dgm:presLayoutVars>
      </dgm:prSet>
      <dgm:spPr/>
    </dgm:pt>
    <dgm:pt modelId="{4EF2B897-7CAB-4A98-8667-9216A0A063C7}" type="pres">
      <dgm:prSet presAssocID="{53975574-F418-4F3E-A218-B4593BC5162C}" presName="txSpace" presStyleCnt="0"/>
      <dgm:spPr/>
    </dgm:pt>
    <dgm:pt modelId="{D45CAF30-8B42-4339-BECF-37BD70CEB43C}" type="pres">
      <dgm:prSet presAssocID="{53975574-F418-4F3E-A218-B4593BC5162C}" presName="desTx" presStyleLbl="revTx" presStyleIdx="3" presStyleCnt="4">
        <dgm:presLayoutVars/>
      </dgm:prSet>
      <dgm:spPr/>
    </dgm:pt>
  </dgm:ptLst>
  <dgm:cxnLst>
    <dgm:cxn modelId="{E24D5206-8824-40F9-AF77-F0419CE25034}" srcId="{CAC297D9-3EBC-4B18-8485-A3C6B0FAA456}" destId="{53975574-F418-4F3E-A218-B4593BC5162C}" srcOrd="1" destOrd="0" parTransId="{DEA6894B-36DA-4269-89C6-2DF49611F1B8}" sibTransId="{C4A989E5-7317-49E5-9458-8FBDE0D99B85}"/>
    <dgm:cxn modelId="{2374BB2C-5240-4DE1-B645-59FF9B5D3C18}" type="presOf" srcId="{598236AA-D016-4066-ADAE-8163428DDDA7}" destId="{D45CAF30-8B42-4339-BECF-37BD70CEB43C}" srcOrd="0" destOrd="1" presId="urn:microsoft.com/office/officeart/2018/2/layout/IconLabelDescriptionList"/>
    <dgm:cxn modelId="{B6371E32-CF79-4793-97DF-426357F15452}" type="presOf" srcId="{4081A891-52E5-43BC-8AA6-FEBCD159A816}" destId="{C848E840-6628-4E12-911F-B28E3A002E53}" srcOrd="0" destOrd="1" presId="urn:microsoft.com/office/officeart/2018/2/layout/IconLabelDescriptionList"/>
    <dgm:cxn modelId="{E506D039-074A-4A20-818E-66F5AD7EDFBD}" type="presOf" srcId="{057750C3-DA74-4D9B-A5FE-35A39151B527}" destId="{ABBC78E8-277B-459B-B835-D231A1919AE0}" srcOrd="0" destOrd="0" presId="urn:microsoft.com/office/officeart/2018/2/layout/IconLabelDescriptionList"/>
    <dgm:cxn modelId="{D7B6C06C-BF86-47FD-8868-B6563098E858}" type="presOf" srcId="{B83622E6-157E-4FBB-B9B6-1E40662797F6}" destId="{C848E840-6628-4E12-911F-B28E3A002E53}" srcOrd="0" destOrd="0" presId="urn:microsoft.com/office/officeart/2018/2/layout/IconLabelDescriptionList"/>
    <dgm:cxn modelId="{62D07F4D-9513-4D72-9BCC-A54E157E55D1}" type="presOf" srcId="{CAC297D9-3EBC-4B18-8485-A3C6B0FAA456}" destId="{17CD67A0-DB57-48AE-9C2F-26D15EB21A10}" srcOrd="0" destOrd="0" presId="urn:microsoft.com/office/officeart/2018/2/layout/IconLabelDescriptionList"/>
    <dgm:cxn modelId="{1F591979-A7C7-4780-9213-EDBF1C00CAA1}" type="presOf" srcId="{0569006A-529E-44F8-87FA-4D0A27B4FB49}" destId="{D45CAF30-8B42-4339-BECF-37BD70CEB43C}" srcOrd="0" destOrd="0" presId="urn:microsoft.com/office/officeart/2018/2/layout/IconLabelDescriptionList"/>
    <dgm:cxn modelId="{B5EBFB81-A3F7-4173-9964-4C44F36355E5}" srcId="{057750C3-DA74-4D9B-A5FE-35A39151B527}" destId="{B83622E6-157E-4FBB-B9B6-1E40662797F6}" srcOrd="0" destOrd="0" parTransId="{980B878B-E9EF-4A09-9368-9F11E6B93760}" sibTransId="{669AFCDC-DCB9-456F-9B4A-8C80092C00E3}"/>
    <dgm:cxn modelId="{80EDF588-6400-4333-9602-37E3B69F7BAC}" type="presOf" srcId="{53975574-F418-4F3E-A218-B4593BC5162C}" destId="{E79EEC60-0925-49AB-9413-3F86181D1AD2}" srcOrd="0" destOrd="0" presId="urn:microsoft.com/office/officeart/2018/2/layout/IconLabelDescriptionList"/>
    <dgm:cxn modelId="{F54BEFC2-7DE4-40D8-9152-7248742F2D54}" srcId="{CAC297D9-3EBC-4B18-8485-A3C6B0FAA456}" destId="{057750C3-DA74-4D9B-A5FE-35A39151B527}" srcOrd="0" destOrd="0" parTransId="{E7384604-B6BF-4E40-B175-E54DC1174C40}" sibTransId="{C1D82CEF-C48A-4B4F-A11B-554FDEAB4F54}"/>
    <dgm:cxn modelId="{C7DC4BE7-B407-4463-AA26-C33D4B98A1F0}" srcId="{53975574-F418-4F3E-A218-B4593BC5162C}" destId="{0569006A-529E-44F8-87FA-4D0A27B4FB49}" srcOrd="0" destOrd="0" parTransId="{AE20FE8B-C6E2-48DD-AEF7-348653B72F03}" sibTransId="{8ECF3864-B038-4EAE-8A6C-C07585CD0F4C}"/>
    <dgm:cxn modelId="{739F07E9-595A-43D7-A318-3D0A2B5DE9C3}" srcId="{53975574-F418-4F3E-A218-B4593BC5162C}" destId="{598236AA-D016-4066-ADAE-8163428DDDA7}" srcOrd="1" destOrd="0" parTransId="{79D1B9B4-AD97-4F90-8348-F16ABA569F74}" sibTransId="{42208705-5B19-4A1B-BECF-EB987DDF0C16}"/>
    <dgm:cxn modelId="{40D38FFE-6809-428B-89C3-36DF3F37197F}" srcId="{057750C3-DA74-4D9B-A5FE-35A39151B527}" destId="{4081A891-52E5-43BC-8AA6-FEBCD159A816}" srcOrd="1" destOrd="0" parTransId="{D96C27DD-F5F1-4C1E-860A-F7F7F4622252}" sibTransId="{A2D0561F-339E-437A-8CD2-D952E6C6AB38}"/>
    <dgm:cxn modelId="{F73627B6-F2A3-4B71-B267-CE80FA1B7B8C}" type="presParOf" srcId="{17CD67A0-DB57-48AE-9C2F-26D15EB21A10}" destId="{274485E7-F3C7-40B2-8C8C-F2918C8DC420}" srcOrd="0" destOrd="0" presId="urn:microsoft.com/office/officeart/2018/2/layout/IconLabelDescriptionList"/>
    <dgm:cxn modelId="{9A26B3FF-5381-4FC9-A998-56EE6F371061}" type="presParOf" srcId="{274485E7-F3C7-40B2-8C8C-F2918C8DC420}" destId="{6E3720CD-360F-4E3B-A082-3131BF478B58}" srcOrd="0" destOrd="0" presId="urn:microsoft.com/office/officeart/2018/2/layout/IconLabelDescriptionList"/>
    <dgm:cxn modelId="{07D6607E-3195-4599-BE8A-12DD4D41433D}" type="presParOf" srcId="{274485E7-F3C7-40B2-8C8C-F2918C8DC420}" destId="{214DA1A4-C68B-4757-966E-50F32164E237}" srcOrd="1" destOrd="0" presId="urn:microsoft.com/office/officeart/2018/2/layout/IconLabelDescriptionList"/>
    <dgm:cxn modelId="{8E9C4C0E-94B6-4EF0-934D-710EDCC7C289}" type="presParOf" srcId="{274485E7-F3C7-40B2-8C8C-F2918C8DC420}" destId="{ABBC78E8-277B-459B-B835-D231A1919AE0}" srcOrd="2" destOrd="0" presId="urn:microsoft.com/office/officeart/2018/2/layout/IconLabelDescriptionList"/>
    <dgm:cxn modelId="{786E608C-789A-43CD-8C77-B0290BFBB4F4}" type="presParOf" srcId="{274485E7-F3C7-40B2-8C8C-F2918C8DC420}" destId="{F7FF81BD-42FF-416F-878E-061FAA991301}" srcOrd="3" destOrd="0" presId="urn:microsoft.com/office/officeart/2018/2/layout/IconLabelDescriptionList"/>
    <dgm:cxn modelId="{B7AF2538-5C78-408C-AF43-59158849903E}" type="presParOf" srcId="{274485E7-F3C7-40B2-8C8C-F2918C8DC420}" destId="{C848E840-6628-4E12-911F-B28E3A002E53}" srcOrd="4" destOrd="0" presId="urn:microsoft.com/office/officeart/2018/2/layout/IconLabelDescriptionList"/>
    <dgm:cxn modelId="{D64D8626-66E8-47CD-B559-E005E4F26BD5}" type="presParOf" srcId="{17CD67A0-DB57-48AE-9C2F-26D15EB21A10}" destId="{732508C9-9028-45C3-BB96-437B730B6D8B}" srcOrd="1" destOrd="0" presId="urn:microsoft.com/office/officeart/2018/2/layout/IconLabelDescriptionList"/>
    <dgm:cxn modelId="{FA8CC490-BDA6-49DE-BCE1-EC6154409333}" type="presParOf" srcId="{17CD67A0-DB57-48AE-9C2F-26D15EB21A10}" destId="{A799BB73-883A-46E7-A996-45B5BCD4DF3C}" srcOrd="2" destOrd="0" presId="urn:microsoft.com/office/officeart/2018/2/layout/IconLabelDescriptionList"/>
    <dgm:cxn modelId="{F80DB7E9-5CAB-4D61-9C1B-FC539FB80A09}" type="presParOf" srcId="{A799BB73-883A-46E7-A996-45B5BCD4DF3C}" destId="{0D0E796E-13CD-4DE5-B99D-D86DA6F4196C}" srcOrd="0" destOrd="0" presId="urn:microsoft.com/office/officeart/2018/2/layout/IconLabelDescriptionList"/>
    <dgm:cxn modelId="{51B7AE90-C365-4443-87DD-3473485D8B03}" type="presParOf" srcId="{A799BB73-883A-46E7-A996-45B5BCD4DF3C}" destId="{79C9CA56-8CCA-4C95-B470-2F2E43D5594A}" srcOrd="1" destOrd="0" presId="urn:microsoft.com/office/officeart/2018/2/layout/IconLabelDescriptionList"/>
    <dgm:cxn modelId="{0A62B5A1-FED1-45C2-A810-1B935486424B}" type="presParOf" srcId="{A799BB73-883A-46E7-A996-45B5BCD4DF3C}" destId="{E79EEC60-0925-49AB-9413-3F86181D1AD2}" srcOrd="2" destOrd="0" presId="urn:microsoft.com/office/officeart/2018/2/layout/IconLabelDescriptionList"/>
    <dgm:cxn modelId="{C6DF4088-BBB1-47BA-B96D-131B8E57CCEB}" type="presParOf" srcId="{A799BB73-883A-46E7-A996-45B5BCD4DF3C}" destId="{4EF2B897-7CAB-4A98-8667-9216A0A063C7}" srcOrd="3" destOrd="0" presId="urn:microsoft.com/office/officeart/2018/2/layout/IconLabelDescriptionList"/>
    <dgm:cxn modelId="{61347EF3-3F78-4C50-9792-B1D8615CEE53}" type="presParOf" srcId="{A799BB73-883A-46E7-A996-45B5BCD4DF3C}" destId="{D45CAF30-8B42-4339-BECF-37BD70CEB43C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6FB6321A-F9EC-435A-B8CD-8390448270F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124EE8D1-1EDE-4179-9AB8-9C3ADB88547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not in</a:t>
          </a:r>
          <a:r>
            <a:rPr lang="en-US" dirty="0"/>
            <a:t> block’s data structure</a:t>
          </a:r>
          <a:endParaRPr lang="tr-TR" dirty="0"/>
        </a:p>
      </dgm:t>
    </dgm:pt>
    <dgm:pt modelId="{4B0F280F-33C2-4B21-AE65-0F5460B3BDC0}" type="parTrans" cxnId="{D0574D96-C33E-4D89-A685-621ED5BC9888}">
      <dgm:prSet/>
      <dgm:spPr/>
      <dgm:t>
        <a:bodyPr/>
        <a:lstStyle/>
        <a:p>
          <a:endParaRPr lang="tr-TR"/>
        </a:p>
      </dgm:t>
    </dgm:pt>
    <dgm:pt modelId="{1A3B0415-E6E0-4F80-BDA7-3947A4AE5D0A}" type="sibTrans" cxnId="{D0574D96-C33E-4D89-A685-621ED5BC9888}">
      <dgm:prSet/>
      <dgm:spPr/>
      <dgm:t>
        <a:bodyPr/>
        <a:lstStyle/>
        <a:p>
          <a:endParaRPr lang="tr-TR"/>
        </a:p>
      </dgm:t>
    </dgm:pt>
    <dgm:pt modelId="{83608B13-3109-4BAD-BEBB-4A224E65530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when the block is transmitted</a:t>
          </a:r>
          <a:endParaRPr lang="tr-TR" dirty="0"/>
        </a:p>
      </dgm:t>
    </dgm:pt>
    <dgm:pt modelId="{42E3319E-8B92-412D-9945-A2C922B5FD68}" type="parTrans" cxnId="{79BAA373-942A-4DEC-8311-C7CBE8C63412}">
      <dgm:prSet/>
      <dgm:spPr/>
      <dgm:t>
        <a:bodyPr/>
        <a:lstStyle/>
        <a:p>
          <a:endParaRPr lang="tr-TR"/>
        </a:p>
      </dgm:t>
    </dgm:pt>
    <dgm:pt modelId="{52DD0BE0-E179-47EA-B1E7-DEB73E500073}" type="sibTrans" cxnId="{79BAA373-942A-4DEC-8311-C7CBE8C63412}">
      <dgm:prSet/>
      <dgm:spPr/>
      <dgm:t>
        <a:bodyPr/>
        <a:lstStyle/>
        <a:p>
          <a:endParaRPr lang="tr-TR"/>
        </a:p>
      </dgm:t>
    </dgm:pt>
    <dgm:pt modelId="{E6FA684A-E54E-45C6-8AE2-B3A80F3A497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Computed</a:t>
          </a:r>
          <a:r>
            <a:rPr lang="tr-TR" dirty="0"/>
            <a:t> </a:t>
          </a:r>
          <a:r>
            <a:rPr lang="en-US" dirty="0"/>
            <a:t>by</a:t>
          </a:r>
          <a:r>
            <a:rPr lang="tr-TR" dirty="0"/>
            <a:t> </a:t>
          </a:r>
          <a:r>
            <a:rPr lang="en-US" dirty="0"/>
            <a:t>each node</a:t>
          </a:r>
          <a:endParaRPr lang="tr-TR" dirty="0"/>
        </a:p>
      </dgm:t>
    </dgm:pt>
    <dgm:pt modelId="{DC8BBEE0-8654-49C6-8053-796015B197C2}" type="parTrans" cxnId="{0B21EEB3-9DEE-4168-B0B0-7EAB7DCEF69E}">
      <dgm:prSet/>
      <dgm:spPr/>
      <dgm:t>
        <a:bodyPr/>
        <a:lstStyle/>
        <a:p>
          <a:endParaRPr lang="tr-TR"/>
        </a:p>
      </dgm:t>
    </dgm:pt>
    <dgm:pt modelId="{694A13EA-7C3D-4DA1-B97E-3D6813271384}" type="sibTrans" cxnId="{0B21EEB3-9DEE-4168-B0B0-7EAB7DCEF69E}">
      <dgm:prSet/>
      <dgm:spPr/>
      <dgm:t>
        <a:bodyPr/>
        <a:lstStyle/>
        <a:p>
          <a:endParaRPr lang="tr-TR"/>
        </a:p>
      </dgm:t>
    </dgm:pt>
    <dgm:pt modelId="{5BB24B7C-7BFD-4AFE-9E99-2E00E595C91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Computed </a:t>
          </a:r>
          <a:r>
            <a:rPr lang="tr-TR" dirty="0"/>
            <a:t>Value</a:t>
          </a:r>
        </a:p>
      </dgm:t>
    </dgm:pt>
    <dgm:pt modelId="{48CDA3B7-75BE-49C1-AF39-6DC2CA576E13}" type="parTrans" cxnId="{718C4452-B684-46F3-A64F-47645F3F35ED}">
      <dgm:prSet/>
      <dgm:spPr/>
      <dgm:t>
        <a:bodyPr/>
        <a:lstStyle/>
        <a:p>
          <a:endParaRPr lang="tr-TR"/>
        </a:p>
      </dgm:t>
    </dgm:pt>
    <dgm:pt modelId="{8A48F97E-0D82-4F7B-A0E9-9530F21893E2}" type="sibTrans" cxnId="{718C4452-B684-46F3-A64F-47645F3F35ED}">
      <dgm:prSet/>
      <dgm:spPr/>
      <dgm:t>
        <a:bodyPr/>
        <a:lstStyle/>
        <a:p>
          <a:endParaRPr lang="tr-TR"/>
        </a:p>
      </dgm:t>
    </dgm:pt>
    <dgm:pt modelId="{C269878F-756E-451A-954D-70DE0A665D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Block hash</a:t>
          </a:r>
          <a:endParaRPr lang="tr-TR" dirty="0"/>
        </a:p>
      </dgm:t>
    </dgm:pt>
    <dgm:pt modelId="{08669018-01DC-4951-ACA5-E70EFCD7D8C8}" type="parTrans" cxnId="{AAA6090A-BDEF-436E-8F4B-3565B6CF1CFD}">
      <dgm:prSet/>
      <dgm:spPr/>
      <dgm:t>
        <a:bodyPr/>
        <a:lstStyle/>
        <a:p>
          <a:endParaRPr lang="tr-TR"/>
        </a:p>
      </dgm:t>
    </dgm:pt>
    <dgm:pt modelId="{9DA1956B-ED5F-43CC-B262-55E8CA3AC720}" type="sibTrans" cxnId="{AAA6090A-BDEF-436E-8F4B-3565B6CF1CFD}">
      <dgm:prSet/>
      <dgm:spPr/>
      <dgm:t>
        <a:bodyPr/>
        <a:lstStyle/>
        <a:p>
          <a:endParaRPr lang="tr-TR"/>
        </a:p>
      </dgm:t>
    </dgm:pt>
    <dgm:pt modelId="{E3B64D84-1D20-4446-A421-B61DFF6DFE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Confirmation</a:t>
          </a:r>
          <a:endParaRPr lang="tr-TR" dirty="0"/>
        </a:p>
      </dgm:t>
    </dgm:pt>
    <dgm:pt modelId="{B890FA69-DD16-4314-A2DE-AF9BAA0042A8}" type="parTrans" cxnId="{086B3E40-6FD2-463D-94ED-5B1CFE8747D0}">
      <dgm:prSet/>
      <dgm:spPr/>
      <dgm:t>
        <a:bodyPr/>
        <a:lstStyle/>
        <a:p>
          <a:endParaRPr lang="tr-TR"/>
        </a:p>
      </dgm:t>
    </dgm:pt>
    <dgm:pt modelId="{F8473681-329E-476A-8C52-72455249DA2B}" type="sibTrans" cxnId="{086B3E40-6FD2-463D-94ED-5B1CFE8747D0}">
      <dgm:prSet/>
      <dgm:spPr/>
      <dgm:t>
        <a:bodyPr/>
        <a:lstStyle/>
        <a:p>
          <a:endParaRPr lang="tr-TR"/>
        </a:p>
      </dgm:t>
    </dgm:pt>
    <dgm:pt modelId="{5F8674B8-19F6-4C48-9001-D2EF4E388C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Not </a:t>
          </a:r>
          <a:r>
            <a:rPr lang="tr-TR" dirty="0" err="1"/>
            <a:t>stored</a:t>
          </a:r>
          <a:r>
            <a:rPr lang="en-US" dirty="0"/>
            <a:t> </a:t>
          </a:r>
          <a:endParaRPr lang="tr-TR" dirty="0"/>
        </a:p>
      </dgm:t>
    </dgm:pt>
    <dgm:pt modelId="{CB33B4F8-9894-4D43-A3C3-7E78EE27BF65}" type="sibTrans" cxnId="{29D313C2-1516-46D8-A55F-4DE34D93BB8C}">
      <dgm:prSet/>
      <dgm:spPr/>
      <dgm:t>
        <a:bodyPr/>
        <a:lstStyle/>
        <a:p>
          <a:endParaRPr lang="tr-TR"/>
        </a:p>
      </dgm:t>
    </dgm:pt>
    <dgm:pt modelId="{AA6AB57D-68EB-480B-B802-63B1DA282E45}" type="parTrans" cxnId="{29D313C2-1516-46D8-A55F-4DE34D93BB8C}">
      <dgm:prSet/>
      <dgm:spPr/>
      <dgm:t>
        <a:bodyPr/>
        <a:lstStyle/>
        <a:p>
          <a:endParaRPr lang="tr-TR"/>
        </a:p>
      </dgm:t>
    </dgm:pt>
    <dgm:pt modelId="{95B11B05-700C-4D39-91BD-0E5EB7F7F6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 a node’s</a:t>
          </a:r>
          <a:r>
            <a:rPr lang="tr-TR" dirty="0"/>
            <a:t> </a:t>
          </a:r>
          <a:r>
            <a:rPr lang="en-US" dirty="0"/>
            <a:t>persistence</a:t>
          </a:r>
          <a:endParaRPr lang="tr-TR" dirty="0"/>
        </a:p>
      </dgm:t>
    </dgm:pt>
    <dgm:pt modelId="{2B5D31DF-FDE7-4735-B127-38CFF42E01A8}" type="sibTrans" cxnId="{DF698D2F-1552-4E35-8A36-15A4F4CF5439}">
      <dgm:prSet/>
      <dgm:spPr/>
      <dgm:t>
        <a:bodyPr/>
        <a:lstStyle/>
        <a:p>
          <a:endParaRPr lang="tr-TR"/>
        </a:p>
      </dgm:t>
    </dgm:pt>
    <dgm:pt modelId="{FFD343F2-67C0-414D-92C2-3ADE97C420B1}" type="parTrans" cxnId="{DF698D2F-1552-4E35-8A36-15A4F4CF5439}">
      <dgm:prSet/>
      <dgm:spPr/>
      <dgm:t>
        <a:bodyPr/>
        <a:lstStyle/>
        <a:p>
          <a:endParaRPr lang="tr-TR"/>
        </a:p>
      </dgm:t>
    </dgm:pt>
    <dgm:pt modelId="{3D52C19E-387F-4329-89A6-696699503B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 part of the blockchain</a:t>
          </a:r>
          <a:endParaRPr lang="tr-TR" dirty="0"/>
        </a:p>
      </dgm:t>
    </dgm:pt>
    <dgm:pt modelId="{A833D319-87AB-4A49-A3EF-B41EE0C0D43D}" type="sibTrans" cxnId="{8AF89BBE-BCAC-458D-B108-D3977E5D5D4E}">
      <dgm:prSet/>
      <dgm:spPr/>
      <dgm:t>
        <a:bodyPr/>
        <a:lstStyle/>
        <a:p>
          <a:endParaRPr lang="tr-TR"/>
        </a:p>
      </dgm:t>
    </dgm:pt>
    <dgm:pt modelId="{20C0F35B-E3B8-4EF7-BD14-FA111929228A}" type="parTrans" cxnId="{8AF89BBE-BCAC-458D-B108-D3977E5D5D4E}">
      <dgm:prSet/>
      <dgm:spPr/>
      <dgm:t>
        <a:bodyPr/>
        <a:lstStyle/>
        <a:p>
          <a:endParaRPr lang="tr-TR"/>
        </a:p>
      </dgm:t>
    </dgm:pt>
    <dgm:pt modelId="{AA7190E1-CF80-4F9F-9D78-8B5DEFE88050}" type="pres">
      <dgm:prSet presAssocID="{6FB6321A-F9EC-435A-B8CD-8390448270F7}" presName="root" presStyleCnt="0">
        <dgm:presLayoutVars>
          <dgm:dir/>
          <dgm:resizeHandles val="exact"/>
        </dgm:presLayoutVars>
      </dgm:prSet>
      <dgm:spPr/>
    </dgm:pt>
    <dgm:pt modelId="{479AF992-FA2F-478C-8B53-3F1C00A645E0}" type="pres">
      <dgm:prSet presAssocID="{5BB24B7C-7BFD-4AFE-9E99-2E00E595C917}" presName="compNode" presStyleCnt="0"/>
      <dgm:spPr/>
    </dgm:pt>
    <dgm:pt modelId="{47F7358B-D1BE-435A-A19A-9BD3606223F4}" type="pres">
      <dgm:prSet presAssocID="{5BB24B7C-7BFD-4AFE-9E99-2E00E595C91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sap Makinesi"/>
        </a:ext>
      </dgm:extLst>
    </dgm:pt>
    <dgm:pt modelId="{945CBEF3-3668-4BD4-A3ED-0E27E0674D79}" type="pres">
      <dgm:prSet presAssocID="{5BB24B7C-7BFD-4AFE-9E99-2E00E595C917}" presName="iconSpace" presStyleCnt="0"/>
      <dgm:spPr/>
    </dgm:pt>
    <dgm:pt modelId="{F80A6A72-C8F1-49FF-AB3A-F020CA099E9B}" type="pres">
      <dgm:prSet presAssocID="{5BB24B7C-7BFD-4AFE-9E99-2E00E595C917}" presName="parTx" presStyleLbl="revTx" presStyleIdx="0" presStyleCnt="6">
        <dgm:presLayoutVars>
          <dgm:chMax val="0"/>
          <dgm:chPref val="0"/>
        </dgm:presLayoutVars>
      </dgm:prSet>
      <dgm:spPr/>
    </dgm:pt>
    <dgm:pt modelId="{403884B3-7761-42BB-8CE1-D9BD7EAC74D7}" type="pres">
      <dgm:prSet presAssocID="{5BB24B7C-7BFD-4AFE-9E99-2E00E595C917}" presName="txSpace" presStyleCnt="0"/>
      <dgm:spPr/>
    </dgm:pt>
    <dgm:pt modelId="{33647659-D7BF-4944-9B40-77B872BC3513}" type="pres">
      <dgm:prSet presAssocID="{5BB24B7C-7BFD-4AFE-9E99-2E00E595C917}" presName="desTx" presStyleLbl="revTx" presStyleIdx="1" presStyleCnt="6">
        <dgm:presLayoutVars/>
      </dgm:prSet>
      <dgm:spPr/>
    </dgm:pt>
    <dgm:pt modelId="{3ED2AF64-EC7B-429D-99E6-D83CC57368B0}" type="pres">
      <dgm:prSet presAssocID="{8A48F97E-0D82-4F7B-A0E9-9530F21893E2}" presName="sibTrans" presStyleCnt="0"/>
      <dgm:spPr/>
    </dgm:pt>
    <dgm:pt modelId="{10565A55-11A5-4F79-A0FF-85DC7D993199}" type="pres">
      <dgm:prSet presAssocID="{E3B64D84-1D20-4446-A421-B61DFF6DFE99}" presName="compNode" presStyleCnt="0"/>
      <dgm:spPr/>
    </dgm:pt>
    <dgm:pt modelId="{5E383227-34B1-497A-9B75-2310E9138716}" type="pres">
      <dgm:prSet presAssocID="{E3B64D84-1D20-4446-A421-B61DFF6DFE9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reless router"/>
        </a:ext>
      </dgm:extLst>
    </dgm:pt>
    <dgm:pt modelId="{F5AF3ABD-324A-42DE-9136-300118C0063C}" type="pres">
      <dgm:prSet presAssocID="{E3B64D84-1D20-4446-A421-B61DFF6DFE99}" presName="iconSpace" presStyleCnt="0"/>
      <dgm:spPr/>
    </dgm:pt>
    <dgm:pt modelId="{2C2EDCB2-EC67-47C4-A497-4119A563AEFB}" type="pres">
      <dgm:prSet presAssocID="{E3B64D84-1D20-4446-A421-B61DFF6DFE99}" presName="parTx" presStyleLbl="revTx" presStyleIdx="2" presStyleCnt="6">
        <dgm:presLayoutVars>
          <dgm:chMax val="0"/>
          <dgm:chPref val="0"/>
        </dgm:presLayoutVars>
      </dgm:prSet>
      <dgm:spPr/>
    </dgm:pt>
    <dgm:pt modelId="{EB729243-B381-49A4-BE80-B78F1E1F0D83}" type="pres">
      <dgm:prSet presAssocID="{E3B64D84-1D20-4446-A421-B61DFF6DFE99}" presName="txSpace" presStyleCnt="0"/>
      <dgm:spPr/>
    </dgm:pt>
    <dgm:pt modelId="{72107890-57F1-48A6-91A8-0DC0BAED5766}" type="pres">
      <dgm:prSet presAssocID="{E3B64D84-1D20-4446-A421-B61DFF6DFE99}" presName="desTx" presStyleLbl="revTx" presStyleIdx="3" presStyleCnt="6">
        <dgm:presLayoutVars/>
      </dgm:prSet>
      <dgm:spPr/>
    </dgm:pt>
    <dgm:pt modelId="{97CA783D-3096-460C-AF12-C2F8A64671B6}" type="pres">
      <dgm:prSet presAssocID="{F8473681-329E-476A-8C52-72455249DA2B}" presName="sibTrans" presStyleCnt="0"/>
      <dgm:spPr/>
    </dgm:pt>
    <dgm:pt modelId="{3CB6E085-FD11-4392-9676-E00275A47089}" type="pres">
      <dgm:prSet presAssocID="{5F8674B8-19F6-4C48-9001-D2EF4E388C10}" presName="compNode" presStyleCnt="0"/>
      <dgm:spPr/>
    </dgm:pt>
    <dgm:pt modelId="{9B205700-11E7-4AA2-ACD8-D996C5495D9E}" type="pres">
      <dgm:prSet presAssocID="{5F8674B8-19F6-4C48-9001-D2EF4E388C1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BF34A3F6-9496-43FE-A187-414F6FA7D114}" type="pres">
      <dgm:prSet presAssocID="{5F8674B8-19F6-4C48-9001-D2EF4E388C10}" presName="iconSpace" presStyleCnt="0"/>
      <dgm:spPr/>
    </dgm:pt>
    <dgm:pt modelId="{1393A761-E982-445E-864A-7270B0B2A447}" type="pres">
      <dgm:prSet presAssocID="{5F8674B8-19F6-4C48-9001-D2EF4E388C10}" presName="parTx" presStyleLbl="revTx" presStyleIdx="4" presStyleCnt="6">
        <dgm:presLayoutVars>
          <dgm:chMax val="0"/>
          <dgm:chPref val="0"/>
        </dgm:presLayoutVars>
      </dgm:prSet>
      <dgm:spPr/>
    </dgm:pt>
    <dgm:pt modelId="{ED01B71A-075D-469F-AC60-06F06D737E43}" type="pres">
      <dgm:prSet presAssocID="{5F8674B8-19F6-4C48-9001-D2EF4E388C10}" presName="txSpace" presStyleCnt="0"/>
      <dgm:spPr/>
    </dgm:pt>
    <dgm:pt modelId="{B1FC1FFA-B6A4-42D2-9E78-74123B495D18}" type="pres">
      <dgm:prSet presAssocID="{5F8674B8-19F6-4C48-9001-D2EF4E388C10}" presName="desTx" presStyleLbl="revTx" presStyleIdx="5" presStyleCnt="6">
        <dgm:presLayoutVars/>
      </dgm:prSet>
      <dgm:spPr/>
    </dgm:pt>
  </dgm:ptLst>
  <dgm:cxnLst>
    <dgm:cxn modelId="{AAA6090A-BDEF-436E-8F4B-3565B6CF1CFD}" srcId="{5BB24B7C-7BFD-4AFE-9E99-2E00E595C917}" destId="{C269878F-756E-451A-954D-70DE0A665D16}" srcOrd="0" destOrd="0" parTransId="{08669018-01DC-4951-ACA5-E70EFCD7D8C8}" sibTransId="{9DA1956B-ED5F-43CC-B262-55E8CA3AC720}"/>
    <dgm:cxn modelId="{EC09432A-F6DE-4D6A-B8DE-1C2944C1D386}" type="presOf" srcId="{C269878F-756E-451A-954D-70DE0A665D16}" destId="{33647659-D7BF-4944-9B40-77B872BC3513}" srcOrd="0" destOrd="0" presId="urn:microsoft.com/office/officeart/2018/5/layout/CenteredIconLabelDescriptionList"/>
    <dgm:cxn modelId="{DF698D2F-1552-4E35-8A36-15A4F4CF5439}" srcId="{5F8674B8-19F6-4C48-9001-D2EF4E388C10}" destId="{95B11B05-700C-4D39-91BD-0E5EB7F7F6D7}" srcOrd="0" destOrd="0" parTransId="{FFD343F2-67C0-414D-92C2-3ADE97C420B1}" sibTransId="{2B5D31DF-FDE7-4735-B127-38CFF42E01A8}"/>
    <dgm:cxn modelId="{086B3E40-6FD2-463D-94ED-5B1CFE8747D0}" srcId="{6FB6321A-F9EC-435A-B8CD-8390448270F7}" destId="{E3B64D84-1D20-4446-A421-B61DFF6DFE99}" srcOrd="1" destOrd="0" parTransId="{B890FA69-DD16-4314-A2DE-AF9BAA0042A8}" sibTransId="{F8473681-329E-476A-8C52-72455249DA2B}"/>
    <dgm:cxn modelId="{5DB02C5B-71E9-4385-B01C-9BCA8DA432B0}" type="presOf" srcId="{5BB24B7C-7BFD-4AFE-9E99-2E00E595C917}" destId="{F80A6A72-C8F1-49FF-AB3A-F020CA099E9B}" srcOrd="0" destOrd="0" presId="urn:microsoft.com/office/officeart/2018/5/layout/CenteredIconLabelDescriptionList"/>
    <dgm:cxn modelId="{718C4452-B684-46F3-A64F-47645F3F35ED}" srcId="{6FB6321A-F9EC-435A-B8CD-8390448270F7}" destId="{5BB24B7C-7BFD-4AFE-9E99-2E00E595C917}" srcOrd="0" destOrd="0" parTransId="{48CDA3B7-75BE-49C1-AF39-6DC2CA576E13}" sibTransId="{8A48F97E-0D82-4F7B-A0E9-9530F21893E2}"/>
    <dgm:cxn modelId="{79BAA373-942A-4DEC-8311-C7CBE8C63412}" srcId="{E3B64D84-1D20-4446-A421-B61DFF6DFE99}" destId="{83608B13-3109-4BAD-BEBB-4A224E655304}" srcOrd="1" destOrd="0" parTransId="{42E3319E-8B92-412D-9945-A2C922B5FD68}" sibTransId="{52DD0BE0-E179-47EA-B1E7-DEB73E500073}"/>
    <dgm:cxn modelId="{6B18BE54-16FD-4264-B351-DA103019F8F3}" type="presOf" srcId="{5F8674B8-19F6-4C48-9001-D2EF4E388C10}" destId="{1393A761-E982-445E-864A-7270B0B2A447}" srcOrd="0" destOrd="0" presId="urn:microsoft.com/office/officeart/2018/5/layout/CenteredIconLabelDescriptionList"/>
    <dgm:cxn modelId="{AF599655-58AB-4A4A-A82E-8A89A3240764}" type="presOf" srcId="{83608B13-3109-4BAD-BEBB-4A224E655304}" destId="{72107890-57F1-48A6-91A8-0DC0BAED5766}" srcOrd="0" destOrd="1" presId="urn:microsoft.com/office/officeart/2018/5/layout/CenteredIconLabelDescriptionList"/>
    <dgm:cxn modelId="{71F54F82-EB68-44DF-8422-CE5E0BA6CB44}" type="presOf" srcId="{E6FA684A-E54E-45C6-8AE2-B3A80F3A4975}" destId="{72107890-57F1-48A6-91A8-0DC0BAED5766}" srcOrd="0" destOrd="0" presId="urn:microsoft.com/office/officeart/2018/5/layout/CenteredIconLabelDescriptionList"/>
    <dgm:cxn modelId="{15A8498A-39BC-4D75-949E-B9E3F6EF5A7C}" type="presOf" srcId="{124EE8D1-1EDE-4179-9AB8-9C3ADB885479}" destId="{33647659-D7BF-4944-9B40-77B872BC3513}" srcOrd="0" destOrd="1" presId="urn:microsoft.com/office/officeart/2018/5/layout/CenteredIconLabelDescriptionList"/>
    <dgm:cxn modelId="{631BA291-754E-4840-88CA-DBA0865A9F61}" type="presOf" srcId="{3D52C19E-387F-4329-89A6-696699503BBA}" destId="{B1FC1FFA-B6A4-42D2-9E78-74123B495D18}" srcOrd="0" destOrd="1" presId="urn:microsoft.com/office/officeart/2018/5/layout/CenteredIconLabelDescriptionList"/>
    <dgm:cxn modelId="{50DB7B92-A3B0-4B37-81E7-DCF78C5D8B66}" type="presOf" srcId="{6FB6321A-F9EC-435A-B8CD-8390448270F7}" destId="{AA7190E1-CF80-4F9F-9D78-8B5DEFE88050}" srcOrd="0" destOrd="0" presId="urn:microsoft.com/office/officeart/2018/5/layout/CenteredIconLabelDescriptionList"/>
    <dgm:cxn modelId="{D0574D96-C33E-4D89-A685-621ED5BC9888}" srcId="{5BB24B7C-7BFD-4AFE-9E99-2E00E595C917}" destId="{124EE8D1-1EDE-4179-9AB8-9C3ADB885479}" srcOrd="1" destOrd="0" parTransId="{4B0F280F-33C2-4B21-AE65-0F5460B3BDC0}" sibTransId="{1A3B0415-E6E0-4F80-BDA7-3947A4AE5D0A}"/>
    <dgm:cxn modelId="{0B21EEB3-9DEE-4168-B0B0-7EAB7DCEF69E}" srcId="{E3B64D84-1D20-4446-A421-B61DFF6DFE99}" destId="{E6FA684A-E54E-45C6-8AE2-B3A80F3A4975}" srcOrd="0" destOrd="0" parTransId="{DC8BBEE0-8654-49C6-8053-796015B197C2}" sibTransId="{694A13EA-7C3D-4DA1-B97E-3D6813271384}"/>
    <dgm:cxn modelId="{8AF89BBE-BCAC-458D-B108-D3977E5D5D4E}" srcId="{5F8674B8-19F6-4C48-9001-D2EF4E388C10}" destId="{3D52C19E-387F-4329-89A6-696699503BBA}" srcOrd="1" destOrd="0" parTransId="{20C0F35B-E3B8-4EF7-BD14-FA111929228A}" sibTransId="{A833D319-87AB-4A49-A3EF-B41EE0C0D43D}"/>
    <dgm:cxn modelId="{29D313C2-1516-46D8-A55F-4DE34D93BB8C}" srcId="{6FB6321A-F9EC-435A-B8CD-8390448270F7}" destId="{5F8674B8-19F6-4C48-9001-D2EF4E388C10}" srcOrd="2" destOrd="0" parTransId="{AA6AB57D-68EB-480B-B802-63B1DA282E45}" sibTransId="{CB33B4F8-9894-4D43-A3C3-7E78EE27BF65}"/>
    <dgm:cxn modelId="{308568CF-83E2-4EC2-B312-B82FDA5BB1AA}" type="presOf" srcId="{95B11B05-700C-4D39-91BD-0E5EB7F7F6D7}" destId="{B1FC1FFA-B6A4-42D2-9E78-74123B495D18}" srcOrd="0" destOrd="0" presId="urn:microsoft.com/office/officeart/2018/5/layout/CenteredIconLabelDescriptionList"/>
    <dgm:cxn modelId="{68066DE6-13FB-490A-9C3F-03BBE14E2193}" type="presOf" srcId="{E3B64D84-1D20-4446-A421-B61DFF6DFE99}" destId="{2C2EDCB2-EC67-47C4-A497-4119A563AEFB}" srcOrd="0" destOrd="0" presId="urn:microsoft.com/office/officeart/2018/5/layout/CenteredIconLabelDescriptionList"/>
    <dgm:cxn modelId="{B1B05596-E326-41AB-B145-0D7668B5DF9F}" type="presParOf" srcId="{AA7190E1-CF80-4F9F-9D78-8B5DEFE88050}" destId="{479AF992-FA2F-478C-8B53-3F1C00A645E0}" srcOrd="0" destOrd="0" presId="urn:microsoft.com/office/officeart/2018/5/layout/CenteredIconLabelDescriptionList"/>
    <dgm:cxn modelId="{A4C73EAC-1311-47BA-BDB6-D71864B5D7CB}" type="presParOf" srcId="{479AF992-FA2F-478C-8B53-3F1C00A645E0}" destId="{47F7358B-D1BE-435A-A19A-9BD3606223F4}" srcOrd="0" destOrd="0" presId="urn:microsoft.com/office/officeart/2018/5/layout/CenteredIconLabelDescriptionList"/>
    <dgm:cxn modelId="{692B6220-A7E5-43D0-A909-C576459906D7}" type="presParOf" srcId="{479AF992-FA2F-478C-8B53-3F1C00A645E0}" destId="{945CBEF3-3668-4BD4-A3ED-0E27E0674D79}" srcOrd="1" destOrd="0" presId="urn:microsoft.com/office/officeart/2018/5/layout/CenteredIconLabelDescriptionList"/>
    <dgm:cxn modelId="{9EA9F26E-56D4-4103-8DA0-5BE5222A41F0}" type="presParOf" srcId="{479AF992-FA2F-478C-8B53-3F1C00A645E0}" destId="{F80A6A72-C8F1-49FF-AB3A-F020CA099E9B}" srcOrd="2" destOrd="0" presId="urn:microsoft.com/office/officeart/2018/5/layout/CenteredIconLabelDescriptionList"/>
    <dgm:cxn modelId="{A0010FB3-0F7F-4467-BE36-F4D6D9CAE506}" type="presParOf" srcId="{479AF992-FA2F-478C-8B53-3F1C00A645E0}" destId="{403884B3-7761-42BB-8CE1-D9BD7EAC74D7}" srcOrd="3" destOrd="0" presId="urn:microsoft.com/office/officeart/2018/5/layout/CenteredIconLabelDescriptionList"/>
    <dgm:cxn modelId="{A6FF4AF8-2FE5-4FB3-A4FF-B2533330392D}" type="presParOf" srcId="{479AF992-FA2F-478C-8B53-3F1C00A645E0}" destId="{33647659-D7BF-4944-9B40-77B872BC3513}" srcOrd="4" destOrd="0" presId="urn:microsoft.com/office/officeart/2018/5/layout/CenteredIconLabelDescriptionList"/>
    <dgm:cxn modelId="{E21E3202-EF0D-44E4-ACCD-B3AB3C7E9C82}" type="presParOf" srcId="{AA7190E1-CF80-4F9F-9D78-8B5DEFE88050}" destId="{3ED2AF64-EC7B-429D-99E6-D83CC57368B0}" srcOrd="1" destOrd="0" presId="urn:microsoft.com/office/officeart/2018/5/layout/CenteredIconLabelDescriptionList"/>
    <dgm:cxn modelId="{25E13BA7-95DF-4A15-8C45-137C70AA51BA}" type="presParOf" srcId="{AA7190E1-CF80-4F9F-9D78-8B5DEFE88050}" destId="{10565A55-11A5-4F79-A0FF-85DC7D993199}" srcOrd="2" destOrd="0" presId="urn:microsoft.com/office/officeart/2018/5/layout/CenteredIconLabelDescriptionList"/>
    <dgm:cxn modelId="{0C6CB315-5048-47D9-AACB-6C5F34EF0BE6}" type="presParOf" srcId="{10565A55-11A5-4F79-A0FF-85DC7D993199}" destId="{5E383227-34B1-497A-9B75-2310E9138716}" srcOrd="0" destOrd="0" presId="urn:microsoft.com/office/officeart/2018/5/layout/CenteredIconLabelDescriptionList"/>
    <dgm:cxn modelId="{B165F4C3-48DC-4506-9864-762B9B1DA8D7}" type="presParOf" srcId="{10565A55-11A5-4F79-A0FF-85DC7D993199}" destId="{F5AF3ABD-324A-42DE-9136-300118C0063C}" srcOrd="1" destOrd="0" presId="urn:microsoft.com/office/officeart/2018/5/layout/CenteredIconLabelDescriptionList"/>
    <dgm:cxn modelId="{E26F06BF-901D-486A-8395-2FB29130E28B}" type="presParOf" srcId="{10565A55-11A5-4F79-A0FF-85DC7D993199}" destId="{2C2EDCB2-EC67-47C4-A497-4119A563AEFB}" srcOrd="2" destOrd="0" presId="urn:microsoft.com/office/officeart/2018/5/layout/CenteredIconLabelDescriptionList"/>
    <dgm:cxn modelId="{D6255F65-389E-45AE-B4D8-EF418BBC61B1}" type="presParOf" srcId="{10565A55-11A5-4F79-A0FF-85DC7D993199}" destId="{EB729243-B381-49A4-BE80-B78F1E1F0D83}" srcOrd="3" destOrd="0" presId="urn:microsoft.com/office/officeart/2018/5/layout/CenteredIconLabelDescriptionList"/>
    <dgm:cxn modelId="{331CCC8F-1474-43EE-8E3B-EB6C0C95146A}" type="presParOf" srcId="{10565A55-11A5-4F79-A0FF-85DC7D993199}" destId="{72107890-57F1-48A6-91A8-0DC0BAED5766}" srcOrd="4" destOrd="0" presId="urn:microsoft.com/office/officeart/2018/5/layout/CenteredIconLabelDescriptionList"/>
    <dgm:cxn modelId="{FA5FF930-9527-454B-97F0-853C587215F5}" type="presParOf" srcId="{AA7190E1-CF80-4F9F-9D78-8B5DEFE88050}" destId="{97CA783D-3096-460C-AF12-C2F8A64671B6}" srcOrd="3" destOrd="0" presId="urn:microsoft.com/office/officeart/2018/5/layout/CenteredIconLabelDescriptionList"/>
    <dgm:cxn modelId="{2874238E-4B0D-43E6-9652-68628CDF03DB}" type="presParOf" srcId="{AA7190E1-CF80-4F9F-9D78-8B5DEFE88050}" destId="{3CB6E085-FD11-4392-9676-E00275A47089}" srcOrd="4" destOrd="0" presId="urn:microsoft.com/office/officeart/2018/5/layout/CenteredIconLabelDescriptionList"/>
    <dgm:cxn modelId="{148778E0-BFD6-4F07-846C-B51669C48176}" type="presParOf" srcId="{3CB6E085-FD11-4392-9676-E00275A47089}" destId="{9B205700-11E7-4AA2-ACD8-D996C5495D9E}" srcOrd="0" destOrd="0" presId="urn:microsoft.com/office/officeart/2018/5/layout/CenteredIconLabelDescriptionList"/>
    <dgm:cxn modelId="{D83FC878-1E65-4D53-BD03-83C82844B62A}" type="presParOf" srcId="{3CB6E085-FD11-4392-9676-E00275A47089}" destId="{BF34A3F6-9496-43FE-A187-414F6FA7D114}" srcOrd="1" destOrd="0" presId="urn:microsoft.com/office/officeart/2018/5/layout/CenteredIconLabelDescriptionList"/>
    <dgm:cxn modelId="{E08C3E25-D951-4159-ACA2-19A9F00E0490}" type="presParOf" srcId="{3CB6E085-FD11-4392-9676-E00275A47089}" destId="{1393A761-E982-445E-864A-7270B0B2A447}" srcOrd="2" destOrd="0" presId="urn:microsoft.com/office/officeart/2018/5/layout/CenteredIconLabelDescriptionList"/>
    <dgm:cxn modelId="{BFDB0F03-84C4-4275-9280-4CAEBB5D9D7C}" type="presParOf" srcId="{3CB6E085-FD11-4392-9676-E00275A47089}" destId="{ED01B71A-075D-469F-AC60-06F06D737E43}" srcOrd="3" destOrd="0" presId="urn:microsoft.com/office/officeart/2018/5/layout/CenteredIconLabelDescriptionList"/>
    <dgm:cxn modelId="{8201FF96-049A-49D6-833C-7202949F7C9E}" type="presParOf" srcId="{3CB6E085-FD11-4392-9676-E00275A47089}" destId="{B1FC1FFA-B6A4-42D2-9E78-74123B495D1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6FB6321A-F9EC-435A-B8CD-8390448270F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tr-TR"/>
        </a:p>
      </dgm:t>
    </dgm:pt>
    <dgm:pt modelId="{3474FC11-438F-45C9-8880-64C6FFAD2D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Separate storage</a:t>
          </a:r>
        </a:p>
      </dgm:t>
    </dgm:pt>
    <dgm:pt modelId="{722567B8-D39D-4DB1-A840-A2EF242C5F4B}" type="parTrans" cxnId="{14F1AB12-CDC4-4C9E-BC95-EC2AA04D3699}">
      <dgm:prSet/>
      <dgm:spPr/>
      <dgm:t>
        <a:bodyPr/>
        <a:lstStyle/>
        <a:p>
          <a:endParaRPr lang="tr-TR"/>
        </a:p>
      </dgm:t>
    </dgm:pt>
    <dgm:pt modelId="{4F263C4C-7151-4CA6-98DA-79E5B9303D73}" type="sibTrans" cxnId="{14F1AB12-CDC4-4C9E-BC95-EC2AA04D3699}">
      <dgm:prSet/>
      <dgm:spPr/>
      <dgm:t>
        <a:bodyPr/>
        <a:lstStyle/>
        <a:p>
          <a:endParaRPr lang="tr-TR"/>
        </a:p>
      </dgm:t>
    </dgm:pt>
    <dgm:pt modelId="{9F975FEB-1AE3-4220-9DAA-6D9F9C558EA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Faster</a:t>
          </a:r>
          <a:r>
            <a:rPr lang="tr-TR" dirty="0"/>
            <a:t> Access:</a:t>
          </a:r>
        </a:p>
        <a:p>
          <a:pPr>
            <a:lnSpc>
              <a:spcPct val="100000"/>
            </a:lnSpc>
          </a:pPr>
          <a:r>
            <a:rPr lang="en-US" dirty="0"/>
            <a:t>facilitate indexing and</a:t>
          </a:r>
          <a:r>
            <a:rPr lang="tr-TR" dirty="0"/>
            <a:t> </a:t>
          </a:r>
        </a:p>
      </dgm:t>
    </dgm:pt>
    <dgm:pt modelId="{A19EA9CC-D84A-48CC-B6C3-72825DE8D974}" type="parTrans" cxnId="{3D3A6F17-8093-4E17-AF8F-715DE22225AC}">
      <dgm:prSet/>
      <dgm:spPr/>
      <dgm:t>
        <a:bodyPr/>
        <a:lstStyle/>
        <a:p>
          <a:endParaRPr lang="tr-TR"/>
        </a:p>
      </dgm:t>
    </dgm:pt>
    <dgm:pt modelId="{B493B8DD-411A-4736-9B5A-D17BF8685D00}" type="sibTrans" cxnId="{3D3A6F17-8093-4E17-AF8F-715DE22225AC}">
      <dgm:prSet/>
      <dgm:spPr/>
      <dgm:t>
        <a:bodyPr/>
        <a:lstStyle/>
        <a:p>
          <a:endParaRPr lang="tr-TR"/>
        </a:p>
      </dgm:t>
    </dgm:pt>
    <dgm:pt modelId="{1A2DDA89-C68E-4A68-9DBA-8B7389833C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faster retrieval of blocks from disk</a:t>
          </a:r>
          <a:endParaRPr lang="tr-TR" dirty="0"/>
        </a:p>
      </dgm:t>
    </dgm:pt>
    <dgm:pt modelId="{D0E12965-0EB8-425A-B3F1-E8ED87BA9F14}" type="parTrans" cxnId="{6465A531-3FDF-4A75-AC36-52B4F1A99A9D}">
      <dgm:prSet/>
      <dgm:spPr/>
      <dgm:t>
        <a:bodyPr/>
        <a:lstStyle/>
        <a:p>
          <a:endParaRPr lang="tr-TR"/>
        </a:p>
      </dgm:t>
    </dgm:pt>
    <dgm:pt modelId="{8D20603A-7EF1-42C9-9EB6-F400F89C195A}" type="sibTrans" cxnId="{6465A531-3FDF-4A75-AC36-52B4F1A99A9D}">
      <dgm:prSet/>
      <dgm:spPr/>
      <dgm:t>
        <a:bodyPr/>
        <a:lstStyle/>
        <a:p>
          <a:endParaRPr lang="tr-TR"/>
        </a:p>
      </dgm:t>
    </dgm:pt>
    <dgm:pt modelId="{44CF08D8-4669-409A-A36F-82D6FC7D68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Reason</a:t>
          </a:r>
          <a:endParaRPr lang="tr-TR" dirty="0"/>
        </a:p>
      </dgm:t>
    </dgm:pt>
    <dgm:pt modelId="{7F6F3DF9-D6B2-4C1A-A780-9C08EE1C9F8E}" type="parTrans" cxnId="{3C4517CA-95F4-40E0-978E-57B9B0E8384D}">
      <dgm:prSet/>
      <dgm:spPr/>
    </dgm:pt>
    <dgm:pt modelId="{17285F55-233A-4B3A-8D51-757A7586DF90}" type="sibTrans" cxnId="{3C4517CA-95F4-40E0-978E-57B9B0E8384D}">
      <dgm:prSet/>
      <dgm:spPr/>
    </dgm:pt>
    <dgm:pt modelId="{8AD899EE-6B1D-40A2-A790-D6373C11BD2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might be stored</a:t>
          </a:r>
          <a:endParaRPr lang="tr-TR" dirty="0"/>
        </a:p>
      </dgm:t>
    </dgm:pt>
    <dgm:pt modelId="{2A987720-4FEB-4394-B3B1-664970DBA650}" type="parTrans" cxnId="{BD17169A-F361-4B3D-81A5-1F8817C53CE1}">
      <dgm:prSet/>
      <dgm:spPr/>
      <dgm:t>
        <a:bodyPr/>
        <a:lstStyle/>
        <a:p>
          <a:endParaRPr lang="tr-TR"/>
        </a:p>
      </dgm:t>
    </dgm:pt>
    <dgm:pt modelId="{B9435C1F-CC88-41AF-9CEC-0AC25DCF1A36}" type="sibTrans" cxnId="{BD17169A-F361-4B3D-81A5-1F8817C53CE1}">
      <dgm:prSet/>
      <dgm:spPr/>
      <dgm:t>
        <a:bodyPr/>
        <a:lstStyle/>
        <a:p>
          <a:endParaRPr lang="tr-TR"/>
        </a:p>
      </dgm:t>
    </dgm:pt>
    <dgm:pt modelId="{7A8767BA-9227-422E-8BA8-82CE5915E60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 part of the </a:t>
          </a:r>
          <a:r>
            <a:rPr lang="en-US"/>
            <a:t>block’s metadata </a:t>
          </a:r>
          <a:endParaRPr lang="tr-TR" dirty="0"/>
        </a:p>
      </dgm:t>
    </dgm:pt>
    <dgm:pt modelId="{1DCA5F1C-9154-4AA2-AD83-F7234608D514}" type="parTrans" cxnId="{2FE4FEFA-6A01-474D-8390-7825B161F9B0}">
      <dgm:prSet/>
      <dgm:spPr/>
      <dgm:t>
        <a:bodyPr/>
        <a:lstStyle/>
        <a:p>
          <a:endParaRPr lang="tr-TR"/>
        </a:p>
      </dgm:t>
    </dgm:pt>
    <dgm:pt modelId="{73496891-79CB-4DEF-85DB-E7AD53DE7449}" type="sibTrans" cxnId="{2FE4FEFA-6A01-474D-8390-7825B161F9B0}">
      <dgm:prSet/>
      <dgm:spPr/>
      <dgm:t>
        <a:bodyPr/>
        <a:lstStyle/>
        <a:p>
          <a:endParaRPr lang="tr-TR"/>
        </a:p>
      </dgm:t>
    </dgm:pt>
    <dgm:pt modelId="{6A9BAB88-D092-4C05-99D9-29CD49CE61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</a:t>
          </a:r>
          <a:r>
            <a:rPr lang="en-US" dirty="0"/>
            <a:t>a separate database table </a:t>
          </a:r>
          <a:endParaRPr lang="tr-TR" dirty="0"/>
        </a:p>
      </dgm:t>
    </dgm:pt>
    <dgm:pt modelId="{FAF0D6FD-220B-4F34-92FE-D6E554F022BC}" type="parTrans" cxnId="{A83FD5AA-2267-4EFE-B7C5-DA51D3C7AAB0}">
      <dgm:prSet/>
      <dgm:spPr/>
    </dgm:pt>
    <dgm:pt modelId="{C9ACA06F-FDED-48D0-894F-5A0CAB7C3D17}" type="sibTrans" cxnId="{A83FD5AA-2267-4EFE-B7C5-DA51D3C7AAB0}">
      <dgm:prSet/>
      <dgm:spPr/>
    </dgm:pt>
    <dgm:pt modelId="{2D6E9421-2717-41F7-8B0F-536755AA46EC}" type="pres">
      <dgm:prSet presAssocID="{6FB6321A-F9EC-435A-B8CD-8390448270F7}" presName="root" presStyleCnt="0">
        <dgm:presLayoutVars>
          <dgm:dir/>
          <dgm:resizeHandles val="exact"/>
        </dgm:presLayoutVars>
      </dgm:prSet>
      <dgm:spPr/>
    </dgm:pt>
    <dgm:pt modelId="{F9B507F2-A879-4C13-973F-F98AF4BD3F3D}" type="pres">
      <dgm:prSet presAssocID="{3474FC11-438F-45C9-8880-64C6FFAD2D3B}" presName="compNode" presStyleCnt="0"/>
      <dgm:spPr/>
    </dgm:pt>
    <dgm:pt modelId="{CC691B54-705E-4E8C-BF0E-784DC2D1FED8}" type="pres">
      <dgm:prSet presAssocID="{3474FC11-438F-45C9-8880-64C6FFAD2D3B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AC1AA905-3C85-4DEF-9CAC-B5A300851F5F}" type="pres">
      <dgm:prSet presAssocID="{3474FC11-438F-45C9-8880-64C6FFAD2D3B}" presName="iconSpace" presStyleCnt="0"/>
      <dgm:spPr/>
    </dgm:pt>
    <dgm:pt modelId="{07C49062-7D24-4A7B-9DED-FFE13CE6E473}" type="pres">
      <dgm:prSet presAssocID="{3474FC11-438F-45C9-8880-64C6FFAD2D3B}" presName="parTx" presStyleLbl="revTx" presStyleIdx="0" presStyleCnt="4">
        <dgm:presLayoutVars>
          <dgm:chMax val="0"/>
          <dgm:chPref val="0"/>
        </dgm:presLayoutVars>
      </dgm:prSet>
      <dgm:spPr/>
    </dgm:pt>
    <dgm:pt modelId="{DFBE6F03-2B3D-48B6-AE3D-2E4FADF8C812}" type="pres">
      <dgm:prSet presAssocID="{3474FC11-438F-45C9-8880-64C6FFAD2D3B}" presName="txSpace" presStyleCnt="0"/>
      <dgm:spPr/>
    </dgm:pt>
    <dgm:pt modelId="{F2A9A49F-E328-456E-B228-8FEC91658264}" type="pres">
      <dgm:prSet presAssocID="{3474FC11-438F-45C9-8880-64C6FFAD2D3B}" presName="desTx" presStyleLbl="revTx" presStyleIdx="1" presStyleCnt="4">
        <dgm:presLayoutVars/>
      </dgm:prSet>
      <dgm:spPr/>
    </dgm:pt>
    <dgm:pt modelId="{89975348-11AD-49EA-A5F7-9809C1E6CE9B}" type="pres">
      <dgm:prSet presAssocID="{4F263C4C-7151-4CA6-98DA-79E5B9303D73}" presName="sibTrans" presStyleCnt="0"/>
      <dgm:spPr/>
    </dgm:pt>
    <dgm:pt modelId="{24BD0D31-6889-45A5-B98F-1CDFDBED2860}" type="pres">
      <dgm:prSet presAssocID="{44CF08D8-4669-409A-A36F-82D6FC7D6825}" presName="compNode" presStyleCnt="0"/>
      <dgm:spPr/>
    </dgm:pt>
    <dgm:pt modelId="{229CC9C1-0BFF-4169-B9F9-CE83CF8D3B38}" type="pres">
      <dgm:prSet presAssocID="{44CF08D8-4669-409A-A36F-82D6FC7D6825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k"/>
        </a:ext>
      </dgm:extLst>
    </dgm:pt>
    <dgm:pt modelId="{DDF9528D-2DAD-4885-AE75-B4E3C0A178E1}" type="pres">
      <dgm:prSet presAssocID="{44CF08D8-4669-409A-A36F-82D6FC7D6825}" presName="iconSpace" presStyleCnt="0"/>
      <dgm:spPr/>
    </dgm:pt>
    <dgm:pt modelId="{7EC4AB5D-76CC-40C3-8AF3-19FD4E7FC9DD}" type="pres">
      <dgm:prSet presAssocID="{44CF08D8-4669-409A-A36F-82D6FC7D6825}" presName="parTx" presStyleLbl="revTx" presStyleIdx="2" presStyleCnt="4">
        <dgm:presLayoutVars>
          <dgm:chMax val="0"/>
          <dgm:chPref val="0"/>
        </dgm:presLayoutVars>
      </dgm:prSet>
      <dgm:spPr/>
    </dgm:pt>
    <dgm:pt modelId="{08571034-2A7B-4F7B-A06E-9FC8496AD962}" type="pres">
      <dgm:prSet presAssocID="{44CF08D8-4669-409A-A36F-82D6FC7D6825}" presName="txSpace" presStyleCnt="0"/>
      <dgm:spPr/>
    </dgm:pt>
    <dgm:pt modelId="{5ACC61A8-A83A-4846-B72A-D2E246308EC0}" type="pres">
      <dgm:prSet presAssocID="{44CF08D8-4669-409A-A36F-82D6FC7D6825}" presName="desTx" presStyleLbl="revTx" presStyleIdx="3" presStyleCnt="4">
        <dgm:presLayoutVars/>
      </dgm:prSet>
      <dgm:spPr/>
    </dgm:pt>
  </dgm:ptLst>
  <dgm:cxnLst>
    <dgm:cxn modelId="{24681C04-C9BD-4CE4-99A1-442D241ABCDE}" type="presOf" srcId="{7A8767BA-9227-422E-8BA8-82CE5915E606}" destId="{F2A9A49F-E328-456E-B228-8FEC91658264}" srcOrd="0" destOrd="2" presId="urn:microsoft.com/office/officeart/2018/5/layout/CenteredIconLabelDescriptionList"/>
    <dgm:cxn modelId="{F5C3ED06-22B6-45D2-B9DE-B947775A6FAA}" type="presOf" srcId="{9F975FEB-1AE3-4220-9DAA-6D9F9C558EA8}" destId="{5ACC61A8-A83A-4846-B72A-D2E246308EC0}" srcOrd="0" destOrd="0" presId="urn:microsoft.com/office/officeart/2018/5/layout/CenteredIconLabelDescriptionList"/>
    <dgm:cxn modelId="{14F1AB12-CDC4-4C9E-BC95-EC2AA04D3699}" srcId="{6FB6321A-F9EC-435A-B8CD-8390448270F7}" destId="{3474FC11-438F-45C9-8880-64C6FFAD2D3B}" srcOrd="0" destOrd="0" parTransId="{722567B8-D39D-4DB1-A840-A2EF242C5F4B}" sibTransId="{4F263C4C-7151-4CA6-98DA-79E5B9303D73}"/>
    <dgm:cxn modelId="{3D3A6F17-8093-4E17-AF8F-715DE22225AC}" srcId="{44CF08D8-4669-409A-A36F-82D6FC7D6825}" destId="{9F975FEB-1AE3-4220-9DAA-6D9F9C558EA8}" srcOrd="0" destOrd="0" parTransId="{A19EA9CC-D84A-48CC-B6C3-72825DE8D974}" sibTransId="{B493B8DD-411A-4736-9B5A-D17BF8685D00}"/>
    <dgm:cxn modelId="{6465A531-3FDF-4A75-AC36-52B4F1A99A9D}" srcId="{44CF08D8-4669-409A-A36F-82D6FC7D6825}" destId="{1A2DDA89-C68E-4A68-9DBA-8B7389833CAD}" srcOrd="1" destOrd="0" parTransId="{D0E12965-0EB8-425A-B3F1-E8ED87BA9F14}" sibTransId="{8D20603A-7EF1-42C9-9EB6-F400F89C195A}"/>
    <dgm:cxn modelId="{C05E9035-7679-4D69-B59B-DECBD7A4ADFB}" type="presOf" srcId="{1A2DDA89-C68E-4A68-9DBA-8B7389833CAD}" destId="{5ACC61A8-A83A-4846-B72A-D2E246308EC0}" srcOrd="0" destOrd="1" presId="urn:microsoft.com/office/officeart/2018/5/layout/CenteredIconLabelDescriptionList"/>
    <dgm:cxn modelId="{7269237A-A3BD-4995-8644-2BEB84352A84}" type="presOf" srcId="{8AD899EE-6B1D-40A2-A790-D6373C11BD2C}" destId="{F2A9A49F-E328-456E-B228-8FEC91658264}" srcOrd="0" destOrd="0" presId="urn:microsoft.com/office/officeart/2018/5/layout/CenteredIconLabelDescriptionList"/>
    <dgm:cxn modelId="{956EB48B-0BAF-42E6-B328-451C266D9F57}" type="presOf" srcId="{6A9BAB88-D092-4C05-99D9-29CD49CE6100}" destId="{F2A9A49F-E328-456E-B228-8FEC91658264}" srcOrd="0" destOrd="1" presId="urn:microsoft.com/office/officeart/2018/5/layout/CenteredIconLabelDescriptionList"/>
    <dgm:cxn modelId="{BD17169A-F361-4B3D-81A5-1F8817C53CE1}" srcId="{3474FC11-438F-45C9-8880-64C6FFAD2D3B}" destId="{8AD899EE-6B1D-40A2-A790-D6373C11BD2C}" srcOrd="0" destOrd="0" parTransId="{2A987720-4FEB-4394-B3B1-664970DBA650}" sibTransId="{B9435C1F-CC88-41AF-9CEC-0AC25DCF1A36}"/>
    <dgm:cxn modelId="{A83FD5AA-2267-4EFE-B7C5-DA51D3C7AAB0}" srcId="{3474FC11-438F-45C9-8880-64C6FFAD2D3B}" destId="{6A9BAB88-D092-4C05-99D9-29CD49CE6100}" srcOrd="1" destOrd="0" parTransId="{FAF0D6FD-220B-4F34-92FE-D6E554F022BC}" sibTransId="{C9ACA06F-FDED-48D0-894F-5A0CAB7C3D17}"/>
    <dgm:cxn modelId="{F0A0FCC9-E65A-401C-ADBC-1A79497206A2}" type="presOf" srcId="{44CF08D8-4669-409A-A36F-82D6FC7D6825}" destId="{7EC4AB5D-76CC-40C3-8AF3-19FD4E7FC9DD}" srcOrd="0" destOrd="0" presId="urn:microsoft.com/office/officeart/2018/5/layout/CenteredIconLabelDescriptionList"/>
    <dgm:cxn modelId="{3C4517CA-95F4-40E0-978E-57B9B0E8384D}" srcId="{6FB6321A-F9EC-435A-B8CD-8390448270F7}" destId="{44CF08D8-4669-409A-A36F-82D6FC7D6825}" srcOrd="1" destOrd="0" parTransId="{7F6F3DF9-D6B2-4C1A-A780-9C08EE1C9F8E}" sibTransId="{17285F55-233A-4B3A-8D51-757A7586DF90}"/>
    <dgm:cxn modelId="{E7D02DF2-5FF0-4A20-93BD-013342EA6A3A}" type="presOf" srcId="{3474FC11-438F-45C9-8880-64C6FFAD2D3B}" destId="{07C49062-7D24-4A7B-9DED-FFE13CE6E473}" srcOrd="0" destOrd="0" presId="urn:microsoft.com/office/officeart/2018/5/layout/CenteredIconLabelDescriptionList"/>
    <dgm:cxn modelId="{53EFECF4-F2EE-4852-95ED-FE6B1EC0270C}" type="presOf" srcId="{6FB6321A-F9EC-435A-B8CD-8390448270F7}" destId="{2D6E9421-2717-41F7-8B0F-536755AA46EC}" srcOrd="0" destOrd="0" presId="urn:microsoft.com/office/officeart/2018/5/layout/CenteredIconLabelDescriptionList"/>
    <dgm:cxn modelId="{2FE4FEFA-6A01-474D-8390-7825B161F9B0}" srcId="{3474FC11-438F-45C9-8880-64C6FFAD2D3B}" destId="{7A8767BA-9227-422E-8BA8-82CE5915E606}" srcOrd="2" destOrd="0" parTransId="{1DCA5F1C-9154-4AA2-AD83-F7234608D514}" sibTransId="{73496891-79CB-4DEF-85DB-E7AD53DE7449}"/>
    <dgm:cxn modelId="{E6084381-BC18-4527-A4C5-C6D84F320D10}" type="presParOf" srcId="{2D6E9421-2717-41F7-8B0F-536755AA46EC}" destId="{F9B507F2-A879-4C13-973F-F98AF4BD3F3D}" srcOrd="0" destOrd="0" presId="urn:microsoft.com/office/officeart/2018/5/layout/CenteredIconLabelDescriptionList"/>
    <dgm:cxn modelId="{3C4C9EEC-191D-4DCE-BB1B-AAB46F644201}" type="presParOf" srcId="{F9B507F2-A879-4C13-973F-F98AF4BD3F3D}" destId="{CC691B54-705E-4E8C-BF0E-784DC2D1FED8}" srcOrd="0" destOrd="0" presId="urn:microsoft.com/office/officeart/2018/5/layout/CenteredIconLabelDescriptionList"/>
    <dgm:cxn modelId="{329A1560-C6F3-4A65-ABF7-563F4AB473EA}" type="presParOf" srcId="{F9B507F2-A879-4C13-973F-F98AF4BD3F3D}" destId="{AC1AA905-3C85-4DEF-9CAC-B5A300851F5F}" srcOrd="1" destOrd="0" presId="urn:microsoft.com/office/officeart/2018/5/layout/CenteredIconLabelDescriptionList"/>
    <dgm:cxn modelId="{6B9003AC-C626-40EC-A078-BB7A6C726767}" type="presParOf" srcId="{F9B507F2-A879-4C13-973F-F98AF4BD3F3D}" destId="{07C49062-7D24-4A7B-9DED-FFE13CE6E473}" srcOrd="2" destOrd="0" presId="urn:microsoft.com/office/officeart/2018/5/layout/CenteredIconLabelDescriptionList"/>
    <dgm:cxn modelId="{A9F8DE84-A5B7-4C40-9244-A445A4C51018}" type="presParOf" srcId="{F9B507F2-A879-4C13-973F-F98AF4BD3F3D}" destId="{DFBE6F03-2B3D-48B6-AE3D-2E4FADF8C812}" srcOrd="3" destOrd="0" presId="urn:microsoft.com/office/officeart/2018/5/layout/CenteredIconLabelDescriptionList"/>
    <dgm:cxn modelId="{8E717F77-D67A-423D-9EC1-742E288CD51C}" type="presParOf" srcId="{F9B507F2-A879-4C13-973F-F98AF4BD3F3D}" destId="{F2A9A49F-E328-456E-B228-8FEC91658264}" srcOrd="4" destOrd="0" presId="urn:microsoft.com/office/officeart/2018/5/layout/CenteredIconLabelDescriptionList"/>
    <dgm:cxn modelId="{3D0C322C-A81D-4839-81BC-0AAED4963F87}" type="presParOf" srcId="{2D6E9421-2717-41F7-8B0F-536755AA46EC}" destId="{89975348-11AD-49EA-A5F7-9809C1E6CE9B}" srcOrd="1" destOrd="0" presId="urn:microsoft.com/office/officeart/2018/5/layout/CenteredIconLabelDescriptionList"/>
    <dgm:cxn modelId="{9409DEB0-816A-4689-88D2-3CE5C66C067D}" type="presParOf" srcId="{2D6E9421-2717-41F7-8B0F-536755AA46EC}" destId="{24BD0D31-6889-45A5-B98F-1CDFDBED2860}" srcOrd="2" destOrd="0" presId="urn:microsoft.com/office/officeart/2018/5/layout/CenteredIconLabelDescriptionList"/>
    <dgm:cxn modelId="{5699214D-ECD4-4A2E-BBD4-3314555D853B}" type="presParOf" srcId="{24BD0D31-6889-45A5-B98F-1CDFDBED2860}" destId="{229CC9C1-0BFF-4169-B9F9-CE83CF8D3B38}" srcOrd="0" destOrd="0" presId="urn:microsoft.com/office/officeart/2018/5/layout/CenteredIconLabelDescriptionList"/>
    <dgm:cxn modelId="{C318A81F-3555-47FF-9CAD-0D0138BB4CAB}" type="presParOf" srcId="{24BD0D31-6889-45A5-B98F-1CDFDBED2860}" destId="{DDF9528D-2DAD-4885-AE75-B4E3C0A178E1}" srcOrd="1" destOrd="0" presId="urn:microsoft.com/office/officeart/2018/5/layout/CenteredIconLabelDescriptionList"/>
    <dgm:cxn modelId="{C3EF8C89-352E-4666-AE64-125BCDC6010F}" type="presParOf" srcId="{24BD0D31-6889-45A5-B98F-1CDFDBED2860}" destId="{7EC4AB5D-76CC-40C3-8AF3-19FD4E7FC9DD}" srcOrd="2" destOrd="0" presId="urn:microsoft.com/office/officeart/2018/5/layout/CenteredIconLabelDescriptionList"/>
    <dgm:cxn modelId="{86DE87BE-8447-4F41-9F53-751F859D1B10}" type="presParOf" srcId="{24BD0D31-6889-45A5-B98F-1CDFDBED2860}" destId="{08571034-2A7B-4F7B-A06E-9FC8496AD962}" srcOrd="3" destOrd="0" presId="urn:microsoft.com/office/officeart/2018/5/layout/CenteredIconLabelDescriptionList"/>
    <dgm:cxn modelId="{3CB821AF-D0AB-4203-9240-E5B8770384B7}" type="presParOf" srcId="{24BD0D31-6889-45A5-B98F-1CDFDBED2860}" destId="{5ACC61A8-A83A-4846-B72A-D2E246308EC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7A0C09C4-39A5-48E2-96E9-90EC4CC80A5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C8ED2024-E7EA-4FDE-82BD-741CE0C92D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Block Height</a:t>
          </a:r>
        </a:p>
      </dgm:t>
    </dgm:pt>
    <dgm:pt modelId="{E140E736-1166-40CE-AB55-5EED144C339A}" type="parTrans" cxnId="{342FC173-D038-4A52-A10B-9E9F64088E1F}">
      <dgm:prSet/>
      <dgm:spPr/>
      <dgm:t>
        <a:bodyPr/>
        <a:lstStyle/>
        <a:p>
          <a:endParaRPr lang="tr-TR"/>
        </a:p>
      </dgm:t>
    </dgm:pt>
    <dgm:pt modelId="{BE5C86C9-29D5-4DD9-A45C-220797031849}" type="sibTrans" cxnId="{342FC173-D038-4A52-A10B-9E9F64088E1F}">
      <dgm:prSet/>
      <dgm:spPr/>
      <dgm:t>
        <a:bodyPr/>
        <a:lstStyle/>
        <a:p>
          <a:endParaRPr lang="tr-TR"/>
        </a:p>
      </dgm:t>
    </dgm:pt>
    <dgm:pt modelId="{F963B7D1-2384-4976-8C0B-4469C54637E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# of blocks since January 2009</a:t>
          </a:r>
        </a:p>
      </dgm:t>
    </dgm:pt>
    <dgm:pt modelId="{6895BF73-22E4-46F3-B89F-95BCD8073D99}" type="parTrans" cxnId="{1DD65B66-A329-4A51-9DC9-E4D618F208B7}">
      <dgm:prSet/>
      <dgm:spPr/>
      <dgm:t>
        <a:bodyPr/>
        <a:lstStyle/>
        <a:p>
          <a:endParaRPr lang="tr-TR"/>
        </a:p>
      </dgm:t>
    </dgm:pt>
    <dgm:pt modelId="{556CE7E8-8062-4472-B79E-EEFDDA17CC1D}" type="sibTrans" cxnId="{1DD65B66-A329-4A51-9DC9-E4D618F208B7}">
      <dgm:prSet/>
      <dgm:spPr/>
      <dgm:t>
        <a:bodyPr/>
        <a:lstStyle/>
        <a:p>
          <a:endParaRPr lang="tr-TR"/>
        </a:p>
      </dgm:t>
    </dgm:pt>
    <dgm:pt modelId="{E9234EF2-617A-4560-8868-49B20C3B11A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height 0 </a:t>
          </a:r>
          <a:endParaRPr lang="tr-TR"/>
        </a:p>
      </dgm:t>
    </dgm:pt>
    <dgm:pt modelId="{32EF6B9B-3DDF-4250-9A99-F0E0A7194703}" type="parTrans" cxnId="{8F42CDE3-BDA2-4C7E-A9F9-DDC14985A927}">
      <dgm:prSet/>
      <dgm:spPr/>
      <dgm:t>
        <a:bodyPr/>
        <a:lstStyle/>
        <a:p>
          <a:endParaRPr lang="tr-TR"/>
        </a:p>
      </dgm:t>
    </dgm:pt>
    <dgm:pt modelId="{AEAAA350-2C2C-420E-8F92-CBE6D9E9AF67}" type="sibTrans" cxnId="{8F42CDE3-BDA2-4C7E-A9F9-DDC14985A927}">
      <dgm:prSet/>
      <dgm:spPr/>
      <dgm:t>
        <a:bodyPr/>
        <a:lstStyle/>
        <a:p>
          <a:endParaRPr lang="tr-TR"/>
        </a:p>
      </dgm:t>
    </dgm:pt>
    <dgm:pt modelId="{3EE20163-2984-435D-827E-0AF47998C3B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first block ever created is</a:t>
          </a:r>
          <a:endParaRPr lang="tr-TR" dirty="0"/>
        </a:p>
      </dgm:t>
    </dgm:pt>
    <dgm:pt modelId="{84FAAF62-8D9E-46CE-8C74-76FA1201A3B2}" type="parTrans" cxnId="{2DF5C778-F108-4022-82FA-EDECEDB20256}">
      <dgm:prSet/>
      <dgm:spPr/>
      <dgm:t>
        <a:bodyPr/>
        <a:lstStyle/>
        <a:p>
          <a:endParaRPr lang="tr-TR"/>
        </a:p>
      </dgm:t>
    </dgm:pt>
    <dgm:pt modelId="{5082C7EE-BE1B-4BFB-8865-EAD26209E6C4}" type="sibTrans" cxnId="{2DF5C778-F108-4022-82FA-EDECEDB20256}">
      <dgm:prSet/>
      <dgm:spPr/>
      <dgm:t>
        <a:bodyPr/>
        <a:lstStyle/>
        <a:p>
          <a:endParaRPr lang="tr-TR"/>
        </a:p>
      </dgm:t>
    </dgm:pt>
    <dgm:pt modelId="{8F37127B-AC37-4638-AE96-4ADC280D7B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one position higher</a:t>
          </a:r>
        </a:p>
      </dgm:t>
    </dgm:pt>
    <dgm:pt modelId="{29AA78C8-D99D-48C8-9570-C9D56B899941}" type="parTrans" cxnId="{7369C8ED-9F7E-4F4D-99CB-E0F39D952279}">
      <dgm:prSet/>
      <dgm:spPr/>
      <dgm:t>
        <a:bodyPr/>
        <a:lstStyle/>
        <a:p>
          <a:endParaRPr lang="tr-TR"/>
        </a:p>
      </dgm:t>
    </dgm:pt>
    <dgm:pt modelId="{D16C8277-E225-4B37-ADEC-A754080A097C}" type="sibTrans" cxnId="{7369C8ED-9F7E-4F4D-99CB-E0F39D952279}">
      <dgm:prSet/>
      <dgm:spPr/>
      <dgm:t>
        <a:bodyPr/>
        <a:lstStyle/>
        <a:p>
          <a:endParaRPr lang="tr-TR"/>
        </a:p>
      </dgm:t>
    </dgm:pt>
    <dgm:pt modelId="{415C83D7-B58F-4BAF-86AF-AB7D16729F1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subsequent block</a:t>
          </a:r>
        </a:p>
      </dgm:t>
    </dgm:pt>
    <dgm:pt modelId="{A6386C22-707C-483B-B640-86E927AEE522}" type="parTrans" cxnId="{B7F1B12F-302C-4454-BC0E-4BF3996CF283}">
      <dgm:prSet/>
      <dgm:spPr/>
      <dgm:t>
        <a:bodyPr/>
        <a:lstStyle/>
        <a:p>
          <a:endParaRPr lang="tr-TR"/>
        </a:p>
      </dgm:t>
    </dgm:pt>
    <dgm:pt modelId="{6077C7CE-D422-4427-9501-FF7D0FD04AC1}" type="sibTrans" cxnId="{B7F1B12F-302C-4454-BC0E-4BF3996CF283}">
      <dgm:prSet/>
      <dgm:spPr/>
      <dgm:t>
        <a:bodyPr/>
        <a:lstStyle/>
        <a:p>
          <a:endParaRPr lang="tr-TR"/>
        </a:p>
      </dgm:t>
    </dgm:pt>
    <dgm:pt modelId="{25C98FC1-F76A-4ED7-A8A0-DA995B5A84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at </a:t>
          </a:r>
          <a:r>
            <a:rPr lang="en-US" dirty="0"/>
            <a:t>block height 0 (zero)</a:t>
          </a:r>
          <a:endParaRPr lang="tr-TR" dirty="0"/>
        </a:p>
      </dgm:t>
    </dgm:pt>
    <dgm:pt modelId="{BEB0210B-7F3F-4F66-8DC5-94879C389A15}" type="parTrans" cxnId="{423B7464-DDCC-4458-A865-8A9BF50F0CD3}">
      <dgm:prSet/>
      <dgm:spPr/>
      <dgm:t>
        <a:bodyPr/>
        <a:lstStyle/>
        <a:p>
          <a:endParaRPr lang="tr-TR"/>
        </a:p>
      </dgm:t>
    </dgm:pt>
    <dgm:pt modelId="{14EFEF13-6BEB-4FDB-98FB-AACEB9C7962B}" type="sibTrans" cxnId="{423B7464-DDCC-4458-A865-8A9BF50F0CD3}">
      <dgm:prSet/>
      <dgm:spPr/>
      <dgm:t>
        <a:bodyPr/>
        <a:lstStyle/>
        <a:p>
          <a:endParaRPr lang="tr-TR"/>
        </a:p>
      </dgm:t>
    </dgm:pt>
    <dgm:pt modelId="{596958C0-FCB5-4CA4-820F-0321441FFD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added “on top” of </a:t>
          </a:r>
          <a:r>
            <a:rPr lang="tr-TR" dirty="0"/>
            <a:t>the</a:t>
          </a:r>
          <a:r>
            <a:rPr lang="en-US" dirty="0"/>
            <a:t> first block </a:t>
          </a:r>
          <a:endParaRPr lang="tr-TR" dirty="0"/>
        </a:p>
      </dgm:t>
    </dgm:pt>
    <dgm:pt modelId="{19FFC6AA-374A-4C45-99AE-9618482FB5FF}" type="parTrans" cxnId="{E8DFD942-8BDE-4AF6-8EB6-A62381338F6B}">
      <dgm:prSet/>
      <dgm:spPr/>
      <dgm:t>
        <a:bodyPr/>
        <a:lstStyle/>
        <a:p>
          <a:endParaRPr lang="tr-TR"/>
        </a:p>
      </dgm:t>
    </dgm:pt>
    <dgm:pt modelId="{F07DDF17-7355-412F-AFFA-B27459D8FE19}" type="sibTrans" cxnId="{E8DFD942-8BDE-4AF6-8EB6-A62381338F6B}">
      <dgm:prSet/>
      <dgm:spPr/>
      <dgm:t>
        <a:bodyPr/>
        <a:lstStyle/>
        <a:p>
          <a:endParaRPr lang="tr-TR"/>
        </a:p>
      </dgm:t>
    </dgm:pt>
    <dgm:pt modelId="{881D4897-6E2F-41C0-A245-1F242CDC4708}" type="pres">
      <dgm:prSet presAssocID="{7A0C09C4-39A5-48E2-96E9-90EC4CC80A50}" presName="root" presStyleCnt="0">
        <dgm:presLayoutVars>
          <dgm:dir/>
          <dgm:resizeHandles val="exact"/>
        </dgm:presLayoutVars>
      </dgm:prSet>
      <dgm:spPr/>
    </dgm:pt>
    <dgm:pt modelId="{01EFA7F4-4A7F-4C5E-8688-7C3F2FE03767}" type="pres">
      <dgm:prSet presAssocID="{C8ED2024-E7EA-4FDE-82BD-741CE0C92D87}" presName="compNode" presStyleCnt="0"/>
      <dgm:spPr/>
    </dgm:pt>
    <dgm:pt modelId="{B2F59568-F969-4EBE-BF0B-689D21415411}" type="pres">
      <dgm:prSet presAssocID="{C8ED2024-E7EA-4FDE-82BD-741CE0C92D87}" presName="iconRect" presStyleLbl="node1" presStyleIdx="0" presStyleCnt="3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op Sign"/>
        </a:ext>
      </dgm:extLst>
    </dgm:pt>
    <dgm:pt modelId="{66584A2C-8585-4728-8DA7-0F20EE011968}" type="pres">
      <dgm:prSet presAssocID="{C8ED2024-E7EA-4FDE-82BD-741CE0C92D87}" presName="iconSpace" presStyleCnt="0"/>
      <dgm:spPr/>
    </dgm:pt>
    <dgm:pt modelId="{6B0A96B8-D6D9-42C9-B8B3-EAE87B626EFC}" type="pres">
      <dgm:prSet presAssocID="{C8ED2024-E7EA-4FDE-82BD-741CE0C92D87}" presName="parTx" presStyleLbl="revTx" presStyleIdx="0" presStyleCnt="6">
        <dgm:presLayoutVars>
          <dgm:chMax val="0"/>
          <dgm:chPref val="0"/>
        </dgm:presLayoutVars>
      </dgm:prSet>
      <dgm:spPr/>
    </dgm:pt>
    <dgm:pt modelId="{779E0B83-7D0C-4E8D-99F4-3343C4625E61}" type="pres">
      <dgm:prSet presAssocID="{C8ED2024-E7EA-4FDE-82BD-741CE0C92D87}" presName="txSpace" presStyleCnt="0"/>
      <dgm:spPr/>
    </dgm:pt>
    <dgm:pt modelId="{980A0057-368C-49D8-870C-FA9BD303B3A7}" type="pres">
      <dgm:prSet presAssocID="{C8ED2024-E7EA-4FDE-82BD-741CE0C92D87}" presName="desTx" presStyleLbl="revTx" presStyleIdx="1" presStyleCnt="6">
        <dgm:presLayoutVars/>
      </dgm:prSet>
      <dgm:spPr/>
    </dgm:pt>
    <dgm:pt modelId="{A98B4567-284B-4A82-A492-726179725FC2}" type="pres">
      <dgm:prSet presAssocID="{BE5C86C9-29D5-4DD9-A45C-220797031849}" presName="sibTrans" presStyleCnt="0"/>
      <dgm:spPr/>
    </dgm:pt>
    <dgm:pt modelId="{747A7082-D9C0-4E28-9F5D-1E781F410D54}" type="pres">
      <dgm:prSet presAssocID="{E9234EF2-617A-4560-8868-49B20C3B11A8}" presName="compNode" presStyleCnt="0"/>
      <dgm:spPr/>
    </dgm:pt>
    <dgm:pt modelId="{8EC82287-D46D-4038-8D98-38C3EB14017B}" type="pres">
      <dgm:prSet presAssocID="{E9234EF2-617A-4560-8868-49B20C3B11A8}" presName="iconRect" presStyleLbl="node1" presStyleIdx="1" presStyleCnt="3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ximize"/>
        </a:ext>
      </dgm:extLst>
    </dgm:pt>
    <dgm:pt modelId="{C534623F-5CEC-4CCC-8B22-0ECF56210EF4}" type="pres">
      <dgm:prSet presAssocID="{E9234EF2-617A-4560-8868-49B20C3B11A8}" presName="iconSpace" presStyleCnt="0"/>
      <dgm:spPr/>
    </dgm:pt>
    <dgm:pt modelId="{6ED40D96-090D-4A15-9C18-4291A1208E34}" type="pres">
      <dgm:prSet presAssocID="{E9234EF2-617A-4560-8868-49B20C3B11A8}" presName="parTx" presStyleLbl="revTx" presStyleIdx="2" presStyleCnt="6">
        <dgm:presLayoutVars>
          <dgm:chMax val="0"/>
          <dgm:chPref val="0"/>
        </dgm:presLayoutVars>
      </dgm:prSet>
      <dgm:spPr/>
    </dgm:pt>
    <dgm:pt modelId="{D7F35787-A79A-4CD6-A132-841713A83978}" type="pres">
      <dgm:prSet presAssocID="{E9234EF2-617A-4560-8868-49B20C3B11A8}" presName="txSpace" presStyleCnt="0"/>
      <dgm:spPr/>
    </dgm:pt>
    <dgm:pt modelId="{62EF4204-0F3A-42E6-AF37-17F20D5D98F4}" type="pres">
      <dgm:prSet presAssocID="{E9234EF2-617A-4560-8868-49B20C3B11A8}" presName="desTx" presStyleLbl="revTx" presStyleIdx="3" presStyleCnt="6">
        <dgm:presLayoutVars/>
      </dgm:prSet>
      <dgm:spPr/>
    </dgm:pt>
    <dgm:pt modelId="{366336D0-27B2-49D6-A0C3-4432AA1E8393}" type="pres">
      <dgm:prSet presAssocID="{AEAAA350-2C2C-420E-8F92-CBE6D9E9AF67}" presName="sibTrans" presStyleCnt="0"/>
      <dgm:spPr/>
    </dgm:pt>
    <dgm:pt modelId="{3BBCDF00-A532-415A-B5DA-A0B9DD4E0054}" type="pres">
      <dgm:prSet presAssocID="{8F37127B-AC37-4638-AE96-4ADC280D7B8F}" presName="compNode" presStyleCnt="0"/>
      <dgm:spPr/>
    </dgm:pt>
    <dgm:pt modelId="{235F5C52-0238-4778-8A9C-FC87C8214E8E}" type="pres">
      <dgm:prSet presAssocID="{8F37127B-AC37-4638-AE96-4ADC280D7B8F}" presName="iconRect" presStyleLbl="node1" presStyleIdx="2" presStyleCnt="3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ower"/>
        </a:ext>
      </dgm:extLst>
    </dgm:pt>
    <dgm:pt modelId="{212A5A50-D052-43A2-B73D-087C47C32E63}" type="pres">
      <dgm:prSet presAssocID="{8F37127B-AC37-4638-AE96-4ADC280D7B8F}" presName="iconSpace" presStyleCnt="0"/>
      <dgm:spPr/>
    </dgm:pt>
    <dgm:pt modelId="{EDACCEFC-F88F-4927-823D-8B619ECD83E3}" type="pres">
      <dgm:prSet presAssocID="{8F37127B-AC37-4638-AE96-4ADC280D7B8F}" presName="parTx" presStyleLbl="revTx" presStyleIdx="4" presStyleCnt="6">
        <dgm:presLayoutVars>
          <dgm:chMax val="0"/>
          <dgm:chPref val="0"/>
        </dgm:presLayoutVars>
      </dgm:prSet>
      <dgm:spPr/>
    </dgm:pt>
    <dgm:pt modelId="{5EDAA4AC-7E93-4D2A-A5D4-333665293518}" type="pres">
      <dgm:prSet presAssocID="{8F37127B-AC37-4638-AE96-4ADC280D7B8F}" presName="txSpace" presStyleCnt="0"/>
      <dgm:spPr/>
    </dgm:pt>
    <dgm:pt modelId="{830348A9-C20B-4BBC-AE3D-7DACCB50F0B1}" type="pres">
      <dgm:prSet presAssocID="{8F37127B-AC37-4638-AE96-4ADC280D7B8F}" presName="desTx" presStyleLbl="revTx" presStyleIdx="5" presStyleCnt="6">
        <dgm:presLayoutVars/>
      </dgm:prSet>
      <dgm:spPr/>
    </dgm:pt>
  </dgm:ptLst>
  <dgm:cxnLst>
    <dgm:cxn modelId="{F39BBD02-32BE-44C0-AC35-95839C4A6355}" type="presOf" srcId="{3EE20163-2984-435D-827E-0AF47998C3BB}" destId="{62EF4204-0F3A-42E6-AF37-17F20D5D98F4}" srcOrd="0" destOrd="0" presId="urn:microsoft.com/office/officeart/2018/5/layout/CenteredIconLabelDescriptionList"/>
    <dgm:cxn modelId="{48E4290B-12C8-4379-A617-3FBF256FEB28}" type="presOf" srcId="{E9234EF2-617A-4560-8868-49B20C3B11A8}" destId="{6ED40D96-090D-4A15-9C18-4291A1208E34}" srcOrd="0" destOrd="0" presId="urn:microsoft.com/office/officeart/2018/5/layout/CenteredIconLabelDescriptionList"/>
    <dgm:cxn modelId="{B7F1B12F-302C-4454-BC0E-4BF3996CF283}" srcId="{8F37127B-AC37-4638-AE96-4ADC280D7B8F}" destId="{415C83D7-B58F-4BAF-86AF-AB7D16729F1C}" srcOrd="0" destOrd="0" parTransId="{A6386C22-707C-483B-B640-86E927AEE522}" sibTransId="{6077C7CE-D422-4427-9501-FF7D0FD04AC1}"/>
    <dgm:cxn modelId="{E8DFD942-8BDE-4AF6-8EB6-A62381338F6B}" srcId="{8F37127B-AC37-4638-AE96-4ADC280D7B8F}" destId="{596958C0-FCB5-4CA4-820F-0321441FFD41}" srcOrd="1" destOrd="0" parTransId="{19FFC6AA-374A-4C45-99AE-9618482FB5FF}" sibTransId="{F07DDF17-7355-412F-AFFA-B27459D8FE19}"/>
    <dgm:cxn modelId="{C379FB62-4A4C-4DFA-BAA1-13121BBDE0F1}" type="presOf" srcId="{7A0C09C4-39A5-48E2-96E9-90EC4CC80A50}" destId="{881D4897-6E2F-41C0-A245-1F242CDC4708}" srcOrd="0" destOrd="0" presId="urn:microsoft.com/office/officeart/2018/5/layout/CenteredIconLabelDescriptionList"/>
    <dgm:cxn modelId="{423B7464-DDCC-4458-A865-8A9BF50F0CD3}" srcId="{E9234EF2-617A-4560-8868-49B20C3B11A8}" destId="{25C98FC1-F76A-4ED7-A8A0-DA995B5A84C4}" srcOrd="1" destOrd="0" parTransId="{BEB0210B-7F3F-4F66-8DC5-94879C389A15}" sibTransId="{14EFEF13-6BEB-4FDB-98FB-AACEB9C7962B}"/>
    <dgm:cxn modelId="{1DD65B66-A329-4A51-9DC9-E4D618F208B7}" srcId="{C8ED2024-E7EA-4FDE-82BD-741CE0C92D87}" destId="{F963B7D1-2384-4976-8C0B-4469C54637E9}" srcOrd="0" destOrd="0" parTransId="{6895BF73-22E4-46F3-B89F-95BCD8073D99}" sibTransId="{556CE7E8-8062-4472-B79E-EEFDDA17CC1D}"/>
    <dgm:cxn modelId="{05B98966-6E75-40B7-BAEA-7521DAD416F7}" type="presOf" srcId="{415C83D7-B58F-4BAF-86AF-AB7D16729F1C}" destId="{830348A9-C20B-4BBC-AE3D-7DACCB50F0B1}" srcOrd="0" destOrd="0" presId="urn:microsoft.com/office/officeart/2018/5/layout/CenteredIconLabelDescriptionList"/>
    <dgm:cxn modelId="{342FC173-D038-4A52-A10B-9E9F64088E1F}" srcId="{7A0C09C4-39A5-48E2-96E9-90EC4CC80A50}" destId="{C8ED2024-E7EA-4FDE-82BD-741CE0C92D87}" srcOrd="0" destOrd="0" parTransId="{E140E736-1166-40CE-AB55-5EED144C339A}" sibTransId="{BE5C86C9-29D5-4DD9-A45C-220797031849}"/>
    <dgm:cxn modelId="{2DF5C778-F108-4022-82FA-EDECEDB20256}" srcId="{E9234EF2-617A-4560-8868-49B20C3B11A8}" destId="{3EE20163-2984-435D-827E-0AF47998C3BB}" srcOrd="0" destOrd="0" parTransId="{84FAAF62-8D9E-46CE-8C74-76FA1201A3B2}" sibTransId="{5082C7EE-BE1B-4BFB-8865-EAD26209E6C4}"/>
    <dgm:cxn modelId="{B565BB87-C509-45BA-B9B8-D2D20594BB99}" type="presOf" srcId="{8F37127B-AC37-4638-AE96-4ADC280D7B8F}" destId="{EDACCEFC-F88F-4927-823D-8B619ECD83E3}" srcOrd="0" destOrd="0" presId="urn:microsoft.com/office/officeart/2018/5/layout/CenteredIconLabelDescriptionList"/>
    <dgm:cxn modelId="{BBF2D892-C8AF-4A08-BE80-68A515C9D8D8}" type="presOf" srcId="{F963B7D1-2384-4976-8C0B-4469C54637E9}" destId="{980A0057-368C-49D8-870C-FA9BD303B3A7}" srcOrd="0" destOrd="0" presId="urn:microsoft.com/office/officeart/2018/5/layout/CenteredIconLabelDescriptionList"/>
    <dgm:cxn modelId="{FEA99FA5-1AB0-48E0-8C58-29984E034F5F}" type="presOf" srcId="{596958C0-FCB5-4CA4-820F-0321441FFD41}" destId="{830348A9-C20B-4BBC-AE3D-7DACCB50F0B1}" srcOrd="0" destOrd="1" presId="urn:microsoft.com/office/officeart/2018/5/layout/CenteredIconLabelDescriptionList"/>
    <dgm:cxn modelId="{059031C2-C9AE-46B6-9E78-E5B9603AA8BE}" type="presOf" srcId="{25C98FC1-F76A-4ED7-A8A0-DA995B5A84C4}" destId="{62EF4204-0F3A-42E6-AF37-17F20D5D98F4}" srcOrd="0" destOrd="1" presId="urn:microsoft.com/office/officeart/2018/5/layout/CenteredIconLabelDescriptionList"/>
    <dgm:cxn modelId="{8F42CDE3-BDA2-4C7E-A9F9-DDC14985A927}" srcId="{7A0C09C4-39A5-48E2-96E9-90EC4CC80A50}" destId="{E9234EF2-617A-4560-8868-49B20C3B11A8}" srcOrd="1" destOrd="0" parTransId="{32EF6B9B-3DDF-4250-9A99-F0E0A7194703}" sibTransId="{AEAAA350-2C2C-420E-8F92-CBE6D9E9AF67}"/>
    <dgm:cxn modelId="{7369C8ED-9F7E-4F4D-99CB-E0F39D952279}" srcId="{7A0C09C4-39A5-48E2-96E9-90EC4CC80A50}" destId="{8F37127B-AC37-4638-AE96-4ADC280D7B8F}" srcOrd="2" destOrd="0" parTransId="{29AA78C8-D99D-48C8-9570-C9D56B899941}" sibTransId="{D16C8277-E225-4B37-ADEC-A754080A097C}"/>
    <dgm:cxn modelId="{5819DBFC-4195-4665-9AFB-E99B7BDC3C09}" type="presOf" srcId="{C8ED2024-E7EA-4FDE-82BD-741CE0C92D87}" destId="{6B0A96B8-D6D9-42C9-B8B3-EAE87B626EFC}" srcOrd="0" destOrd="0" presId="urn:microsoft.com/office/officeart/2018/5/layout/CenteredIconLabelDescriptionList"/>
    <dgm:cxn modelId="{F46B23BD-7EE5-48F5-B81F-70DE2352C876}" type="presParOf" srcId="{881D4897-6E2F-41C0-A245-1F242CDC4708}" destId="{01EFA7F4-4A7F-4C5E-8688-7C3F2FE03767}" srcOrd="0" destOrd="0" presId="urn:microsoft.com/office/officeart/2018/5/layout/CenteredIconLabelDescriptionList"/>
    <dgm:cxn modelId="{44B0BC1A-61E8-4E3A-B6A0-B638385AAB2D}" type="presParOf" srcId="{01EFA7F4-4A7F-4C5E-8688-7C3F2FE03767}" destId="{B2F59568-F969-4EBE-BF0B-689D21415411}" srcOrd="0" destOrd="0" presId="urn:microsoft.com/office/officeart/2018/5/layout/CenteredIconLabelDescriptionList"/>
    <dgm:cxn modelId="{EE3E148A-A4A5-4727-BE62-5CF2BBB11144}" type="presParOf" srcId="{01EFA7F4-4A7F-4C5E-8688-7C3F2FE03767}" destId="{66584A2C-8585-4728-8DA7-0F20EE011968}" srcOrd="1" destOrd="0" presId="urn:microsoft.com/office/officeart/2018/5/layout/CenteredIconLabelDescriptionList"/>
    <dgm:cxn modelId="{50F2E6C0-A0A0-4407-B7C6-5D67A6EB4D63}" type="presParOf" srcId="{01EFA7F4-4A7F-4C5E-8688-7C3F2FE03767}" destId="{6B0A96B8-D6D9-42C9-B8B3-EAE87B626EFC}" srcOrd="2" destOrd="0" presId="urn:microsoft.com/office/officeart/2018/5/layout/CenteredIconLabelDescriptionList"/>
    <dgm:cxn modelId="{A76322FB-A5CF-46FE-8941-35CFA363FB16}" type="presParOf" srcId="{01EFA7F4-4A7F-4C5E-8688-7C3F2FE03767}" destId="{779E0B83-7D0C-4E8D-99F4-3343C4625E61}" srcOrd="3" destOrd="0" presId="urn:microsoft.com/office/officeart/2018/5/layout/CenteredIconLabelDescriptionList"/>
    <dgm:cxn modelId="{D4537E29-C87D-4C87-AF26-6DD997421709}" type="presParOf" srcId="{01EFA7F4-4A7F-4C5E-8688-7C3F2FE03767}" destId="{980A0057-368C-49D8-870C-FA9BD303B3A7}" srcOrd="4" destOrd="0" presId="urn:microsoft.com/office/officeart/2018/5/layout/CenteredIconLabelDescriptionList"/>
    <dgm:cxn modelId="{44B8BE7F-E1C1-4E06-AA05-443AF9D9C761}" type="presParOf" srcId="{881D4897-6E2F-41C0-A245-1F242CDC4708}" destId="{A98B4567-284B-4A82-A492-726179725FC2}" srcOrd="1" destOrd="0" presId="urn:microsoft.com/office/officeart/2018/5/layout/CenteredIconLabelDescriptionList"/>
    <dgm:cxn modelId="{16BD4624-60E9-4E65-A547-B9774FDA29A7}" type="presParOf" srcId="{881D4897-6E2F-41C0-A245-1F242CDC4708}" destId="{747A7082-D9C0-4E28-9F5D-1E781F410D54}" srcOrd="2" destOrd="0" presId="urn:microsoft.com/office/officeart/2018/5/layout/CenteredIconLabelDescriptionList"/>
    <dgm:cxn modelId="{226131C4-B3A5-40CC-B05D-A85B761085F0}" type="presParOf" srcId="{747A7082-D9C0-4E28-9F5D-1E781F410D54}" destId="{8EC82287-D46D-4038-8D98-38C3EB14017B}" srcOrd="0" destOrd="0" presId="urn:microsoft.com/office/officeart/2018/5/layout/CenteredIconLabelDescriptionList"/>
    <dgm:cxn modelId="{F0EA25ED-C333-44EE-A53A-E3753700E14A}" type="presParOf" srcId="{747A7082-D9C0-4E28-9F5D-1E781F410D54}" destId="{C534623F-5CEC-4CCC-8B22-0ECF56210EF4}" srcOrd="1" destOrd="0" presId="urn:microsoft.com/office/officeart/2018/5/layout/CenteredIconLabelDescriptionList"/>
    <dgm:cxn modelId="{6FEA3F45-1342-4755-BEE7-AC071D38F061}" type="presParOf" srcId="{747A7082-D9C0-4E28-9F5D-1E781F410D54}" destId="{6ED40D96-090D-4A15-9C18-4291A1208E34}" srcOrd="2" destOrd="0" presId="urn:microsoft.com/office/officeart/2018/5/layout/CenteredIconLabelDescriptionList"/>
    <dgm:cxn modelId="{86D2F642-7EF3-4293-B513-80AA45F5BA89}" type="presParOf" srcId="{747A7082-D9C0-4E28-9F5D-1E781F410D54}" destId="{D7F35787-A79A-4CD6-A132-841713A83978}" srcOrd="3" destOrd="0" presId="urn:microsoft.com/office/officeart/2018/5/layout/CenteredIconLabelDescriptionList"/>
    <dgm:cxn modelId="{1CB6C465-7FDD-48D9-B8A7-6B37F62E1BA7}" type="presParOf" srcId="{747A7082-D9C0-4E28-9F5D-1E781F410D54}" destId="{62EF4204-0F3A-42E6-AF37-17F20D5D98F4}" srcOrd="4" destOrd="0" presId="urn:microsoft.com/office/officeart/2018/5/layout/CenteredIconLabelDescriptionList"/>
    <dgm:cxn modelId="{79EC2B41-A11A-47B8-8C90-C45F23370084}" type="presParOf" srcId="{881D4897-6E2F-41C0-A245-1F242CDC4708}" destId="{366336D0-27B2-49D6-A0C3-4432AA1E8393}" srcOrd="3" destOrd="0" presId="urn:microsoft.com/office/officeart/2018/5/layout/CenteredIconLabelDescriptionList"/>
    <dgm:cxn modelId="{9278FCBB-52AC-4CA4-87F8-DBAD30C2D2E2}" type="presParOf" srcId="{881D4897-6E2F-41C0-A245-1F242CDC4708}" destId="{3BBCDF00-A532-415A-B5DA-A0B9DD4E0054}" srcOrd="4" destOrd="0" presId="urn:microsoft.com/office/officeart/2018/5/layout/CenteredIconLabelDescriptionList"/>
    <dgm:cxn modelId="{DD844967-8E55-4CD2-BB10-41F75EFD4F36}" type="presParOf" srcId="{3BBCDF00-A532-415A-B5DA-A0B9DD4E0054}" destId="{235F5C52-0238-4778-8A9C-FC87C8214E8E}" srcOrd="0" destOrd="0" presId="urn:microsoft.com/office/officeart/2018/5/layout/CenteredIconLabelDescriptionList"/>
    <dgm:cxn modelId="{F9E192C5-EAF7-4D93-A2C4-9FE493FEE246}" type="presParOf" srcId="{3BBCDF00-A532-415A-B5DA-A0B9DD4E0054}" destId="{212A5A50-D052-43A2-B73D-087C47C32E63}" srcOrd="1" destOrd="0" presId="urn:microsoft.com/office/officeart/2018/5/layout/CenteredIconLabelDescriptionList"/>
    <dgm:cxn modelId="{45843BBF-AA9C-43B9-B094-EB234D6C5FE4}" type="presParOf" srcId="{3BBCDF00-A532-415A-B5DA-A0B9DD4E0054}" destId="{EDACCEFC-F88F-4927-823D-8B619ECD83E3}" srcOrd="2" destOrd="0" presId="urn:microsoft.com/office/officeart/2018/5/layout/CenteredIconLabelDescriptionList"/>
    <dgm:cxn modelId="{439A5909-FE9C-436C-8947-9BA8F4D99834}" type="presParOf" srcId="{3BBCDF00-A532-415A-B5DA-A0B9DD4E0054}" destId="{5EDAA4AC-7E93-4D2A-A5D4-333665293518}" srcOrd="3" destOrd="0" presId="urn:microsoft.com/office/officeart/2018/5/layout/CenteredIconLabelDescriptionList"/>
    <dgm:cxn modelId="{0CB3CBEC-C44C-4947-B237-B5098FEAF6E8}" type="presParOf" srcId="{3BBCDF00-A532-415A-B5DA-A0B9DD4E0054}" destId="{830348A9-C20B-4BBC-AE3D-7DACCB50F0B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5D1F752E-70D0-4CE3-8AFE-2080C4DB757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592D2D56-C89F-4D5B-87AD-D3C5FFACD8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Not unique</a:t>
          </a:r>
        </a:p>
      </dgm:t>
    </dgm:pt>
    <dgm:pt modelId="{890497E1-5E3B-4675-BAA7-21AC11E74A16}" type="parTrans" cxnId="{D750AA6E-CBC0-4F90-81E7-D399ED3D180F}">
      <dgm:prSet/>
      <dgm:spPr/>
      <dgm:t>
        <a:bodyPr/>
        <a:lstStyle/>
        <a:p>
          <a:endParaRPr lang="tr-TR"/>
        </a:p>
      </dgm:t>
    </dgm:pt>
    <dgm:pt modelId="{4C9E75EE-4783-451B-A7BC-EC540D326735}" type="sibTrans" cxnId="{D750AA6E-CBC0-4F90-81E7-D399ED3D180F}">
      <dgm:prSet/>
      <dgm:spPr/>
      <dgm:t>
        <a:bodyPr/>
        <a:lstStyle/>
        <a:p>
          <a:endParaRPr lang="tr-TR"/>
        </a:p>
      </dgm:t>
    </dgm:pt>
    <dgm:pt modelId="{70976205-8516-450F-95F8-ACD8250B03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Reason: Forking</a:t>
          </a:r>
        </a:p>
      </dgm:t>
    </dgm:pt>
    <dgm:pt modelId="{BEBBC8A1-B557-44DD-BEC7-004F5CF553EF}" type="parTrans" cxnId="{296A6053-7D57-4921-BA04-A0343CA3094A}">
      <dgm:prSet/>
      <dgm:spPr/>
      <dgm:t>
        <a:bodyPr/>
        <a:lstStyle/>
        <a:p>
          <a:endParaRPr lang="tr-TR"/>
        </a:p>
      </dgm:t>
    </dgm:pt>
    <dgm:pt modelId="{D570192F-A4B4-4883-A2B0-4D121737792C}" type="sibTrans" cxnId="{296A6053-7D57-4921-BA04-A0343CA3094A}">
      <dgm:prSet/>
      <dgm:spPr/>
      <dgm:t>
        <a:bodyPr/>
        <a:lstStyle/>
        <a:p>
          <a:endParaRPr lang="tr-TR"/>
        </a:p>
      </dgm:t>
    </dgm:pt>
    <dgm:pt modelId="{DA2C491A-70C5-4639-8577-2A1D910593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competing for the same position</a:t>
          </a:r>
          <a:endParaRPr lang="tr-TR" dirty="0"/>
        </a:p>
      </dgm:t>
    </dgm:pt>
    <dgm:pt modelId="{91BE433B-1A51-437A-94D7-39A7384B5F20}" type="parTrans" cxnId="{632F181F-78B9-4D2D-BF01-025EF9EDC412}">
      <dgm:prSet/>
      <dgm:spPr/>
      <dgm:t>
        <a:bodyPr/>
        <a:lstStyle/>
        <a:p>
          <a:endParaRPr lang="tr-TR"/>
        </a:p>
      </dgm:t>
    </dgm:pt>
    <dgm:pt modelId="{FC4E45AD-7105-48E5-97C0-570C1EFA5689}" type="sibTrans" cxnId="{632F181F-78B9-4D2D-BF01-025EF9EDC412}">
      <dgm:prSet/>
      <dgm:spPr/>
      <dgm:t>
        <a:bodyPr/>
        <a:lstStyle/>
        <a:p>
          <a:endParaRPr lang="tr-TR"/>
        </a:p>
      </dgm:t>
    </dgm:pt>
    <dgm:pt modelId="{F4896EEB-F327-4062-BDFD-6B3FB4B6E1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Two or more blocks</a:t>
          </a:r>
          <a:endParaRPr lang="tr-TR" dirty="0"/>
        </a:p>
      </dgm:t>
    </dgm:pt>
    <dgm:pt modelId="{A4CC9B93-D867-403C-BBAF-BB78F25AF7F9}" type="parTrans" cxnId="{8586C404-78BE-4EDC-8303-64B875B81AA7}">
      <dgm:prSet/>
      <dgm:spPr/>
      <dgm:t>
        <a:bodyPr/>
        <a:lstStyle/>
        <a:p>
          <a:endParaRPr lang="tr-TR"/>
        </a:p>
      </dgm:t>
    </dgm:pt>
    <dgm:pt modelId="{7E893A25-7391-406A-9547-FA3652259D31}" type="sibTrans" cxnId="{8586C404-78BE-4EDC-8303-64B875B81AA7}">
      <dgm:prSet/>
      <dgm:spPr/>
      <dgm:t>
        <a:bodyPr/>
        <a:lstStyle/>
        <a:p>
          <a:endParaRPr lang="tr-TR"/>
        </a:p>
      </dgm:t>
    </dgm:pt>
    <dgm:pt modelId="{65BCFEC9-C473-44CF-8B53-2AF1D7B2070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might</a:t>
          </a:r>
          <a:r>
            <a:rPr lang="tr-TR"/>
            <a:t> </a:t>
          </a:r>
          <a:r>
            <a:rPr lang="en-US"/>
            <a:t>have the same block height</a:t>
          </a:r>
          <a:endParaRPr lang="tr-TR" dirty="0"/>
        </a:p>
      </dgm:t>
    </dgm:pt>
    <dgm:pt modelId="{42E612DA-E465-4CFE-BC38-88FD644241F0}" type="parTrans" cxnId="{95470F89-1676-4159-877A-F6D7D47E2C0E}">
      <dgm:prSet/>
      <dgm:spPr/>
      <dgm:t>
        <a:bodyPr/>
        <a:lstStyle/>
        <a:p>
          <a:endParaRPr lang="tr-TR"/>
        </a:p>
      </dgm:t>
    </dgm:pt>
    <dgm:pt modelId="{4792222C-80D5-4DFE-B36B-B7B0D726F326}" type="sibTrans" cxnId="{95470F89-1676-4159-877A-F6D7D47E2C0E}">
      <dgm:prSet/>
      <dgm:spPr/>
      <dgm:t>
        <a:bodyPr/>
        <a:lstStyle/>
        <a:p>
          <a:endParaRPr lang="tr-TR"/>
        </a:p>
      </dgm:t>
    </dgm:pt>
    <dgm:pt modelId="{92A3B58B-27B1-4925-A6C8-0A1DFD84CBC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</a:t>
          </a:r>
          <a:r>
            <a:rPr lang="en-US" dirty="0"/>
            <a:t>the blockchain</a:t>
          </a:r>
          <a:endParaRPr lang="tr-TR" dirty="0"/>
        </a:p>
      </dgm:t>
    </dgm:pt>
    <dgm:pt modelId="{6BE5B9DD-F025-46D7-89F1-06CD5135E1E0}" type="parTrans" cxnId="{5BBAB975-0DB9-4CD8-9EDD-25D679F96525}">
      <dgm:prSet/>
      <dgm:spPr/>
      <dgm:t>
        <a:bodyPr/>
        <a:lstStyle/>
        <a:p>
          <a:endParaRPr lang="tr-TR"/>
        </a:p>
      </dgm:t>
    </dgm:pt>
    <dgm:pt modelId="{3FDCB0DF-EC87-42EB-87A0-9B918ABF8A26}" type="sibTrans" cxnId="{5BBAB975-0DB9-4CD8-9EDD-25D679F96525}">
      <dgm:prSet/>
      <dgm:spPr/>
      <dgm:t>
        <a:bodyPr/>
        <a:lstStyle/>
        <a:p>
          <a:endParaRPr lang="tr-TR"/>
        </a:p>
      </dgm:t>
    </dgm:pt>
    <dgm:pt modelId="{A6A709E8-2733-45D7-AFFE-28FE431427FD}" type="pres">
      <dgm:prSet presAssocID="{5D1F752E-70D0-4CE3-8AFE-2080C4DB757E}" presName="root" presStyleCnt="0">
        <dgm:presLayoutVars>
          <dgm:dir/>
          <dgm:resizeHandles val="exact"/>
        </dgm:presLayoutVars>
      </dgm:prSet>
      <dgm:spPr/>
    </dgm:pt>
    <dgm:pt modelId="{1D089816-764F-413A-A279-45F15E58C69F}" type="pres">
      <dgm:prSet presAssocID="{592D2D56-C89F-4D5B-87AD-D3C5FFACD8E7}" presName="compNode" presStyleCnt="0"/>
      <dgm:spPr/>
    </dgm:pt>
    <dgm:pt modelId="{2EE70612-D033-4DD8-A46C-BED0B90F2230}" type="pres">
      <dgm:prSet presAssocID="{592D2D56-C89F-4D5B-87AD-D3C5FFACD8E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se"/>
        </a:ext>
      </dgm:extLst>
    </dgm:pt>
    <dgm:pt modelId="{8BE56893-AF8D-434C-A0B0-E4447831E837}" type="pres">
      <dgm:prSet presAssocID="{592D2D56-C89F-4D5B-87AD-D3C5FFACD8E7}" presName="iconSpace" presStyleCnt="0"/>
      <dgm:spPr/>
    </dgm:pt>
    <dgm:pt modelId="{0F34B8F6-4D87-4001-BE29-DFA54853A8B8}" type="pres">
      <dgm:prSet presAssocID="{592D2D56-C89F-4D5B-87AD-D3C5FFACD8E7}" presName="parTx" presStyleLbl="revTx" presStyleIdx="0" presStyleCnt="4">
        <dgm:presLayoutVars>
          <dgm:chMax val="0"/>
          <dgm:chPref val="0"/>
        </dgm:presLayoutVars>
      </dgm:prSet>
      <dgm:spPr/>
    </dgm:pt>
    <dgm:pt modelId="{21423A91-EBF6-428F-B352-291F5F47BE43}" type="pres">
      <dgm:prSet presAssocID="{592D2D56-C89F-4D5B-87AD-D3C5FFACD8E7}" presName="txSpace" presStyleCnt="0"/>
      <dgm:spPr/>
    </dgm:pt>
    <dgm:pt modelId="{C32C7E6E-A6DA-422A-8574-E26B809F7FBC}" type="pres">
      <dgm:prSet presAssocID="{592D2D56-C89F-4D5B-87AD-D3C5FFACD8E7}" presName="desTx" presStyleLbl="revTx" presStyleIdx="1" presStyleCnt="4">
        <dgm:presLayoutVars/>
      </dgm:prSet>
      <dgm:spPr/>
    </dgm:pt>
    <dgm:pt modelId="{A1516CB3-97F0-4D4C-8155-A9C3A8B1CDDA}" type="pres">
      <dgm:prSet presAssocID="{4C9E75EE-4783-451B-A7BC-EC540D326735}" presName="sibTrans" presStyleCnt="0"/>
      <dgm:spPr/>
    </dgm:pt>
    <dgm:pt modelId="{5296EB45-78C3-48FF-8092-A16D26363C4C}" type="pres">
      <dgm:prSet presAssocID="{70976205-8516-450F-95F8-ACD8250B0307}" presName="compNode" presStyleCnt="0"/>
      <dgm:spPr/>
    </dgm:pt>
    <dgm:pt modelId="{E61A0D31-DA69-4103-8B24-F10AD4305CF1}" type="pres">
      <dgm:prSet presAssocID="{70976205-8516-450F-95F8-ACD8250B030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7EFC8A89-6650-45E9-91A1-B5CA90E26A27}" type="pres">
      <dgm:prSet presAssocID="{70976205-8516-450F-95F8-ACD8250B0307}" presName="iconSpace" presStyleCnt="0"/>
      <dgm:spPr/>
    </dgm:pt>
    <dgm:pt modelId="{2A5D4683-5577-420F-98F6-E1B0E061C5B9}" type="pres">
      <dgm:prSet presAssocID="{70976205-8516-450F-95F8-ACD8250B0307}" presName="parTx" presStyleLbl="revTx" presStyleIdx="2" presStyleCnt="4">
        <dgm:presLayoutVars>
          <dgm:chMax val="0"/>
          <dgm:chPref val="0"/>
        </dgm:presLayoutVars>
      </dgm:prSet>
      <dgm:spPr/>
    </dgm:pt>
    <dgm:pt modelId="{8C8275EE-8FBC-49A8-8AB5-D86AE30A1CFD}" type="pres">
      <dgm:prSet presAssocID="{70976205-8516-450F-95F8-ACD8250B0307}" presName="txSpace" presStyleCnt="0"/>
      <dgm:spPr/>
    </dgm:pt>
    <dgm:pt modelId="{7B0672A2-E954-425C-942F-01B996F42E58}" type="pres">
      <dgm:prSet presAssocID="{70976205-8516-450F-95F8-ACD8250B0307}" presName="desTx" presStyleLbl="revTx" presStyleIdx="3" presStyleCnt="4">
        <dgm:presLayoutVars/>
      </dgm:prSet>
      <dgm:spPr/>
    </dgm:pt>
  </dgm:ptLst>
  <dgm:cxnLst>
    <dgm:cxn modelId="{8586C404-78BE-4EDC-8303-64B875B81AA7}" srcId="{592D2D56-C89F-4D5B-87AD-D3C5FFACD8E7}" destId="{F4896EEB-F327-4062-BDFD-6B3FB4B6E1E1}" srcOrd="0" destOrd="0" parTransId="{A4CC9B93-D867-403C-BBAF-BB78F25AF7F9}" sibTransId="{7E893A25-7391-406A-9547-FA3652259D31}"/>
    <dgm:cxn modelId="{632F181F-78B9-4D2D-BF01-025EF9EDC412}" srcId="{70976205-8516-450F-95F8-ACD8250B0307}" destId="{DA2C491A-70C5-4639-8577-2A1D910593EA}" srcOrd="0" destOrd="0" parTransId="{91BE433B-1A51-437A-94D7-39A7384B5F20}" sibTransId="{FC4E45AD-7105-48E5-97C0-570C1EFA5689}"/>
    <dgm:cxn modelId="{5D9CE624-0E5A-4FEA-ABC6-A301879BF7AE}" type="presOf" srcId="{592D2D56-C89F-4D5B-87AD-D3C5FFACD8E7}" destId="{0F34B8F6-4D87-4001-BE29-DFA54853A8B8}" srcOrd="0" destOrd="0" presId="urn:microsoft.com/office/officeart/2018/5/layout/CenteredIconLabelDescriptionList"/>
    <dgm:cxn modelId="{DD40BD27-9AF5-4BDF-B3B9-0111D0378935}" type="presOf" srcId="{70976205-8516-450F-95F8-ACD8250B0307}" destId="{2A5D4683-5577-420F-98F6-E1B0E061C5B9}" srcOrd="0" destOrd="0" presId="urn:microsoft.com/office/officeart/2018/5/layout/CenteredIconLabelDescriptionList"/>
    <dgm:cxn modelId="{56153547-258F-4E6B-B241-2E48EFF317A5}" type="presOf" srcId="{65BCFEC9-C473-44CF-8B53-2AF1D7B20708}" destId="{C32C7E6E-A6DA-422A-8574-E26B809F7FBC}" srcOrd="0" destOrd="1" presId="urn:microsoft.com/office/officeart/2018/5/layout/CenteredIconLabelDescriptionList"/>
    <dgm:cxn modelId="{D750AA6E-CBC0-4F90-81E7-D399ED3D180F}" srcId="{5D1F752E-70D0-4CE3-8AFE-2080C4DB757E}" destId="{592D2D56-C89F-4D5B-87AD-D3C5FFACD8E7}" srcOrd="0" destOrd="0" parTransId="{890497E1-5E3B-4675-BAA7-21AC11E74A16}" sibTransId="{4C9E75EE-4783-451B-A7BC-EC540D326735}"/>
    <dgm:cxn modelId="{296A6053-7D57-4921-BA04-A0343CA3094A}" srcId="{5D1F752E-70D0-4CE3-8AFE-2080C4DB757E}" destId="{70976205-8516-450F-95F8-ACD8250B0307}" srcOrd="1" destOrd="0" parTransId="{BEBBC8A1-B557-44DD-BEC7-004F5CF553EF}" sibTransId="{D570192F-A4B4-4883-A2B0-4D121737792C}"/>
    <dgm:cxn modelId="{5BBAB975-0DB9-4CD8-9EDD-25D679F96525}" srcId="{70976205-8516-450F-95F8-ACD8250B0307}" destId="{92A3B58B-27B1-4925-A6C8-0A1DFD84CBC7}" srcOrd="1" destOrd="0" parTransId="{6BE5B9DD-F025-46D7-89F1-06CD5135E1E0}" sibTransId="{3FDCB0DF-EC87-42EB-87A0-9B918ABF8A26}"/>
    <dgm:cxn modelId="{95470F89-1676-4159-877A-F6D7D47E2C0E}" srcId="{592D2D56-C89F-4D5B-87AD-D3C5FFACD8E7}" destId="{65BCFEC9-C473-44CF-8B53-2AF1D7B20708}" srcOrd="1" destOrd="0" parTransId="{42E612DA-E465-4CFE-BC38-88FD644241F0}" sibTransId="{4792222C-80D5-4DFE-B36B-B7B0D726F326}"/>
    <dgm:cxn modelId="{416CACA6-5708-4DE5-AE71-88DE90FCEBB1}" type="presOf" srcId="{92A3B58B-27B1-4925-A6C8-0A1DFD84CBC7}" destId="{7B0672A2-E954-425C-942F-01B996F42E58}" srcOrd="0" destOrd="1" presId="urn:microsoft.com/office/officeart/2018/5/layout/CenteredIconLabelDescriptionList"/>
    <dgm:cxn modelId="{888C0CB0-AB8F-4068-9459-EAF7D73316FA}" type="presOf" srcId="{F4896EEB-F327-4062-BDFD-6B3FB4B6E1E1}" destId="{C32C7E6E-A6DA-422A-8574-E26B809F7FBC}" srcOrd="0" destOrd="0" presId="urn:microsoft.com/office/officeart/2018/5/layout/CenteredIconLabelDescriptionList"/>
    <dgm:cxn modelId="{06671CB8-ADA1-4699-A254-3EAC85C3D5ED}" type="presOf" srcId="{DA2C491A-70C5-4639-8577-2A1D910593EA}" destId="{7B0672A2-E954-425C-942F-01B996F42E58}" srcOrd="0" destOrd="0" presId="urn:microsoft.com/office/officeart/2018/5/layout/CenteredIconLabelDescriptionList"/>
    <dgm:cxn modelId="{0BE655EB-BCB4-4F56-916C-5CDE3F700E64}" type="presOf" srcId="{5D1F752E-70D0-4CE3-8AFE-2080C4DB757E}" destId="{A6A709E8-2733-45D7-AFFE-28FE431427FD}" srcOrd="0" destOrd="0" presId="urn:microsoft.com/office/officeart/2018/5/layout/CenteredIconLabelDescriptionList"/>
    <dgm:cxn modelId="{97CDDD63-AC06-4318-9F98-4A3EF0330415}" type="presParOf" srcId="{A6A709E8-2733-45D7-AFFE-28FE431427FD}" destId="{1D089816-764F-413A-A279-45F15E58C69F}" srcOrd="0" destOrd="0" presId="urn:microsoft.com/office/officeart/2018/5/layout/CenteredIconLabelDescriptionList"/>
    <dgm:cxn modelId="{4F5A82E5-B438-4602-AD79-84BDEBAF82B0}" type="presParOf" srcId="{1D089816-764F-413A-A279-45F15E58C69F}" destId="{2EE70612-D033-4DD8-A46C-BED0B90F2230}" srcOrd="0" destOrd="0" presId="urn:microsoft.com/office/officeart/2018/5/layout/CenteredIconLabelDescriptionList"/>
    <dgm:cxn modelId="{8C869D35-C9CE-4B6B-B38C-7D4167F37C7A}" type="presParOf" srcId="{1D089816-764F-413A-A279-45F15E58C69F}" destId="{8BE56893-AF8D-434C-A0B0-E4447831E837}" srcOrd="1" destOrd="0" presId="urn:microsoft.com/office/officeart/2018/5/layout/CenteredIconLabelDescriptionList"/>
    <dgm:cxn modelId="{34B60ACB-5D46-4804-8243-E2746DDBB609}" type="presParOf" srcId="{1D089816-764F-413A-A279-45F15E58C69F}" destId="{0F34B8F6-4D87-4001-BE29-DFA54853A8B8}" srcOrd="2" destOrd="0" presId="urn:microsoft.com/office/officeart/2018/5/layout/CenteredIconLabelDescriptionList"/>
    <dgm:cxn modelId="{0E83E563-A293-4C6E-8136-5991645D00C9}" type="presParOf" srcId="{1D089816-764F-413A-A279-45F15E58C69F}" destId="{21423A91-EBF6-428F-B352-291F5F47BE43}" srcOrd="3" destOrd="0" presId="urn:microsoft.com/office/officeart/2018/5/layout/CenteredIconLabelDescriptionList"/>
    <dgm:cxn modelId="{1D932FD5-7ACA-4E90-8409-EED7CA36F1F6}" type="presParOf" srcId="{1D089816-764F-413A-A279-45F15E58C69F}" destId="{C32C7E6E-A6DA-422A-8574-E26B809F7FBC}" srcOrd="4" destOrd="0" presId="urn:microsoft.com/office/officeart/2018/5/layout/CenteredIconLabelDescriptionList"/>
    <dgm:cxn modelId="{6CCC5B10-3F30-4FE3-BFC7-9F9FB5D497AE}" type="presParOf" srcId="{A6A709E8-2733-45D7-AFFE-28FE431427FD}" destId="{A1516CB3-97F0-4D4C-8155-A9C3A8B1CDDA}" srcOrd="1" destOrd="0" presId="urn:microsoft.com/office/officeart/2018/5/layout/CenteredIconLabelDescriptionList"/>
    <dgm:cxn modelId="{E1E30F9F-A230-41CB-9796-B5FF9C17227A}" type="presParOf" srcId="{A6A709E8-2733-45D7-AFFE-28FE431427FD}" destId="{5296EB45-78C3-48FF-8092-A16D26363C4C}" srcOrd="2" destOrd="0" presId="urn:microsoft.com/office/officeart/2018/5/layout/CenteredIconLabelDescriptionList"/>
    <dgm:cxn modelId="{11187335-B57B-494D-AE2C-937A2EB83E02}" type="presParOf" srcId="{5296EB45-78C3-48FF-8092-A16D26363C4C}" destId="{E61A0D31-DA69-4103-8B24-F10AD4305CF1}" srcOrd="0" destOrd="0" presId="urn:microsoft.com/office/officeart/2018/5/layout/CenteredIconLabelDescriptionList"/>
    <dgm:cxn modelId="{CE165C2A-1F74-4A3B-B8C6-9AB2AF4F6DEA}" type="presParOf" srcId="{5296EB45-78C3-48FF-8092-A16D26363C4C}" destId="{7EFC8A89-6650-45E9-91A1-B5CA90E26A27}" srcOrd="1" destOrd="0" presId="urn:microsoft.com/office/officeart/2018/5/layout/CenteredIconLabelDescriptionList"/>
    <dgm:cxn modelId="{F57BDB8C-0723-4D9C-9827-5EB4D48B0B11}" type="presParOf" srcId="{5296EB45-78C3-48FF-8092-A16D26363C4C}" destId="{2A5D4683-5577-420F-98F6-E1B0E061C5B9}" srcOrd="2" destOrd="0" presId="urn:microsoft.com/office/officeart/2018/5/layout/CenteredIconLabelDescriptionList"/>
    <dgm:cxn modelId="{F3497DD5-420C-41DC-A685-352A06DFC224}" type="presParOf" srcId="{5296EB45-78C3-48FF-8092-A16D26363C4C}" destId="{8C8275EE-8FBC-49A8-8AB5-D86AE30A1CFD}" srcOrd="3" destOrd="0" presId="urn:microsoft.com/office/officeart/2018/5/layout/CenteredIconLabelDescriptionList"/>
    <dgm:cxn modelId="{4EDFAABB-C0FB-42BA-924B-F78F5856F725}" type="presParOf" srcId="{5296EB45-78C3-48FF-8092-A16D26363C4C}" destId="{7B0672A2-E954-425C-942F-01B996F42E5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73B37F96-89EA-4E9C-A6A3-182AF61DE46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571C0BF5-2D29-4344-8A71-1FF0DB9EFD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Genesis Block</a:t>
          </a:r>
        </a:p>
      </dgm:t>
    </dgm:pt>
    <dgm:pt modelId="{4AAB17CF-B418-4ED7-BA50-102EE4061AEE}" type="parTrans" cxnId="{55757EA1-CE30-4996-A95E-B2F92EE054F7}">
      <dgm:prSet/>
      <dgm:spPr/>
      <dgm:t>
        <a:bodyPr/>
        <a:lstStyle/>
        <a:p>
          <a:endParaRPr lang="tr-TR"/>
        </a:p>
      </dgm:t>
    </dgm:pt>
    <dgm:pt modelId="{879C24CA-17AC-4DD2-A40C-30B35048D586}" type="sibTrans" cxnId="{55757EA1-CE30-4996-A95E-B2F92EE054F7}">
      <dgm:prSet/>
      <dgm:spPr/>
      <dgm:t>
        <a:bodyPr/>
        <a:lstStyle/>
        <a:p>
          <a:endParaRPr lang="tr-TR"/>
        </a:p>
      </dgm:t>
    </dgm:pt>
    <dgm:pt modelId="{3AE81444-32AD-4625-BC22-E02ECB5CE59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1st </a:t>
          </a:r>
          <a:r>
            <a:rPr lang="en-US" dirty="0"/>
            <a:t>block in the blockchain</a:t>
          </a:r>
          <a:endParaRPr lang="tr-TR" dirty="0"/>
        </a:p>
      </dgm:t>
    </dgm:pt>
    <dgm:pt modelId="{F5416DC6-4DB5-4FA4-B70F-8272DA909321}" type="parTrans" cxnId="{BF2140A4-8752-4570-B605-4D5D39FBF795}">
      <dgm:prSet/>
      <dgm:spPr/>
      <dgm:t>
        <a:bodyPr/>
        <a:lstStyle/>
        <a:p>
          <a:endParaRPr lang="tr-TR"/>
        </a:p>
      </dgm:t>
    </dgm:pt>
    <dgm:pt modelId="{53B1EDB5-B941-4AFC-A5AF-80ADDA70DC43}" type="sibTrans" cxnId="{BF2140A4-8752-4570-B605-4D5D39FBF795}">
      <dgm:prSet/>
      <dgm:spPr/>
      <dgm:t>
        <a:bodyPr/>
        <a:lstStyle/>
        <a:p>
          <a:endParaRPr lang="tr-TR"/>
        </a:p>
      </dgm:t>
    </dgm:pt>
    <dgm:pt modelId="{52D8B5FC-0213-4ED0-8043-D2CE0932070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creation time</a:t>
          </a:r>
        </a:p>
      </dgm:t>
    </dgm:pt>
    <dgm:pt modelId="{0EDCCD73-D026-437C-A663-5032FAD13E51}" type="parTrans" cxnId="{D54AD154-FFFF-46F0-ACDE-3329F4C50224}">
      <dgm:prSet/>
      <dgm:spPr/>
      <dgm:t>
        <a:bodyPr/>
        <a:lstStyle/>
        <a:p>
          <a:endParaRPr lang="tr-TR"/>
        </a:p>
      </dgm:t>
    </dgm:pt>
    <dgm:pt modelId="{54041B87-1DA2-4792-AF9E-DD7302C2D96A}" type="sibTrans" cxnId="{D54AD154-FFFF-46F0-ACDE-3329F4C50224}">
      <dgm:prSet/>
      <dgm:spPr/>
      <dgm:t>
        <a:bodyPr/>
        <a:lstStyle/>
        <a:p>
          <a:endParaRPr lang="tr-TR"/>
        </a:p>
      </dgm:t>
    </dgm:pt>
    <dgm:pt modelId="{72499F09-A57B-4546-B4E8-3431E54EBCD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The common ancestor</a:t>
          </a:r>
        </a:p>
      </dgm:t>
    </dgm:pt>
    <dgm:pt modelId="{11EA5EBD-8166-4986-90E0-FB9E880977FD}" type="parTrans" cxnId="{8E08F08E-C306-4B06-8F4D-313EC3314086}">
      <dgm:prSet/>
      <dgm:spPr/>
      <dgm:t>
        <a:bodyPr/>
        <a:lstStyle/>
        <a:p>
          <a:endParaRPr lang="tr-TR"/>
        </a:p>
      </dgm:t>
    </dgm:pt>
    <dgm:pt modelId="{52837479-F64E-4198-A79C-B474C13949BB}" type="sibTrans" cxnId="{8E08F08E-C306-4B06-8F4D-313EC3314086}">
      <dgm:prSet/>
      <dgm:spPr/>
      <dgm:t>
        <a:bodyPr/>
        <a:lstStyle/>
        <a:p>
          <a:endParaRPr lang="tr-TR"/>
        </a:p>
      </dgm:t>
    </dgm:pt>
    <dgm:pt modelId="{22155CAF-0DFD-4F02-A88A-DF62640BDB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common ancestor of</a:t>
          </a:r>
          <a:endParaRPr lang="tr-TR" dirty="0"/>
        </a:p>
      </dgm:t>
    </dgm:pt>
    <dgm:pt modelId="{DD200D93-192F-496E-A743-3ED2C8649866}" type="parTrans" cxnId="{622D215E-B2C7-4790-BB22-705A513912FF}">
      <dgm:prSet/>
      <dgm:spPr/>
      <dgm:t>
        <a:bodyPr/>
        <a:lstStyle/>
        <a:p>
          <a:endParaRPr lang="tr-TR"/>
        </a:p>
      </dgm:t>
    </dgm:pt>
    <dgm:pt modelId="{84BA41D8-456A-4C81-ADA8-FB7F765F3543}" type="sibTrans" cxnId="{622D215E-B2C7-4790-BB22-705A513912FF}">
      <dgm:prSet/>
      <dgm:spPr/>
      <dgm:t>
        <a:bodyPr/>
        <a:lstStyle/>
        <a:p>
          <a:endParaRPr lang="tr-TR"/>
        </a:p>
      </dgm:t>
    </dgm:pt>
    <dgm:pt modelId="{71A75B60-3882-4B34-98AE-C209E895EF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2009</a:t>
          </a:r>
        </a:p>
      </dgm:t>
    </dgm:pt>
    <dgm:pt modelId="{5EC064DC-EE11-4AF7-8DBD-B3217023F291}" type="parTrans" cxnId="{CB994E6E-7B20-4541-9880-53A392A11D33}">
      <dgm:prSet/>
      <dgm:spPr/>
      <dgm:t>
        <a:bodyPr/>
        <a:lstStyle/>
        <a:p>
          <a:endParaRPr lang="tr-TR"/>
        </a:p>
      </dgm:t>
    </dgm:pt>
    <dgm:pt modelId="{1205625C-EA5A-4EAB-8ED9-44346F44B164}" type="sibTrans" cxnId="{CB994E6E-7B20-4541-9880-53A392A11D33}">
      <dgm:prSet/>
      <dgm:spPr/>
      <dgm:t>
        <a:bodyPr/>
        <a:lstStyle/>
        <a:p>
          <a:endParaRPr lang="tr-TR"/>
        </a:p>
      </dgm:t>
    </dgm:pt>
    <dgm:pt modelId="{BF792B05-4373-4A74-99BA-0B27F0B357D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i="0" dirty="0"/>
            <a:t>03.01.2009 21:15</a:t>
          </a:r>
          <a:endParaRPr lang="tr-TR" dirty="0"/>
        </a:p>
      </dgm:t>
    </dgm:pt>
    <dgm:pt modelId="{F735EF3F-6998-497B-9BB9-E4A31AA4DCEB}" type="parTrans" cxnId="{88959F3B-5DA2-41BD-B5E4-8D65E392E05F}">
      <dgm:prSet/>
      <dgm:spPr/>
      <dgm:t>
        <a:bodyPr/>
        <a:lstStyle/>
        <a:p>
          <a:endParaRPr lang="tr-TR"/>
        </a:p>
      </dgm:t>
    </dgm:pt>
    <dgm:pt modelId="{79FC6713-8B64-4B2F-BFAA-4A29B0F67FFE}" type="sibTrans" cxnId="{88959F3B-5DA2-41BD-B5E4-8D65E392E05F}">
      <dgm:prSet/>
      <dgm:spPr/>
      <dgm:t>
        <a:bodyPr/>
        <a:lstStyle/>
        <a:p>
          <a:endParaRPr lang="tr-TR"/>
        </a:p>
      </dgm:t>
    </dgm:pt>
    <dgm:pt modelId="{4B6BD081-21D2-4DFD-981F-1B6BF2A3BEF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Block 0</a:t>
          </a:r>
          <a:r>
            <a:rPr lang="en-US" dirty="0"/>
            <a:t> </a:t>
          </a:r>
          <a:endParaRPr lang="tr-TR" dirty="0"/>
        </a:p>
      </dgm:t>
    </dgm:pt>
    <dgm:pt modelId="{8A7F5227-14FD-4868-85F8-786869581F11}" type="parTrans" cxnId="{678F46E1-608A-4202-9E7D-50E8843ACEA1}">
      <dgm:prSet/>
      <dgm:spPr/>
      <dgm:t>
        <a:bodyPr/>
        <a:lstStyle/>
        <a:p>
          <a:endParaRPr lang="tr-TR"/>
        </a:p>
      </dgm:t>
    </dgm:pt>
    <dgm:pt modelId="{E8E7BB67-8A08-466A-AEFD-60043A70E990}" type="sibTrans" cxnId="{678F46E1-608A-4202-9E7D-50E8843ACEA1}">
      <dgm:prSet/>
      <dgm:spPr/>
      <dgm:t>
        <a:bodyPr/>
        <a:lstStyle/>
        <a:p>
          <a:endParaRPr lang="tr-TR"/>
        </a:p>
      </dgm:t>
    </dgm:pt>
    <dgm:pt modelId="{0AE0D044-E21E-4075-939F-BB4C81D05F4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all the blocks</a:t>
          </a:r>
          <a:endParaRPr lang="tr-TR" dirty="0"/>
        </a:p>
      </dgm:t>
    </dgm:pt>
    <dgm:pt modelId="{ADB1D98C-F2D5-4D0E-9B2B-608A30F48A5C}" type="parTrans" cxnId="{BE2772DA-F8A1-4670-88AF-D74930CD0AA2}">
      <dgm:prSet/>
      <dgm:spPr/>
      <dgm:t>
        <a:bodyPr/>
        <a:lstStyle/>
        <a:p>
          <a:endParaRPr lang="tr-TR"/>
        </a:p>
      </dgm:t>
    </dgm:pt>
    <dgm:pt modelId="{C4DBEA11-8878-4A34-849C-DD1214866469}" type="sibTrans" cxnId="{BE2772DA-F8A1-4670-88AF-D74930CD0AA2}">
      <dgm:prSet/>
      <dgm:spPr/>
      <dgm:t>
        <a:bodyPr/>
        <a:lstStyle/>
        <a:p>
          <a:endParaRPr lang="tr-TR"/>
        </a:p>
      </dgm:t>
    </dgm:pt>
    <dgm:pt modelId="{A1F45AD1-B6CB-4C9C-934D-4A831F95E9CA}" type="pres">
      <dgm:prSet presAssocID="{73B37F96-89EA-4E9C-A6A3-182AF61DE46B}" presName="root" presStyleCnt="0">
        <dgm:presLayoutVars>
          <dgm:dir/>
          <dgm:resizeHandles val="exact"/>
        </dgm:presLayoutVars>
      </dgm:prSet>
      <dgm:spPr/>
    </dgm:pt>
    <dgm:pt modelId="{AFD8344B-4CB4-4198-A0F4-F1F8F7449E4F}" type="pres">
      <dgm:prSet presAssocID="{571C0BF5-2D29-4344-8A71-1FF0DB9EFD3B}" presName="compNode" presStyleCnt="0"/>
      <dgm:spPr/>
    </dgm:pt>
    <dgm:pt modelId="{FBAC09B3-091E-46BB-BC41-5D1D9D078BBA}" type="pres">
      <dgm:prSet presAssocID="{571C0BF5-2D29-4344-8A71-1FF0DB9EFD3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duous tree"/>
        </a:ext>
      </dgm:extLst>
    </dgm:pt>
    <dgm:pt modelId="{86DBCFE7-6DC6-4BA7-85F3-13C941E19AC2}" type="pres">
      <dgm:prSet presAssocID="{571C0BF5-2D29-4344-8A71-1FF0DB9EFD3B}" presName="iconSpace" presStyleCnt="0"/>
      <dgm:spPr/>
    </dgm:pt>
    <dgm:pt modelId="{90106827-3EC4-4BB9-A89B-AAACEA4E2850}" type="pres">
      <dgm:prSet presAssocID="{571C0BF5-2D29-4344-8A71-1FF0DB9EFD3B}" presName="parTx" presStyleLbl="revTx" presStyleIdx="0" presStyleCnt="6">
        <dgm:presLayoutVars>
          <dgm:chMax val="0"/>
          <dgm:chPref val="0"/>
        </dgm:presLayoutVars>
      </dgm:prSet>
      <dgm:spPr/>
    </dgm:pt>
    <dgm:pt modelId="{C02423A9-7DCF-4F69-B0E9-AA97766A5172}" type="pres">
      <dgm:prSet presAssocID="{571C0BF5-2D29-4344-8A71-1FF0DB9EFD3B}" presName="txSpace" presStyleCnt="0"/>
      <dgm:spPr/>
    </dgm:pt>
    <dgm:pt modelId="{EA08633B-3BDD-4678-8A1F-37A7C71347B5}" type="pres">
      <dgm:prSet presAssocID="{571C0BF5-2D29-4344-8A71-1FF0DB9EFD3B}" presName="desTx" presStyleLbl="revTx" presStyleIdx="1" presStyleCnt="6">
        <dgm:presLayoutVars/>
      </dgm:prSet>
      <dgm:spPr/>
    </dgm:pt>
    <dgm:pt modelId="{488B677E-8216-4C00-8A17-527A4DCCF7B9}" type="pres">
      <dgm:prSet presAssocID="{879C24CA-17AC-4DD2-A40C-30B35048D586}" presName="sibTrans" presStyleCnt="0"/>
      <dgm:spPr/>
    </dgm:pt>
    <dgm:pt modelId="{A6DCA1A1-BBF4-436E-AF04-805B6508D901}" type="pres">
      <dgm:prSet presAssocID="{71A75B60-3882-4B34-98AE-C209E895EF3A}" presName="compNode" presStyleCnt="0"/>
      <dgm:spPr/>
    </dgm:pt>
    <dgm:pt modelId="{52492A94-889B-4004-A0C8-BE8D17EC85C8}" type="pres">
      <dgm:prSet presAssocID="{71A75B60-3882-4B34-98AE-C209E895EF3A}" presName="iconRect" presStyleLbl="node1" presStyleIdx="1" presStyleCnt="3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1000" r="-21000"/>
          </a:stretch>
        </a:blipFill>
      </dgm:spPr>
    </dgm:pt>
    <dgm:pt modelId="{0A37A208-35C9-4789-BE8F-AD5AFD058A9E}" type="pres">
      <dgm:prSet presAssocID="{71A75B60-3882-4B34-98AE-C209E895EF3A}" presName="iconSpace" presStyleCnt="0"/>
      <dgm:spPr/>
    </dgm:pt>
    <dgm:pt modelId="{26E39AF1-0219-4725-8E0F-7904AB5474AE}" type="pres">
      <dgm:prSet presAssocID="{71A75B60-3882-4B34-98AE-C209E895EF3A}" presName="parTx" presStyleLbl="revTx" presStyleIdx="2" presStyleCnt="6">
        <dgm:presLayoutVars>
          <dgm:chMax val="0"/>
          <dgm:chPref val="0"/>
        </dgm:presLayoutVars>
      </dgm:prSet>
      <dgm:spPr/>
    </dgm:pt>
    <dgm:pt modelId="{EB3E0FA5-FD91-4ED2-81FF-37CEFB6F86DE}" type="pres">
      <dgm:prSet presAssocID="{71A75B60-3882-4B34-98AE-C209E895EF3A}" presName="txSpace" presStyleCnt="0"/>
      <dgm:spPr/>
    </dgm:pt>
    <dgm:pt modelId="{403549A6-F4C6-45BE-84F5-444F2764DBF9}" type="pres">
      <dgm:prSet presAssocID="{71A75B60-3882-4B34-98AE-C209E895EF3A}" presName="desTx" presStyleLbl="revTx" presStyleIdx="3" presStyleCnt="6">
        <dgm:presLayoutVars/>
      </dgm:prSet>
      <dgm:spPr/>
    </dgm:pt>
    <dgm:pt modelId="{20E07989-7EC3-48DD-8B51-BB6A530CEF28}" type="pres">
      <dgm:prSet presAssocID="{1205625C-EA5A-4EAB-8ED9-44346F44B164}" presName="sibTrans" presStyleCnt="0"/>
      <dgm:spPr/>
    </dgm:pt>
    <dgm:pt modelId="{A77134C1-BC14-4F2F-83A9-448D66E98BD4}" type="pres">
      <dgm:prSet presAssocID="{72499F09-A57B-4546-B4E8-3431E54EBCD6}" presName="compNode" presStyleCnt="0"/>
      <dgm:spPr/>
    </dgm:pt>
    <dgm:pt modelId="{4608095B-A1C9-4F4D-8AD2-C72F7CDA9494}" type="pres">
      <dgm:prSet presAssocID="{72499F09-A57B-4546-B4E8-3431E54EBCD6}" presName="iconRect" presStyleLbl="node1" presStyleIdx="2" presStyleCnt="3"/>
      <dgm:spPr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NA"/>
        </a:ext>
      </dgm:extLst>
    </dgm:pt>
    <dgm:pt modelId="{F50A9115-E0D9-46FA-AE75-1851F985F6D5}" type="pres">
      <dgm:prSet presAssocID="{72499F09-A57B-4546-B4E8-3431E54EBCD6}" presName="iconSpace" presStyleCnt="0"/>
      <dgm:spPr/>
    </dgm:pt>
    <dgm:pt modelId="{1F644A73-6609-46FA-8FC4-95A90E1AD114}" type="pres">
      <dgm:prSet presAssocID="{72499F09-A57B-4546-B4E8-3431E54EBCD6}" presName="parTx" presStyleLbl="revTx" presStyleIdx="4" presStyleCnt="6">
        <dgm:presLayoutVars>
          <dgm:chMax val="0"/>
          <dgm:chPref val="0"/>
        </dgm:presLayoutVars>
      </dgm:prSet>
      <dgm:spPr/>
    </dgm:pt>
    <dgm:pt modelId="{96DE8ABA-65C4-4474-A02E-6A76907DFC6E}" type="pres">
      <dgm:prSet presAssocID="{72499F09-A57B-4546-B4E8-3431E54EBCD6}" presName="txSpace" presStyleCnt="0"/>
      <dgm:spPr/>
    </dgm:pt>
    <dgm:pt modelId="{FB7838D5-A817-4513-B23A-377F4394EB21}" type="pres">
      <dgm:prSet presAssocID="{72499F09-A57B-4546-B4E8-3431E54EBCD6}" presName="desTx" presStyleLbl="revTx" presStyleIdx="5" presStyleCnt="6">
        <dgm:presLayoutVars/>
      </dgm:prSet>
      <dgm:spPr/>
    </dgm:pt>
  </dgm:ptLst>
  <dgm:cxnLst>
    <dgm:cxn modelId="{CCC3BD03-2A18-4F70-969E-D9392581DB2C}" type="presOf" srcId="{BF792B05-4373-4A74-99BA-0B27F0B357D0}" destId="{403549A6-F4C6-45BE-84F5-444F2764DBF9}" srcOrd="0" destOrd="1" presId="urn:microsoft.com/office/officeart/2018/5/layout/CenteredIconLabelDescriptionList"/>
    <dgm:cxn modelId="{88959F3B-5DA2-41BD-B5E4-8D65E392E05F}" srcId="{71A75B60-3882-4B34-98AE-C209E895EF3A}" destId="{BF792B05-4373-4A74-99BA-0B27F0B357D0}" srcOrd="1" destOrd="0" parTransId="{F735EF3F-6998-497B-9BB9-E4A31AA4DCEB}" sibTransId="{79FC6713-8B64-4B2F-BFAA-4A29B0F67FFE}"/>
    <dgm:cxn modelId="{4BBD285B-6ECB-45B0-88E9-371221388365}" type="presOf" srcId="{73B37F96-89EA-4E9C-A6A3-182AF61DE46B}" destId="{A1F45AD1-B6CB-4C9C-934D-4A831F95E9CA}" srcOrd="0" destOrd="0" presId="urn:microsoft.com/office/officeart/2018/5/layout/CenteredIconLabelDescriptionList"/>
    <dgm:cxn modelId="{D9D0E25C-A926-4E38-BEA3-34A6C91239CD}" type="presOf" srcId="{72499F09-A57B-4546-B4E8-3431E54EBCD6}" destId="{1F644A73-6609-46FA-8FC4-95A90E1AD114}" srcOrd="0" destOrd="0" presId="urn:microsoft.com/office/officeart/2018/5/layout/CenteredIconLabelDescriptionList"/>
    <dgm:cxn modelId="{622D215E-B2C7-4790-BB22-705A513912FF}" srcId="{72499F09-A57B-4546-B4E8-3431E54EBCD6}" destId="{22155CAF-0DFD-4F02-A88A-DF62640BDB7F}" srcOrd="0" destOrd="0" parTransId="{DD200D93-192F-496E-A743-3ED2C8649866}" sibTransId="{84BA41D8-456A-4C81-ADA8-FB7F765F3543}"/>
    <dgm:cxn modelId="{DE00C66D-D53E-4E15-8325-A7BCD91181EC}" type="presOf" srcId="{0AE0D044-E21E-4075-939F-BB4C81D05F4A}" destId="{FB7838D5-A817-4513-B23A-377F4394EB21}" srcOrd="0" destOrd="1" presId="urn:microsoft.com/office/officeart/2018/5/layout/CenteredIconLabelDescriptionList"/>
    <dgm:cxn modelId="{CB994E6E-7B20-4541-9880-53A392A11D33}" srcId="{73B37F96-89EA-4E9C-A6A3-182AF61DE46B}" destId="{71A75B60-3882-4B34-98AE-C209E895EF3A}" srcOrd="1" destOrd="0" parTransId="{5EC064DC-EE11-4AF7-8DBD-B3217023F291}" sibTransId="{1205625C-EA5A-4EAB-8ED9-44346F44B164}"/>
    <dgm:cxn modelId="{D9BCD76E-4360-4E15-8094-F8354E6A8340}" type="presOf" srcId="{71A75B60-3882-4B34-98AE-C209E895EF3A}" destId="{26E39AF1-0219-4725-8E0F-7904AB5474AE}" srcOrd="0" destOrd="0" presId="urn:microsoft.com/office/officeart/2018/5/layout/CenteredIconLabelDescriptionList"/>
    <dgm:cxn modelId="{D54AD154-FFFF-46F0-ACDE-3329F4C50224}" srcId="{71A75B60-3882-4B34-98AE-C209E895EF3A}" destId="{52D8B5FC-0213-4ED0-8043-D2CE09320703}" srcOrd="0" destOrd="0" parTransId="{0EDCCD73-D026-437C-A663-5032FAD13E51}" sibTransId="{54041B87-1DA2-4792-AF9E-DD7302C2D96A}"/>
    <dgm:cxn modelId="{8E08F08E-C306-4B06-8F4D-313EC3314086}" srcId="{73B37F96-89EA-4E9C-A6A3-182AF61DE46B}" destId="{72499F09-A57B-4546-B4E8-3431E54EBCD6}" srcOrd="2" destOrd="0" parTransId="{11EA5EBD-8166-4986-90E0-FB9E880977FD}" sibTransId="{52837479-F64E-4198-A79C-B474C13949BB}"/>
    <dgm:cxn modelId="{55757EA1-CE30-4996-A95E-B2F92EE054F7}" srcId="{73B37F96-89EA-4E9C-A6A3-182AF61DE46B}" destId="{571C0BF5-2D29-4344-8A71-1FF0DB9EFD3B}" srcOrd="0" destOrd="0" parTransId="{4AAB17CF-B418-4ED7-BA50-102EE4061AEE}" sibTransId="{879C24CA-17AC-4DD2-A40C-30B35048D586}"/>
    <dgm:cxn modelId="{97280EA2-D792-4B8F-94FD-8A64F05D19CA}" type="presOf" srcId="{22155CAF-0DFD-4F02-A88A-DF62640BDB7F}" destId="{FB7838D5-A817-4513-B23A-377F4394EB21}" srcOrd="0" destOrd="0" presId="urn:microsoft.com/office/officeart/2018/5/layout/CenteredIconLabelDescriptionList"/>
    <dgm:cxn modelId="{BF2140A4-8752-4570-B605-4D5D39FBF795}" srcId="{571C0BF5-2D29-4344-8A71-1FF0DB9EFD3B}" destId="{3AE81444-32AD-4625-BC22-E02ECB5CE597}" srcOrd="0" destOrd="0" parTransId="{F5416DC6-4DB5-4FA4-B70F-8272DA909321}" sibTransId="{53B1EDB5-B941-4AFC-A5AF-80ADDA70DC43}"/>
    <dgm:cxn modelId="{24864FB2-69A6-4CA3-B78D-99C5207728BB}" type="presOf" srcId="{52D8B5FC-0213-4ED0-8043-D2CE09320703}" destId="{403549A6-F4C6-45BE-84F5-444F2764DBF9}" srcOrd="0" destOrd="0" presId="urn:microsoft.com/office/officeart/2018/5/layout/CenteredIconLabelDescriptionList"/>
    <dgm:cxn modelId="{28D478B2-6D64-4EC4-A59F-018883A247A0}" type="presOf" srcId="{3AE81444-32AD-4625-BC22-E02ECB5CE597}" destId="{EA08633B-3BDD-4678-8A1F-37A7C71347B5}" srcOrd="0" destOrd="0" presId="urn:microsoft.com/office/officeart/2018/5/layout/CenteredIconLabelDescriptionList"/>
    <dgm:cxn modelId="{24801CC9-04E8-4A79-AF99-FB6C8505EBF3}" type="presOf" srcId="{571C0BF5-2D29-4344-8A71-1FF0DB9EFD3B}" destId="{90106827-3EC4-4BB9-A89B-AAACEA4E2850}" srcOrd="0" destOrd="0" presId="urn:microsoft.com/office/officeart/2018/5/layout/CenteredIconLabelDescriptionList"/>
    <dgm:cxn modelId="{BE2772DA-F8A1-4670-88AF-D74930CD0AA2}" srcId="{72499F09-A57B-4546-B4E8-3431E54EBCD6}" destId="{0AE0D044-E21E-4075-939F-BB4C81D05F4A}" srcOrd="1" destOrd="0" parTransId="{ADB1D98C-F2D5-4D0E-9B2B-608A30F48A5C}" sibTransId="{C4DBEA11-8878-4A34-849C-DD1214866469}"/>
    <dgm:cxn modelId="{678F46E1-608A-4202-9E7D-50E8843ACEA1}" srcId="{571C0BF5-2D29-4344-8A71-1FF0DB9EFD3B}" destId="{4B6BD081-21D2-4DFD-981F-1B6BF2A3BEF3}" srcOrd="1" destOrd="0" parTransId="{8A7F5227-14FD-4868-85F8-786869581F11}" sibTransId="{E8E7BB67-8A08-466A-AEFD-60043A70E990}"/>
    <dgm:cxn modelId="{32DAF0E1-FC7D-4580-9317-1EA6AD259593}" type="presOf" srcId="{4B6BD081-21D2-4DFD-981F-1B6BF2A3BEF3}" destId="{EA08633B-3BDD-4678-8A1F-37A7C71347B5}" srcOrd="0" destOrd="1" presId="urn:microsoft.com/office/officeart/2018/5/layout/CenteredIconLabelDescriptionList"/>
    <dgm:cxn modelId="{CAA256EB-5198-4A12-B598-362552D20E67}" type="presParOf" srcId="{A1F45AD1-B6CB-4C9C-934D-4A831F95E9CA}" destId="{AFD8344B-4CB4-4198-A0F4-F1F8F7449E4F}" srcOrd="0" destOrd="0" presId="urn:microsoft.com/office/officeart/2018/5/layout/CenteredIconLabelDescriptionList"/>
    <dgm:cxn modelId="{56A0F043-9196-4586-9CC6-860E513BC81C}" type="presParOf" srcId="{AFD8344B-4CB4-4198-A0F4-F1F8F7449E4F}" destId="{FBAC09B3-091E-46BB-BC41-5D1D9D078BBA}" srcOrd="0" destOrd="0" presId="urn:microsoft.com/office/officeart/2018/5/layout/CenteredIconLabelDescriptionList"/>
    <dgm:cxn modelId="{0C1FB0F3-8830-4B48-A0B0-477CECDC6C68}" type="presParOf" srcId="{AFD8344B-4CB4-4198-A0F4-F1F8F7449E4F}" destId="{86DBCFE7-6DC6-4BA7-85F3-13C941E19AC2}" srcOrd="1" destOrd="0" presId="urn:microsoft.com/office/officeart/2018/5/layout/CenteredIconLabelDescriptionList"/>
    <dgm:cxn modelId="{5E2CE607-0CD2-4ACB-8B01-7816A154632D}" type="presParOf" srcId="{AFD8344B-4CB4-4198-A0F4-F1F8F7449E4F}" destId="{90106827-3EC4-4BB9-A89B-AAACEA4E2850}" srcOrd="2" destOrd="0" presId="urn:microsoft.com/office/officeart/2018/5/layout/CenteredIconLabelDescriptionList"/>
    <dgm:cxn modelId="{A9E1F707-901F-494B-8D03-A609850C993B}" type="presParOf" srcId="{AFD8344B-4CB4-4198-A0F4-F1F8F7449E4F}" destId="{C02423A9-7DCF-4F69-B0E9-AA97766A5172}" srcOrd="3" destOrd="0" presId="urn:microsoft.com/office/officeart/2018/5/layout/CenteredIconLabelDescriptionList"/>
    <dgm:cxn modelId="{2C6453C4-FF5E-440A-8B21-FD57CC9D17EA}" type="presParOf" srcId="{AFD8344B-4CB4-4198-A0F4-F1F8F7449E4F}" destId="{EA08633B-3BDD-4678-8A1F-37A7C71347B5}" srcOrd="4" destOrd="0" presId="urn:microsoft.com/office/officeart/2018/5/layout/CenteredIconLabelDescriptionList"/>
    <dgm:cxn modelId="{7D7E2961-3ED5-4915-B554-A6043DEB546E}" type="presParOf" srcId="{A1F45AD1-B6CB-4C9C-934D-4A831F95E9CA}" destId="{488B677E-8216-4C00-8A17-527A4DCCF7B9}" srcOrd="1" destOrd="0" presId="urn:microsoft.com/office/officeart/2018/5/layout/CenteredIconLabelDescriptionList"/>
    <dgm:cxn modelId="{6167C65C-8EC4-4430-B174-503A5DC34FB1}" type="presParOf" srcId="{A1F45AD1-B6CB-4C9C-934D-4A831F95E9CA}" destId="{A6DCA1A1-BBF4-436E-AF04-805B6508D901}" srcOrd="2" destOrd="0" presId="urn:microsoft.com/office/officeart/2018/5/layout/CenteredIconLabelDescriptionList"/>
    <dgm:cxn modelId="{C80395FA-741C-4E8E-A2E8-CCF80BEE4041}" type="presParOf" srcId="{A6DCA1A1-BBF4-436E-AF04-805B6508D901}" destId="{52492A94-889B-4004-A0C8-BE8D17EC85C8}" srcOrd="0" destOrd="0" presId="urn:microsoft.com/office/officeart/2018/5/layout/CenteredIconLabelDescriptionList"/>
    <dgm:cxn modelId="{DDFC215B-56F4-43FB-A844-6BC2EC8B8A62}" type="presParOf" srcId="{A6DCA1A1-BBF4-436E-AF04-805B6508D901}" destId="{0A37A208-35C9-4789-BE8F-AD5AFD058A9E}" srcOrd="1" destOrd="0" presId="urn:microsoft.com/office/officeart/2018/5/layout/CenteredIconLabelDescriptionList"/>
    <dgm:cxn modelId="{AA695373-44D5-495A-9BDB-2232DFA00562}" type="presParOf" srcId="{A6DCA1A1-BBF4-436E-AF04-805B6508D901}" destId="{26E39AF1-0219-4725-8E0F-7904AB5474AE}" srcOrd="2" destOrd="0" presId="urn:microsoft.com/office/officeart/2018/5/layout/CenteredIconLabelDescriptionList"/>
    <dgm:cxn modelId="{B498A128-CE54-4F25-992E-59E8A2A6FD75}" type="presParOf" srcId="{A6DCA1A1-BBF4-436E-AF04-805B6508D901}" destId="{EB3E0FA5-FD91-4ED2-81FF-37CEFB6F86DE}" srcOrd="3" destOrd="0" presId="urn:microsoft.com/office/officeart/2018/5/layout/CenteredIconLabelDescriptionList"/>
    <dgm:cxn modelId="{5AC29E01-0900-4A59-AD05-6E729C30556B}" type="presParOf" srcId="{A6DCA1A1-BBF4-436E-AF04-805B6508D901}" destId="{403549A6-F4C6-45BE-84F5-444F2764DBF9}" srcOrd="4" destOrd="0" presId="urn:microsoft.com/office/officeart/2018/5/layout/CenteredIconLabelDescriptionList"/>
    <dgm:cxn modelId="{FA53F830-3B14-4CAF-86B1-736C781D34A9}" type="presParOf" srcId="{A1F45AD1-B6CB-4C9C-934D-4A831F95E9CA}" destId="{20E07989-7EC3-48DD-8B51-BB6A530CEF28}" srcOrd="3" destOrd="0" presId="urn:microsoft.com/office/officeart/2018/5/layout/CenteredIconLabelDescriptionList"/>
    <dgm:cxn modelId="{5EEDAE3C-6EBB-4D21-A8B9-D43E268E0901}" type="presParOf" srcId="{A1F45AD1-B6CB-4C9C-934D-4A831F95E9CA}" destId="{A77134C1-BC14-4F2F-83A9-448D66E98BD4}" srcOrd="4" destOrd="0" presId="urn:microsoft.com/office/officeart/2018/5/layout/CenteredIconLabelDescriptionList"/>
    <dgm:cxn modelId="{10E649E6-42E1-4669-83EF-0D958594426A}" type="presParOf" srcId="{A77134C1-BC14-4F2F-83A9-448D66E98BD4}" destId="{4608095B-A1C9-4F4D-8AD2-C72F7CDA9494}" srcOrd="0" destOrd="0" presId="urn:microsoft.com/office/officeart/2018/5/layout/CenteredIconLabelDescriptionList"/>
    <dgm:cxn modelId="{5EAF887D-B377-411E-9A6A-BFD3F5F9C128}" type="presParOf" srcId="{A77134C1-BC14-4F2F-83A9-448D66E98BD4}" destId="{F50A9115-E0D9-46FA-AE75-1851F985F6D5}" srcOrd="1" destOrd="0" presId="urn:microsoft.com/office/officeart/2018/5/layout/CenteredIconLabelDescriptionList"/>
    <dgm:cxn modelId="{48BD7461-B546-4C24-83C2-F767701DF4F6}" type="presParOf" srcId="{A77134C1-BC14-4F2F-83A9-448D66E98BD4}" destId="{1F644A73-6609-46FA-8FC4-95A90E1AD114}" srcOrd="2" destOrd="0" presId="urn:microsoft.com/office/officeart/2018/5/layout/CenteredIconLabelDescriptionList"/>
    <dgm:cxn modelId="{C7928979-DCBE-4B81-AE08-16DE2A0A6511}" type="presParOf" srcId="{A77134C1-BC14-4F2F-83A9-448D66E98BD4}" destId="{96DE8ABA-65C4-4474-A02E-6A76907DFC6E}" srcOrd="3" destOrd="0" presId="urn:microsoft.com/office/officeart/2018/5/layout/CenteredIconLabelDescriptionList"/>
    <dgm:cxn modelId="{9C2710C5-0A1E-417A-9AA5-2BF4175ADB6E}" type="presParOf" srcId="{A77134C1-BC14-4F2F-83A9-448D66E98BD4}" destId="{FB7838D5-A817-4513-B23A-377F4394EB2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73B37F96-89EA-4E9C-A6A3-182AF61DE46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F50BB5BF-F597-4B24-88EB-E0EB74A22D8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Traceble</a:t>
          </a:r>
        </a:p>
      </dgm:t>
    </dgm:pt>
    <dgm:pt modelId="{DB47E49D-38BF-427D-BF56-0AF1F01A5718}" type="parTrans" cxnId="{64EC98D4-4346-46AE-A208-3AE335BE2E89}">
      <dgm:prSet/>
      <dgm:spPr/>
      <dgm:t>
        <a:bodyPr/>
        <a:lstStyle/>
        <a:p>
          <a:endParaRPr lang="tr-TR"/>
        </a:p>
      </dgm:t>
    </dgm:pt>
    <dgm:pt modelId="{ADEFEB1A-8C4B-47DB-B2DB-C3D0F464D785}" type="sibTrans" cxnId="{64EC98D4-4346-46AE-A208-3AE335BE2E89}">
      <dgm:prSet/>
      <dgm:spPr/>
      <dgm:t>
        <a:bodyPr/>
        <a:lstStyle/>
        <a:p>
          <a:endParaRPr lang="tr-TR"/>
        </a:p>
      </dgm:t>
    </dgm:pt>
    <dgm:pt modelId="{F763FA0D-DA73-415C-B805-BF5119629D6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start</a:t>
          </a:r>
          <a:r>
            <a:rPr lang="tr-TR" dirty="0"/>
            <a:t> </a:t>
          </a:r>
          <a:r>
            <a:rPr lang="en-US" dirty="0"/>
            <a:t>at any block</a:t>
          </a:r>
          <a:endParaRPr lang="tr-TR" dirty="0"/>
        </a:p>
      </dgm:t>
    </dgm:pt>
    <dgm:pt modelId="{2919CCC1-07F6-4377-8975-C55DA054500C}" type="parTrans" cxnId="{F99F524B-7600-4AF3-913C-1E5D5C484871}">
      <dgm:prSet/>
      <dgm:spPr/>
      <dgm:t>
        <a:bodyPr/>
        <a:lstStyle/>
        <a:p>
          <a:endParaRPr lang="tr-TR"/>
        </a:p>
      </dgm:t>
    </dgm:pt>
    <dgm:pt modelId="{6F6B63F2-C4BE-4F8F-9121-C18F4C6C82CA}" type="sibTrans" cxnId="{F99F524B-7600-4AF3-913C-1E5D5C484871}">
      <dgm:prSet/>
      <dgm:spPr/>
      <dgm:t>
        <a:bodyPr/>
        <a:lstStyle/>
        <a:p>
          <a:endParaRPr lang="tr-TR"/>
        </a:p>
      </dgm:t>
    </dgm:pt>
    <dgm:pt modelId="{B3641A05-0095-4FB1-92FB-975870EF1F8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from </a:t>
          </a:r>
          <a:r>
            <a:rPr lang="tr-TR" dirty="0"/>
            <a:t>any block</a:t>
          </a:r>
        </a:p>
      </dgm:t>
    </dgm:pt>
    <dgm:pt modelId="{DBF713B2-ABF9-4081-BA9E-CF5F5E8208AC}" type="parTrans" cxnId="{6FAFF156-AC41-4527-8ADB-026C82B24A77}">
      <dgm:prSet/>
      <dgm:spPr/>
      <dgm:t>
        <a:bodyPr/>
        <a:lstStyle/>
        <a:p>
          <a:endParaRPr lang="tr-TR"/>
        </a:p>
      </dgm:t>
    </dgm:pt>
    <dgm:pt modelId="{3B1A562A-6A82-4B12-9411-FB072ECB944A}" type="sibTrans" cxnId="{6FAFF156-AC41-4527-8ADB-026C82B24A77}">
      <dgm:prSet/>
      <dgm:spPr/>
      <dgm:t>
        <a:bodyPr/>
        <a:lstStyle/>
        <a:p>
          <a:endParaRPr lang="tr-TR"/>
        </a:p>
      </dgm:t>
    </dgm:pt>
    <dgm:pt modelId="{D79F6FEB-8658-4CFA-95EB-9E177D7352F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Arrive genesis block</a:t>
          </a:r>
        </a:p>
      </dgm:t>
    </dgm:pt>
    <dgm:pt modelId="{50C44818-2741-4B1A-A4F7-BA5D7353C447}" type="parTrans" cxnId="{69C9545E-D505-4914-AE68-E65C703DE28C}">
      <dgm:prSet/>
      <dgm:spPr/>
      <dgm:t>
        <a:bodyPr/>
        <a:lstStyle/>
        <a:p>
          <a:endParaRPr lang="tr-TR"/>
        </a:p>
      </dgm:t>
    </dgm:pt>
    <dgm:pt modelId="{09AAD322-7F65-426A-9DC5-49D6A3D83002}" type="sibTrans" cxnId="{69C9545E-D505-4914-AE68-E65C703DE28C}">
      <dgm:prSet/>
      <dgm:spPr/>
      <dgm:t>
        <a:bodyPr/>
        <a:lstStyle/>
        <a:p>
          <a:endParaRPr lang="tr-TR"/>
        </a:p>
      </dgm:t>
    </dgm:pt>
    <dgm:pt modelId="{B1072E61-3703-4F50-8C55-66AC145ECA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follow the chain backward</a:t>
          </a:r>
          <a:endParaRPr lang="tr-TR" dirty="0"/>
        </a:p>
      </dgm:t>
    </dgm:pt>
    <dgm:pt modelId="{083BCF88-C2A8-4038-9698-F5E2CB148275}" type="parTrans" cxnId="{9732D7AF-160A-43F9-BC6E-4AFB8B56988D}">
      <dgm:prSet/>
      <dgm:spPr/>
      <dgm:t>
        <a:bodyPr/>
        <a:lstStyle/>
        <a:p>
          <a:endParaRPr lang="tr-TR"/>
        </a:p>
      </dgm:t>
    </dgm:pt>
    <dgm:pt modelId="{88C5C708-2B79-484D-8A6D-32B910F8EB63}" type="sibTrans" cxnId="{9732D7AF-160A-43F9-BC6E-4AFB8B56988D}">
      <dgm:prSet/>
      <dgm:spPr/>
      <dgm:t>
        <a:bodyPr/>
        <a:lstStyle/>
        <a:p>
          <a:endParaRPr lang="tr-TR"/>
        </a:p>
      </dgm:t>
    </dgm:pt>
    <dgm:pt modelId="{A1F45AD1-B6CB-4C9C-934D-4A831F95E9CA}" type="pres">
      <dgm:prSet presAssocID="{73B37F96-89EA-4E9C-A6A3-182AF61DE46B}" presName="root" presStyleCnt="0">
        <dgm:presLayoutVars>
          <dgm:dir/>
          <dgm:resizeHandles val="exact"/>
        </dgm:presLayoutVars>
      </dgm:prSet>
      <dgm:spPr/>
    </dgm:pt>
    <dgm:pt modelId="{AB687DD3-A7AF-4C24-A576-9A40C77BFA71}" type="pres">
      <dgm:prSet presAssocID="{F50BB5BF-F597-4B24-88EB-E0EB74A22D85}" presName="compNode" presStyleCnt="0"/>
      <dgm:spPr/>
    </dgm:pt>
    <dgm:pt modelId="{2B3B65DD-7E8D-4AD6-9962-C442C0CC60DF}" type="pres">
      <dgm:prSet presAssocID="{F50BB5BF-F597-4B24-88EB-E0EB74A22D85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t="-25000" b="-25000"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list RTL"/>
        </a:ext>
      </dgm:extLst>
    </dgm:pt>
    <dgm:pt modelId="{D28C1F01-CF42-4E79-9410-75317E812A9E}" type="pres">
      <dgm:prSet presAssocID="{F50BB5BF-F597-4B24-88EB-E0EB74A22D85}" presName="iconSpace" presStyleCnt="0"/>
      <dgm:spPr/>
    </dgm:pt>
    <dgm:pt modelId="{87EC0FB3-B068-4B96-BE28-4F9B1C941436}" type="pres">
      <dgm:prSet presAssocID="{F50BB5BF-F597-4B24-88EB-E0EB74A22D85}" presName="parTx" presStyleLbl="revTx" presStyleIdx="0" presStyleCnt="4">
        <dgm:presLayoutVars>
          <dgm:chMax val="0"/>
          <dgm:chPref val="0"/>
        </dgm:presLayoutVars>
      </dgm:prSet>
      <dgm:spPr/>
    </dgm:pt>
    <dgm:pt modelId="{6E12A4CB-FC95-40CC-83E0-38127CF74E26}" type="pres">
      <dgm:prSet presAssocID="{F50BB5BF-F597-4B24-88EB-E0EB74A22D85}" presName="txSpace" presStyleCnt="0"/>
      <dgm:spPr/>
    </dgm:pt>
    <dgm:pt modelId="{32C741BC-0FED-4FF0-8C6F-BB80A85008B9}" type="pres">
      <dgm:prSet presAssocID="{F50BB5BF-F597-4B24-88EB-E0EB74A22D85}" presName="desTx" presStyleLbl="revTx" presStyleIdx="1" presStyleCnt="4">
        <dgm:presLayoutVars/>
      </dgm:prSet>
      <dgm:spPr/>
    </dgm:pt>
    <dgm:pt modelId="{639AF217-6467-4BA8-8967-89A6545B30DB}" type="pres">
      <dgm:prSet presAssocID="{ADEFEB1A-8C4B-47DB-B2DB-C3D0F464D785}" presName="sibTrans" presStyleCnt="0"/>
      <dgm:spPr/>
    </dgm:pt>
    <dgm:pt modelId="{D692C36A-2672-479A-A2BB-E36F299AD89E}" type="pres">
      <dgm:prSet presAssocID="{D79F6FEB-8658-4CFA-95EB-9E177D7352FD}" presName="compNode" presStyleCnt="0"/>
      <dgm:spPr/>
    </dgm:pt>
    <dgm:pt modelId="{B78B753F-CD66-4ABD-BC22-E06278C87F42}" type="pres">
      <dgm:prSet presAssocID="{D79F6FEB-8658-4CFA-95EB-9E177D7352FD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 t="-25000" b="-25000"/>
          </a:stretch>
        </a:blipFill>
      </dgm:spPr>
    </dgm:pt>
    <dgm:pt modelId="{B96ABCAA-DEA1-440F-B169-4F605D9A8CA4}" type="pres">
      <dgm:prSet presAssocID="{D79F6FEB-8658-4CFA-95EB-9E177D7352FD}" presName="iconSpace" presStyleCnt="0"/>
      <dgm:spPr/>
    </dgm:pt>
    <dgm:pt modelId="{A807B60B-D32A-4891-A6A7-A479F3A7C70A}" type="pres">
      <dgm:prSet presAssocID="{D79F6FEB-8658-4CFA-95EB-9E177D7352FD}" presName="parTx" presStyleLbl="revTx" presStyleIdx="2" presStyleCnt="4">
        <dgm:presLayoutVars>
          <dgm:chMax val="0"/>
          <dgm:chPref val="0"/>
        </dgm:presLayoutVars>
      </dgm:prSet>
      <dgm:spPr/>
    </dgm:pt>
    <dgm:pt modelId="{25DBA393-A97F-41AF-989C-DA10687003BB}" type="pres">
      <dgm:prSet presAssocID="{D79F6FEB-8658-4CFA-95EB-9E177D7352FD}" presName="txSpace" presStyleCnt="0"/>
      <dgm:spPr/>
    </dgm:pt>
    <dgm:pt modelId="{0F54BA92-877F-40FD-BBBC-1998E70AFBC4}" type="pres">
      <dgm:prSet presAssocID="{D79F6FEB-8658-4CFA-95EB-9E177D7352FD}" presName="desTx" presStyleLbl="revTx" presStyleIdx="3" presStyleCnt="4">
        <dgm:presLayoutVars/>
      </dgm:prSet>
      <dgm:spPr/>
    </dgm:pt>
  </dgm:ptLst>
  <dgm:cxnLst>
    <dgm:cxn modelId="{4BBD285B-6ECB-45B0-88E9-371221388365}" type="presOf" srcId="{73B37F96-89EA-4E9C-A6A3-182AF61DE46B}" destId="{A1F45AD1-B6CB-4C9C-934D-4A831F95E9CA}" srcOrd="0" destOrd="0" presId="urn:microsoft.com/office/officeart/2018/5/layout/CenteredIconLabelDescriptionList"/>
    <dgm:cxn modelId="{69C9545E-D505-4914-AE68-E65C703DE28C}" srcId="{73B37F96-89EA-4E9C-A6A3-182AF61DE46B}" destId="{D79F6FEB-8658-4CFA-95EB-9E177D7352FD}" srcOrd="1" destOrd="0" parTransId="{50C44818-2741-4B1A-A4F7-BA5D7353C447}" sibTransId="{09AAD322-7F65-426A-9DC5-49D6A3D83002}"/>
    <dgm:cxn modelId="{2DE81E4B-E177-45E5-A6CB-8508F84E9D74}" type="presOf" srcId="{B1072E61-3703-4F50-8C55-66AC145ECA7F}" destId="{0F54BA92-877F-40FD-BBBC-1998E70AFBC4}" srcOrd="0" destOrd="1" presId="urn:microsoft.com/office/officeart/2018/5/layout/CenteredIconLabelDescriptionList"/>
    <dgm:cxn modelId="{F99F524B-7600-4AF3-913C-1E5D5C484871}" srcId="{D79F6FEB-8658-4CFA-95EB-9E177D7352FD}" destId="{F763FA0D-DA73-415C-B805-BF5119629D6F}" srcOrd="0" destOrd="0" parTransId="{2919CCC1-07F6-4377-8975-C55DA054500C}" sibTransId="{6F6B63F2-C4BE-4F8F-9121-C18F4C6C82CA}"/>
    <dgm:cxn modelId="{6FAFF156-AC41-4527-8ADB-026C82B24A77}" srcId="{F50BB5BF-F597-4B24-88EB-E0EB74A22D85}" destId="{B3641A05-0095-4FB1-92FB-975870EF1F8A}" srcOrd="0" destOrd="0" parTransId="{DBF713B2-ABF9-4081-BA9E-CF5F5E8208AC}" sibTransId="{3B1A562A-6A82-4B12-9411-FB072ECB944A}"/>
    <dgm:cxn modelId="{015DCB81-FFA2-48CF-A80E-C94A1B05821C}" type="presOf" srcId="{F763FA0D-DA73-415C-B805-BF5119629D6F}" destId="{0F54BA92-877F-40FD-BBBC-1998E70AFBC4}" srcOrd="0" destOrd="0" presId="urn:microsoft.com/office/officeart/2018/5/layout/CenteredIconLabelDescriptionList"/>
    <dgm:cxn modelId="{4D046FAB-C046-437C-B642-E66B69217053}" type="presOf" srcId="{F50BB5BF-F597-4B24-88EB-E0EB74A22D85}" destId="{87EC0FB3-B068-4B96-BE28-4F9B1C941436}" srcOrd="0" destOrd="0" presId="urn:microsoft.com/office/officeart/2018/5/layout/CenteredIconLabelDescriptionList"/>
    <dgm:cxn modelId="{9732D7AF-160A-43F9-BC6E-4AFB8B56988D}" srcId="{D79F6FEB-8658-4CFA-95EB-9E177D7352FD}" destId="{B1072E61-3703-4F50-8C55-66AC145ECA7F}" srcOrd="1" destOrd="0" parTransId="{083BCF88-C2A8-4038-9698-F5E2CB148275}" sibTransId="{88C5C708-2B79-484D-8A6D-32B910F8EB63}"/>
    <dgm:cxn modelId="{64EC98D4-4346-46AE-A208-3AE335BE2E89}" srcId="{73B37F96-89EA-4E9C-A6A3-182AF61DE46B}" destId="{F50BB5BF-F597-4B24-88EB-E0EB74A22D85}" srcOrd="0" destOrd="0" parTransId="{DB47E49D-38BF-427D-BF56-0AF1F01A5718}" sibTransId="{ADEFEB1A-8C4B-47DB-B2DB-C3D0F464D785}"/>
    <dgm:cxn modelId="{5F9993E4-FCDE-4F3B-937C-7AF74D209A0E}" type="presOf" srcId="{D79F6FEB-8658-4CFA-95EB-9E177D7352FD}" destId="{A807B60B-D32A-4891-A6A7-A479F3A7C70A}" srcOrd="0" destOrd="0" presId="urn:microsoft.com/office/officeart/2018/5/layout/CenteredIconLabelDescriptionList"/>
    <dgm:cxn modelId="{6460FEF5-AAC6-41C4-8FCC-FAD9EA5624C7}" type="presOf" srcId="{B3641A05-0095-4FB1-92FB-975870EF1F8A}" destId="{32C741BC-0FED-4FF0-8C6F-BB80A85008B9}" srcOrd="0" destOrd="0" presId="urn:microsoft.com/office/officeart/2018/5/layout/CenteredIconLabelDescriptionList"/>
    <dgm:cxn modelId="{8F12C39A-9187-4D29-99A4-0ED5CC97372C}" type="presParOf" srcId="{A1F45AD1-B6CB-4C9C-934D-4A831F95E9CA}" destId="{AB687DD3-A7AF-4C24-A576-9A40C77BFA71}" srcOrd="0" destOrd="0" presId="urn:microsoft.com/office/officeart/2018/5/layout/CenteredIconLabelDescriptionList"/>
    <dgm:cxn modelId="{58496713-6A3C-411D-8E53-B8DF04F05320}" type="presParOf" srcId="{AB687DD3-A7AF-4C24-A576-9A40C77BFA71}" destId="{2B3B65DD-7E8D-4AD6-9962-C442C0CC60DF}" srcOrd="0" destOrd="0" presId="urn:microsoft.com/office/officeart/2018/5/layout/CenteredIconLabelDescriptionList"/>
    <dgm:cxn modelId="{3A400654-0D9D-49A3-9952-3D61FCF5506D}" type="presParOf" srcId="{AB687DD3-A7AF-4C24-A576-9A40C77BFA71}" destId="{D28C1F01-CF42-4E79-9410-75317E812A9E}" srcOrd="1" destOrd="0" presId="urn:microsoft.com/office/officeart/2018/5/layout/CenteredIconLabelDescriptionList"/>
    <dgm:cxn modelId="{C964A84C-7FE4-455A-888E-FB3AF098C8E9}" type="presParOf" srcId="{AB687DD3-A7AF-4C24-A576-9A40C77BFA71}" destId="{87EC0FB3-B068-4B96-BE28-4F9B1C941436}" srcOrd="2" destOrd="0" presId="urn:microsoft.com/office/officeart/2018/5/layout/CenteredIconLabelDescriptionList"/>
    <dgm:cxn modelId="{87693299-547C-46B5-80F7-B72C4FCE9ECD}" type="presParOf" srcId="{AB687DD3-A7AF-4C24-A576-9A40C77BFA71}" destId="{6E12A4CB-FC95-40CC-83E0-38127CF74E26}" srcOrd="3" destOrd="0" presId="urn:microsoft.com/office/officeart/2018/5/layout/CenteredIconLabelDescriptionList"/>
    <dgm:cxn modelId="{5D0FBF04-4647-44A0-92B1-2DFC4AB42DA1}" type="presParOf" srcId="{AB687DD3-A7AF-4C24-A576-9A40C77BFA71}" destId="{32C741BC-0FED-4FF0-8C6F-BB80A85008B9}" srcOrd="4" destOrd="0" presId="urn:microsoft.com/office/officeart/2018/5/layout/CenteredIconLabelDescriptionList"/>
    <dgm:cxn modelId="{59391B2C-A649-41A4-8F30-D1A66C788CF0}" type="presParOf" srcId="{A1F45AD1-B6CB-4C9C-934D-4A831F95E9CA}" destId="{639AF217-6467-4BA8-8967-89A6545B30DB}" srcOrd="1" destOrd="0" presId="urn:microsoft.com/office/officeart/2018/5/layout/CenteredIconLabelDescriptionList"/>
    <dgm:cxn modelId="{D23CDF31-D389-4214-A76A-5477CE190554}" type="presParOf" srcId="{A1F45AD1-B6CB-4C9C-934D-4A831F95E9CA}" destId="{D692C36A-2672-479A-A2BB-E36F299AD89E}" srcOrd="2" destOrd="0" presId="urn:microsoft.com/office/officeart/2018/5/layout/CenteredIconLabelDescriptionList"/>
    <dgm:cxn modelId="{6FD1A9BD-BE7E-4EE5-8C37-09D7DD7DFD44}" type="presParOf" srcId="{D692C36A-2672-479A-A2BB-E36F299AD89E}" destId="{B78B753F-CD66-4ABD-BC22-E06278C87F42}" srcOrd="0" destOrd="0" presId="urn:microsoft.com/office/officeart/2018/5/layout/CenteredIconLabelDescriptionList"/>
    <dgm:cxn modelId="{ED4DE360-A4EA-404B-A6BD-64D473B839C3}" type="presParOf" srcId="{D692C36A-2672-479A-A2BB-E36F299AD89E}" destId="{B96ABCAA-DEA1-440F-B169-4F605D9A8CA4}" srcOrd="1" destOrd="0" presId="urn:microsoft.com/office/officeart/2018/5/layout/CenteredIconLabelDescriptionList"/>
    <dgm:cxn modelId="{4FF3F211-E2FB-439D-BBB7-337F3781A88C}" type="presParOf" srcId="{D692C36A-2672-479A-A2BB-E36F299AD89E}" destId="{A807B60B-D32A-4891-A6A7-A479F3A7C70A}" srcOrd="2" destOrd="0" presId="urn:microsoft.com/office/officeart/2018/5/layout/CenteredIconLabelDescriptionList"/>
    <dgm:cxn modelId="{FFF06C11-634D-4136-978A-29EA6C765E82}" type="presParOf" srcId="{D692C36A-2672-479A-A2BB-E36F299AD89E}" destId="{25DBA393-A97F-41AF-989C-DA10687003BB}" srcOrd="3" destOrd="0" presId="urn:microsoft.com/office/officeart/2018/5/layout/CenteredIconLabelDescriptionList"/>
    <dgm:cxn modelId="{E74D8042-1A81-442C-A0B8-752692439E1C}" type="presParOf" srcId="{D692C36A-2672-479A-A2BB-E36F299AD89E}" destId="{0F54BA92-877F-40FD-BBBC-1998E70AFBC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A81A8C68-BDC0-4581-A191-D6F45F11CB2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3700EDA5-027B-40FD-A16D-E362413F99E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Static Block</a:t>
          </a:r>
        </a:p>
      </dgm:t>
    </dgm:pt>
    <dgm:pt modelId="{2941538C-C9BF-400C-90E1-4B93EA384CDB}" type="parTrans" cxnId="{E3B8968F-B4A8-46A5-BCB7-89E016FE63AC}">
      <dgm:prSet/>
      <dgm:spPr/>
      <dgm:t>
        <a:bodyPr/>
        <a:lstStyle/>
        <a:p>
          <a:endParaRPr lang="tr-TR"/>
        </a:p>
      </dgm:t>
    </dgm:pt>
    <dgm:pt modelId="{D271CE8F-19DB-47D8-B71D-8592567EC85B}" type="sibTrans" cxnId="{E3B8968F-B4A8-46A5-BCB7-89E016FE63AC}">
      <dgm:prSet/>
      <dgm:spPr/>
      <dgm:t>
        <a:bodyPr/>
        <a:lstStyle/>
        <a:p>
          <a:endParaRPr lang="tr-TR"/>
        </a:p>
      </dgm:t>
    </dgm:pt>
    <dgm:pt modelId="{8F17A558-B551-4A7A-A9AD-8DB68906440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Every node</a:t>
          </a:r>
          <a:r>
            <a:rPr lang="tr-TR"/>
            <a:t> knows</a:t>
          </a:r>
        </a:p>
      </dgm:t>
    </dgm:pt>
    <dgm:pt modelId="{E83187D2-D5A0-40A1-95CA-DC354BE7FB05}" type="parTrans" cxnId="{F440272D-84E3-417C-A395-05F78BF4300A}">
      <dgm:prSet/>
      <dgm:spPr/>
      <dgm:t>
        <a:bodyPr/>
        <a:lstStyle/>
        <a:p>
          <a:endParaRPr lang="tr-TR"/>
        </a:p>
      </dgm:t>
    </dgm:pt>
    <dgm:pt modelId="{93017579-B30D-4ECD-9F32-8C3BBD839030}" type="sibTrans" cxnId="{F440272D-84E3-417C-A395-05F78BF4300A}">
      <dgm:prSet/>
      <dgm:spPr/>
      <dgm:t>
        <a:bodyPr/>
        <a:lstStyle/>
        <a:p>
          <a:endParaRPr lang="tr-TR"/>
        </a:p>
      </dgm:t>
    </dgm:pt>
    <dgm:pt modelId="{759F0BE0-22AB-4135-977A-6D20A0E117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hash</a:t>
          </a:r>
          <a:endParaRPr lang="tr-TR"/>
        </a:p>
      </dgm:t>
    </dgm:pt>
    <dgm:pt modelId="{141508B3-9F56-4A60-B20C-8DCC7A1044A4}" type="parTrans" cxnId="{6BD34560-3D75-480F-91C1-881B7D205B9E}">
      <dgm:prSet/>
      <dgm:spPr/>
      <dgm:t>
        <a:bodyPr/>
        <a:lstStyle/>
        <a:p>
          <a:endParaRPr lang="tr-TR"/>
        </a:p>
      </dgm:t>
    </dgm:pt>
    <dgm:pt modelId="{4E20EABE-1412-47B0-9F16-DAF4BC00801E}" type="sibTrans" cxnId="{6BD34560-3D75-480F-91C1-881B7D205B9E}">
      <dgm:prSet/>
      <dgm:spPr/>
      <dgm:t>
        <a:bodyPr/>
        <a:lstStyle/>
        <a:p>
          <a:endParaRPr lang="tr-TR"/>
        </a:p>
      </dgm:t>
    </dgm:pt>
    <dgm:pt modelId="{DAFDE370-A21C-45FA-96DE-A332D82C5AA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creation </a:t>
          </a:r>
          <a:r>
            <a:rPr lang="en-US"/>
            <a:t>time </a:t>
          </a:r>
          <a:endParaRPr lang="tr-TR"/>
        </a:p>
      </dgm:t>
    </dgm:pt>
    <dgm:pt modelId="{636643B4-FB85-4DCC-9FA4-9F98560DC767}" type="parTrans" cxnId="{5B8197A8-81C4-45F0-8EBC-ACE43BB93D7B}">
      <dgm:prSet/>
      <dgm:spPr/>
      <dgm:t>
        <a:bodyPr/>
        <a:lstStyle/>
        <a:p>
          <a:endParaRPr lang="tr-TR"/>
        </a:p>
      </dgm:t>
    </dgm:pt>
    <dgm:pt modelId="{7CEDE006-5529-41C0-94FB-4E6C640533B9}" type="sibTrans" cxnId="{5B8197A8-81C4-45F0-8EBC-ACE43BB93D7B}">
      <dgm:prSet/>
      <dgm:spPr/>
      <dgm:t>
        <a:bodyPr/>
        <a:lstStyle/>
        <a:p>
          <a:endParaRPr lang="tr-TR"/>
        </a:p>
      </dgm:t>
    </dgm:pt>
    <dgm:pt modelId="{12756B5B-7804-431A-BF62-002B483F91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single transaction</a:t>
          </a:r>
          <a:endParaRPr lang="tr-TR"/>
        </a:p>
      </dgm:t>
    </dgm:pt>
    <dgm:pt modelId="{44EC0D5F-9284-4D0B-8AD8-B9A1DD0F1CE9}" type="parTrans" cxnId="{2F1DD1D6-3F44-4D14-9666-4813F8223D73}">
      <dgm:prSet/>
      <dgm:spPr/>
      <dgm:t>
        <a:bodyPr/>
        <a:lstStyle/>
        <a:p>
          <a:endParaRPr lang="tr-TR"/>
        </a:p>
      </dgm:t>
    </dgm:pt>
    <dgm:pt modelId="{A3B9C955-7775-491B-83CD-7E37C8018541}" type="sibTrans" cxnId="{2F1DD1D6-3F44-4D14-9666-4813F8223D73}">
      <dgm:prSet/>
      <dgm:spPr/>
      <dgm:t>
        <a:bodyPr/>
        <a:lstStyle/>
        <a:p>
          <a:endParaRPr lang="tr-TR"/>
        </a:p>
      </dgm:t>
    </dgm:pt>
    <dgm:pt modelId="{5E92C615-395F-4030-82D0-3D3C0DCD335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statically encoded</a:t>
          </a:r>
          <a:endParaRPr lang="tr-TR"/>
        </a:p>
      </dgm:t>
    </dgm:pt>
    <dgm:pt modelId="{60B8E34F-8A86-40D5-A2AF-47EB69A352F3}" type="parTrans" cxnId="{BAFAF2E4-77C0-44E4-B869-1B484787ED97}">
      <dgm:prSet/>
      <dgm:spPr/>
      <dgm:t>
        <a:bodyPr/>
        <a:lstStyle/>
        <a:p>
          <a:endParaRPr lang="tr-TR"/>
        </a:p>
      </dgm:t>
    </dgm:pt>
    <dgm:pt modelId="{DB96CF92-8E9E-4FF7-9E1A-A0C2B67110B5}" type="sibTrans" cxnId="{BAFAF2E4-77C0-44E4-B869-1B484787ED97}">
      <dgm:prSet/>
      <dgm:spPr/>
      <dgm:t>
        <a:bodyPr/>
        <a:lstStyle/>
        <a:p>
          <a:endParaRPr lang="tr-TR"/>
        </a:p>
      </dgm:t>
    </dgm:pt>
    <dgm:pt modelId="{EE577941-C723-4A7B-8E0C-3E0C20439B4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included </a:t>
          </a:r>
          <a:r>
            <a:rPr lang="en-US"/>
            <a:t>within</a:t>
          </a:r>
          <a:endParaRPr lang="tr-TR"/>
        </a:p>
      </dgm:t>
    </dgm:pt>
    <dgm:pt modelId="{93AD61F2-90CD-4EAF-A1E0-D9B31D42DE8D}" type="parTrans" cxnId="{2AE26BF1-45CF-4753-A84D-C7B2CCF98A9C}">
      <dgm:prSet/>
      <dgm:spPr/>
      <dgm:t>
        <a:bodyPr/>
        <a:lstStyle/>
        <a:p>
          <a:endParaRPr lang="tr-TR"/>
        </a:p>
      </dgm:t>
    </dgm:pt>
    <dgm:pt modelId="{3C64DA05-F69C-491F-80CC-F3AF50B399B9}" type="sibTrans" cxnId="{2AE26BF1-45CF-4753-A84D-C7B2CCF98A9C}">
      <dgm:prSet/>
      <dgm:spPr/>
      <dgm:t>
        <a:bodyPr/>
        <a:lstStyle/>
        <a:p>
          <a:endParaRPr lang="tr-TR"/>
        </a:p>
      </dgm:t>
    </dgm:pt>
    <dgm:pt modelId="{7AFEC449-B508-4F44-8F01-321768842A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SW Data</a:t>
          </a:r>
        </a:p>
      </dgm:t>
    </dgm:pt>
    <dgm:pt modelId="{3CEAEA01-6FD2-4EF1-AF04-E478AB1A1B7D}" type="parTrans" cxnId="{6D02A93D-8F9A-4441-A4E0-C4E1A972AC2B}">
      <dgm:prSet/>
      <dgm:spPr/>
      <dgm:t>
        <a:bodyPr/>
        <a:lstStyle/>
        <a:p>
          <a:endParaRPr lang="tr-TR"/>
        </a:p>
      </dgm:t>
    </dgm:pt>
    <dgm:pt modelId="{7D1CF453-33B7-488C-8911-BA37050DC01E}" type="sibTrans" cxnId="{6D02A93D-8F9A-4441-A4E0-C4E1A972AC2B}">
      <dgm:prSet/>
      <dgm:spPr/>
      <dgm:t>
        <a:bodyPr/>
        <a:lstStyle/>
        <a:p>
          <a:endParaRPr lang="tr-TR"/>
        </a:p>
      </dgm:t>
    </dgm:pt>
    <dgm:pt modelId="{377F67CB-0C6F-44CA-8698-4D92ED03E2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bitcoin client software</a:t>
          </a:r>
          <a:endParaRPr lang="tr-TR"/>
        </a:p>
      </dgm:t>
    </dgm:pt>
    <dgm:pt modelId="{B67C5E95-861D-4058-AAFB-1AB1FC8A179C}" type="parTrans" cxnId="{6BA1D3FA-785B-4297-9C5B-C75931EA41A3}">
      <dgm:prSet/>
      <dgm:spPr/>
      <dgm:t>
        <a:bodyPr/>
        <a:lstStyle/>
        <a:p>
          <a:endParaRPr lang="tr-TR"/>
        </a:p>
      </dgm:t>
    </dgm:pt>
    <dgm:pt modelId="{B8681EA4-F449-4887-B022-344796A7AAC7}" type="sibTrans" cxnId="{6BA1D3FA-785B-4297-9C5B-C75931EA41A3}">
      <dgm:prSet/>
      <dgm:spPr/>
      <dgm:t>
        <a:bodyPr/>
        <a:lstStyle/>
        <a:p>
          <a:endParaRPr lang="tr-TR"/>
        </a:p>
      </dgm:t>
    </dgm:pt>
    <dgm:pt modelId="{3D2A70F4-36D3-485D-BD0B-3BCAA539DB6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Fixed</a:t>
          </a:r>
        </a:p>
      </dgm:t>
    </dgm:pt>
    <dgm:pt modelId="{C9406DF1-F656-4A15-945A-344E5259DA89}" type="parTrans" cxnId="{2BE35C77-D1BF-40CE-A485-14FF29ADDA54}">
      <dgm:prSet/>
      <dgm:spPr/>
      <dgm:t>
        <a:bodyPr/>
        <a:lstStyle/>
        <a:p>
          <a:endParaRPr lang="tr-TR"/>
        </a:p>
      </dgm:t>
    </dgm:pt>
    <dgm:pt modelId="{5B1425FE-B417-4284-A847-CADD9C644873}" type="sibTrans" cxnId="{2BE35C77-D1BF-40CE-A485-14FF29ADDA54}">
      <dgm:prSet/>
      <dgm:spPr/>
      <dgm:t>
        <a:bodyPr/>
        <a:lstStyle/>
        <a:p>
          <a:endParaRPr lang="tr-TR"/>
        </a:p>
      </dgm:t>
    </dgm:pt>
    <dgm:pt modelId="{6850794D-30B8-4C2F-BC7E-7D456B3C47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Genesis</a:t>
          </a:r>
          <a:r>
            <a:rPr lang="tr-TR"/>
            <a:t> </a:t>
          </a:r>
          <a:r>
            <a:rPr lang="en-US"/>
            <a:t>block is</a:t>
          </a:r>
          <a:endParaRPr lang="tr-TR"/>
        </a:p>
      </dgm:t>
    </dgm:pt>
    <dgm:pt modelId="{70B101BA-557A-48B3-9B57-4652B6264D9E}" type="parTrans" cxnId="{F75AE6F9-B2A0-41D9-8E69-9E2B8769FC56}">
      <dgm:prSet/>
      <dgm:spPr/>
      <dgm:t>
        <a:bodyPr/>
        <a:lstStyle/>
        <a:p>
          <a:endParaRPr lang="tr-TR"/>
        </a:p>
      </dgm:t>
    </dgm:pt>
    <dgm:pt modelId="{528A54B2-208B-49E8-BD8F-9EFA4713BF0C}" type="sibTrans" cxnId="{F75AE6F9-B2A0-41D9-8E69-9E2B8769FC56}">
      <dgm:prSet/>
      <dgm:spPr/>
      <dgm:t>
        <a:bodyPr/>
        <a:lstStyle/>
        <a:p>
          <a:endParaRPr lang="tr-TR"/>
        </a:p>
      </dgm:t>
    </dgm:pt>
    <dgm:pt modelId="{507A8735-1230-411A-8A9A-37A4FAA1332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cannot be</a:t>
          </a:r>
          <a:r>
            <a:rPr lang="tr-TR"/>
            <a:t> </a:t>
          </a:r>
          <a:r>
            <a:rPr lang="en-US"/>
            <a:t>altered</a:t>
          </a:r>
          <a:endParaRPr lang="tr-TR"/>
        </a:p>
      </dgm:t>
    </dgm:pt>
    <dgm:pt modelId="{DFEAED8E-43C0-445E-80BA-CE02A74C9926}" type="parTrans" cxnId="{210EFBDB-8C51-4800-B401-AA9055806AFC}">
      <dgm:prSet/>
      <dgm:spPr/>
      <dgm:t>
        <a:bodyPr/>
        <a:lstStyle/>
        <a:p>
          <a:endParaRPr lang="tr-TR"/>
        </a:p>
      </dgm:t>
    </dgm:pt>
    <dgm:pt modelId="{0C7B64F1-18B3-49CA-958F-1CC2CD10155E}" type="sibTrans" cxnId="{210EFBDB-8C51-4800-B401-AA9055806AFC}">
      <dgm:prSet/>
      <dgm:spPr/>
      <dgm:t>
        <a:bodyPr/>
        <a:lstStyle/>
        <a:p>
          <a:endParaRPr lang="tr-TR"/>
        </a:p>
      </dgm:t>
    </dgm:pt>
    <dgm:pt modelId="{9A7D0380-D48A-4E1C-A938-DD1AAD9F7E7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structure </a:t>
          </a:r>
          <a:endParaRPr lang="tr-TR"/>
        </a:p>
      </dgm:t>
    </dgm:pt>
    <dgm:pt modelId="{DA42895B-23CD-4252-8363-AF27CE30430F}" type="parTrans" cxnId="{C9B35626-C24B-4409-9D49-4A17E3411B23}">
      <dgm:prSet/>
      <dgm:spPr/>
      <dgm:t>
        <a:bodyPr/>
        <a:lstStyle/>
        <a:p>
          <a:endParaRPr lang="tr-TR"/>
        </a:p>
      </dgm:t>
    </dgm:pt>
    <dgm:pt modelId="{E8C0AB97-6EEF-4890-AF29-2302AB05BED0}" type="sibTrans" cxnId="{C9B35626-C24B-4409-9D49-4A17E3411B23}">
      <dgm:prSet/>
      <dgm:spPr/>
      <dgm:t>
        <a:bodyPr/>
        <a:lstStyle/>
        <a:p>
          <a:endParaRPr lang="tr-TR"/>
        </a:p>
      </dgm:t>
    </dgm:pt>
    <dgm:pt modelId="{D212ED69-F736-4676-A9CC-92765DEBA00F}" type="pres">
      <dgm:prSet presAssocID="{A81A8C68-BDC0-4581-A191-D6F45F11CB2B}" presName="root" presStyleCnt="0">
        <dgm:presLayoutVars>
          <dgm:dir/>
          <dgm:resizeHandles val="exact"/>
        </dgm:presLayoutVars>
      </dgm:prSet>
      <dgm:spPr/>
    </dgm:pt>
    <dgm:pt modelId="{98C32795-77FF-4B31-ABEA-6ED0A5A06F1F}" type="pres">
      <dgm:prSet presAssocID="{3D2A70F4-36D3-485D-BD0B-3BCAA539DB66}" presName="compNode" presStyleCnt="0"/>
      <dgm:spPr/>
    </dgm:pt>
    <dgm:pt modelId="{956E186D-8B60-4D2A-AB0D-932130DE3018}" type="pres">
      <dgm:prSet presAssocID="{3D2A70F4-36D3-485D-BD0B-3BCAA539DB66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Elmas"/>
        </a:ext>
      </dgm:extLst>
    </dgm:pt>
    <dgm:pt modelId="{CCFC7070-340F-4485-8A9E-720F8BA3FE20}" type="pres">
      <dgm:prSet presAssocID="{3D2A70F4-36D3-485D-BD0B-3BCAA539DB66}" presName="iconSpace" presStyleCnt="0"/>
      <dgm:spPr/>
    </dgm:pt>
    <dgm:pt modelId="{53B5A6A9-3E09-42E2-8C54-A323CDB17B6C}" type="pres">
      <dgm:prSet presAssocID="{3D2A70F4-36D3-485D-BD0B-3BCAA539DB66}" presName="parTx" presStyleLbl="revTx" presStyleIdx="0" presStyleCnt="8">
        <dgm:presLayoutVars>
          <dgm:chMax val="0"/>
          <dgm:chPref val="0"/>
        </dgm:presLayoutVars>
      </dgm:prSet>
      <dgm:spPr/>
    </dgm:pt>
    <dgm:pt modelId="{C34BBD17-6989-4CF4-BA4E-859640028760}" type="pres">
      <dgm:prSet presAssocID="{3D2A70F4-36D3-485D-BD0B-3BCAA539DB66}" presName="txSpace" presStyleCnt="0"/>
      <dgm:spPr/>
    </dgm:pt>
    <dgm:pt modelId="{D4BAE70A-A5AE-4E95-AD23-FB1BF5292928}" type="pres">
      <dgm:prSet presAssocID="{3D2A70F4-36D3-485D-BD0B-3BCAA539DB66}" presName="desTx" presStyleLbl="revTx" presStyleIdx="1" presStyleCnt="8">
        <dgm:presLayoutVars/>
      </dgm:prSet>
      <dgm:spPr/>
    </dgm:pt>
    <dgm:pt modelId="{80D976DA-7C03-411B-ADFF-BA3C8A3500CA}" type="pres">
      <dgm:prSet presAssocID="{5B1425FE-B417-4284-A847-CADD9C644873}" presName="sibTrans" presStyleCnt="0"/>
      <dgm:spPr/>
    </dgm:pt>
    <dgm:pt modelId="{87F61E32-2500-45A5-9C76-6151FAAA1E27}" type="pres">
      <dgm:prSet presAssocID="{3700EDA5-027B-40FD-A16D-E362413F99E2}" presName="compNode" presStyleCnt="0"/>
      <dgm:spPr/>
    </dgm:pt>
    <dgm:pt modelId="{3CC65EB5-5DF9-4FAD-9688-139C929F44E0}" type="pres">
      <dgm:prSet presAssocID="{3700EDA5-027B-40FD-A16D-E362413F99E2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EF88678C-9972-48C8-9DA8-545EE032357A}" type="pres">
      <dgm:prSet presAssocID="{3700EDA5-027B-40FD-A16D-E362413F99E2}" presName="iconSpace" presStyleCnt="0"/>
      <dgm:spPr/>
    </dgm:pt>
    <dgm:pt modelId="{90FA064A-C0E9-4B36-A139-0E9E9EB456E2}" type="pres">
      <dgm:prSet presAssocID="{3700EDA5-027B-40FD-A16D-E362413F99E2}" presName="parTx" presStyleLbl="revTx" presStyleIdx="2" presStyleCnt="8">
        <dgm:presLayoutVars>
          <dgm:chMax val="0"/>
          <dgm:chPref val="0"/>
        </dgm:presLayoutVars>
      </dgm:prSet>
      <dgm:spPr/>
    </dgm:pt>
    <dgm:pt modelId="{76109BA2-86EE-4CE8-ACF3-CC235EFBD097}" type="pres">
      <dgm:prSet presAssocID="{3700EDA5-027B-40FD-A16D-E362413F99E2}" presName="txSpace" presStyleCnt="0"/>
      <dgm:spPr/>
    </dgm:pt>
    <dgm:pt modelId="{B36CD960-CA2A-4F40-AB79-3D3CE21A5B28}" type="pres">
      <dgm:prSet presAssocID="{3700EDA5-027B-40FD-A16D-E362413F99E2}" presName="desTx" presStyleLbl="revTx" presStyleIdx="3" presStyleCnt="8">
        <dgm:presLayoutVars/>
      </dgm:prSet>
      <dgm:spPr/>
    </dgm:pt>
    <dgm:pt modelId="{B3850217-5509-4287-ADA0-1871AD59C770}" type="pres">
      <dgm:prSet presAssocID="{D271CE8F-19DB-47D8-B71D-8592567EC85B}" presName="sibTrans" presStyleCnt="0"/>
      <dgm:spPr/>
    </dgm:pt>
    <dgm:pt modelId="{E05DD023-8FB1-468E-9722-616956A80CE9}" type="pres">
      <dgm:prSet presAssocID="{7AFEC449-B508-4F44-8F01-321768842A3B}" presName="compNode" presStyleCnt="0"/>
      <dgm:spPr/>
    </dgm:pt>
    <dgm:pt modelId="{81669243-0070-46E2-AC43-8965A498E474}" type="pres">
      <dgm:prSet presAssocID="{7AFEC449-B508-4F44-8F01-321768842A3B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Server"/>
        </a:ext>
      </dgm:extLst>
    </dgm:pt>
    <dgm:pt modelId="{6C883E36-CCC4-493B-A7C7-7B32210D95DC}" type="pres">
      <dgm:prSet presAssocID="{7AFEC449-B508-4F44-8F01-321768842A3B}" presName="iconSpace" presStyleCnt="0"/>
      <dgm:spPr/>
    </dgm:pt>
    <dgm:pt modelId="{340802D1-6D67-4D0C-803D-6CEFB060CB23}" type="pres">
      <dgm:prSet presAssocID="{7AFEC449-B508-4F44-8F01-321768842A3B}" presName="parTx" presStyleLbl="revTx" presStyleIdx="4" presStyleCnt="8">
        <dgm:presLayoutVars>
          <dgm:chMax val="0"/>
          <dgm:chPref val="0"/>
        </dgm:presLayoutVars>
      </dgm:prSet>
      <dgm:spPr/>
    </dgm:pt>
    <dgm:pt modelId="{4D834D31-769E-45C0-94A8-B51E6FD999DA}" type="pres">
      <dgm:prSet presAssocID="{7AFEC449-B508-4F44-8F01-321768842A3B}" presName="txSpace" presStyleCnt="0"/>
      <dgm:spPr/>
    </dgm:pt>
    <dgm:pt modelId="{E8A1A6DA-2F57-4239-A3C2-BEDD443D5A96}" type="pres">
      <dgm:prSet presAssocID="{7AFEC449-B508-4F44-8F01-321768842A3B}" presName="desTx" presStyleLbl="revTx" presStyleIdx="5" presStyleCnt="8">
        <dgm:presLayoutVars/>
      </dgm:prSet>
      <dgm:spPr/>
    </dgm:pt>
    <dgm:pt modelId="{23DD22BF-5D99-4A89-AFCF-AE08F8D79A13}" type="pres">
      <dgm:prSet presAssocID="{7D1CF453-33B7-488C-8911-BA37050DC01E}" presName="sibTrans" presStyleCnt="0"/>
      <dgm:spPr/>
    </dgm:pt>
    <dgm:pt modelId="{639E6EF6-651C-424E-B661-F781F7AC9ADC}" type="pres">
      <dgm:prSet presAssocID="{8F17A558-B551-4A7A-A9AD-8DB689064400}" presName="compNode" presStyleCnt="0"/>
      <dgm:spPr/>
    </dgm:pt>
    <dgm:pt modelId="{81A3DEBA-FE42-4C15-92DE-8B201AC7A857}" type="pres">
      <dgm:prSet presAssocID="{8F17A558-B551-4A7A-A9AD-8DB689064400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nfluencer"/>
        </a:ext>
      </dgm:extLst>
    </dgm:pt>
    <dgm:pt modelId="{AB3B1CFE-97F3-4BA9-8D39-B9D4A8BDC567}" type="pres">
      <dgm:prSet presAssocID="{8F17A558-B551-4A7A-A9AD-8DB689064400}" presName="iconSpace" presStyleCnt="0"/>
      <dgm:spPr/>
    </dgm:pt>
    <dgm:pt modelId="{B07E2EB1-540B-4B03-A42A-F4D2662298D1}" type="pres">
      <dgm:prSet presAssocID="{8F17A558-B551-4A7A-A9AD-8DB689064400}" presName="parTx" presStyleLbl="revTx" presStyleIdx="6" presStyleCnt="8">
        <dgm:presLayoutVars>
          <dgm:chMax val="0"/>
          <dgm:chPref val="0"/>
        </dgm:presLayoutVars>
      </dgm:prSet>
      <dgm:spPr/>
    </dgm:pt>
    <dgm:pt modelId="{E3748847-8E2C-49DA-AE1B-F9992725406E}" type="pres">
      <dgm:prSet presAssocID="{8F17A558-B551-4A7A-A9AD-8DB689064400}" presName="txSpace" presStyleCnt="0"/>
      <dgm:spPr/>
    </dgm:pt>
    <dgm:pt modelId="{8FD3035D-0D1A-49BE-A1CD-D41C99918413}" type="pres">
      <dgm:prSet presAssocID="{8F17A558-B551-4A7A-A9AD-8DB689064400}" presName="desTx" presStyleLbl="revTx" presStyleIdx="7" presStyleCnt="8">
        <dgm:presLayoutVars/>
      </dgm:prSet>
      <dgm:spPr/>
    </dgm:pt>
  </dgm:ptLst>
  <dgm:cxnLst>
    <dgm:cxn modelId="{88643C02-CC64-4562-9A79-97536B91528E}" type="presOf" srcId="{3700EDA5-027B-40FD-A16D-E362413F99E2}" destId="{90FA064A-C0E9-4B36-A139-0E9E9EB456E2}" srcOrd="0" destOrd="0" presId="urn:microsoft.com/office/officeart/2018/5/layout/CenteredIconLabelDescriptionList"/>
    <dgm:cxn modelId="{B395241C-4370-4BBF-AA83-B18C5E87890B}" type="presOf" srcId="{507A8735-1230-411A-8A9A-37A4FAA1332D}" destId="{D4BAE70A-A5AE-4E95-AD23-FB1BF5292928}" srcOrd="0" destOrd="1" presId="urn:microsoft.com/office/officeart/2018/5/layout/CenteredIconLabelDescriptionList"/>
    <dgm:cxn modelId="{4713661E-0AFB-470B-957F-D73BADF1C59C}" type="presOf" srcId="{A81A8C68-BDC0-4581-A191-D6F45F11CB2B}" destId="{D212ED69-F736-4676-A9CC-92765DEBA00F}" srcOrd="0" destOrd="0" presId="urn:microsoft.com/office/officeart/2018/5/layout/CenteredIconLabelDescriptionList"/>
    <dgm:cxn modelId="{C9B35626-C24B-4409-9D49-4A17E3411B23}" srcId="{8F17A558-B551-4A7A-A9AD-8DB689064400}" destId="{9A7D0380-D48A-4E1C-A938-DD1AAD9F7E77}" srcOrd="1" destOrd="0" parTransId="{DA42895B-23CD-4252-8363-AF27CE30430F}" sibTransId="{E8C0AB97-6EEF-4890-AF29-2302AB05BED0}"/>
    <dgm:cxn modelId="{F440272D-84E3-417C-A395-05F78BF4300A}" srcId="{A81A8C68-BDC0-4581-A191-D6F45F11CB2B}" destId="{8F17A558-B551-4A7A-A9AD-8DB689064400}" srcOrd="3" destOrd="0" parTransId="{E83187D2-D5A0-40A1-95CA-DC354BE7FB05}" sibTransId="{93017579-B30D-4ECD-9F32-8C3BBD839030}"/>
    <dgm:cxn modelId="{095DF839-9F3B-4AB7-B31F-4CC972D93315}" type="presOf" srcId="{12756B5B-7804-431A-BF62-002B483F91B1}" destId="{8FD3035D-0D1A-49BE-A1CD-D41C99918413}" srcOrd="0" destOrd="3" presId="urn:microsoft.com/office/officeart/2018/5/layout/CenteredIconLabelDescriptionList"/>
    <dgm:cxn modelId="{6D02A93D-8F9A-4441-A4E0-C4E1A972AC2B}" srcId="{A81A8C68-BDC0-4581-A191-D6F45F11CB2B}" destId="{7AFEC449-B508-4F44-8F01-321768842A3B}" srcOrd="2" destOrd="0" parTransId="{3CEAEA01-6FD2-4EF1-AF04-E478AB1A1B7D}" sibTransId="{7D1CF453-33B7-488C-8911-BA37050DC01E}"/>
    <dgm:cxn modelId="{73E4BF5C-0E11-4D07-A8E1-6FFDEADD5CA9}" type="presOf" srcId="{3D2A70F4-36D3-485D-BD0B-3BCAA539DB66}" destId="{53B5A6A9-3E09-42E2-8C54-A323CDB17B6C}" srcOrd="0" destOrd="0" presId="urn:microsoft.com/office/officeart/2018/5/layout/CenteredIconLabelDescriptionList"/>
    <dgm:cxn modelId="{6BD34560-3D75-480F-91C1-881B7D205B9E}" srcId="{8F17A558-B551-4A7A-A9AD-8DB689064400}" destId="{759F0BE0-22AB-4135-977A-6D20A0E1171F}" srcOrd="0" destOrd="0" parTransId="{141508B3-9F56-4A60-B20C-8DCC7A1044A4}" sibTransId="{4E20EABE-1412-47B0-9F16-DAF4BC00801E}"/>
    <dgm:cxn modelId="{522AB967-FA75-4295-8B85-2EABFB636D33}" type="presOf" srcId="{5E92C615-395F-4030-82D0-3D3C0DCD335D}" destId="{B36CD960-CA2A-4F40-AB79-3D3CE21A5B28}" srcOrd="0" destOrd="0" presId="urn:microsoft.com/office/officeart/2018/5/layout/CenteredIconLabelDescriptionList"/>
    <dgm:cxn modelId="{9E1A304D-BDBE-4A3F-8CC5-FF43C9E9D63A}" type="presOf" srcId="{377F67CB-0C6F-44CA-8698-4D92ED03E252}" destId="{E8A1A6DA-2F57-4239-A3C2-BEDD443D5A96}" srcOrd="0" destOrd="1" presId="urn:microsoft.com/office/officeart/2018/5/layout/CenteredIconLabelDescriptionList"/>
    <dgm:cxn modelId="{2BE35C77-D1BF-40CE-A485-14FF29ADDA54}" srcId="{A81A8C68-BDC0-4581-A191-D6F45F11CB2B}" destId="{3D2A70F4-36D3-485D-BD0B-3BCAA539DB66}" srcOrd="0" destOrd="0" parTransId="{C9406DF1-F656-4A15-945A-344E5259DA89}" sibTransId="{5B1425FE-B417-4284-A847-CADD9C644873}"/>
    <dgm:cxn modelId="{26BF9C7C-53E2-4737-8E1F-74BDCC3433F3}" type="presOf" srcId="{EE577941-C723-4A7B-8E0C-3E0C20439B45}" destId="{E8A1A6DA-2F57-4239-A3C2-BEDD443D5A96}" srcOrd="0" destOrd="0" presId="urn:microsoft.com/office/officeart/2018/5/layout/CenteredIconLabelDescriptionList"/>
    <dgm:cxn modelId="{E3B8968F-B4A8-46A5-BCB7-89E016FE63AC}" srcId="{A81A8C68-BDC0-4581-A191-D6F45F11CB2B}" destId="{3700EDA5-027B-40FD-A16D-E362413F99E2}" srcOrd="1" destOrd="0" parTransId="{2941538C-C9BF-400C-90E1-4B93EA384CDB}" sibTransId="{D271CE8F-19DB-47D8-B71D-8592567EC85B}"/>
    <dgm:cxn modelId="{5B8197A8-81C4-45F0-8EBC-ACE43BB93D7B}" srcId="{8F17A558-B551-4A7A-A9AD-8DB689064400}" destId="{DAFDE370-A21C-45FA-96DE-A332D82C5AA3}" srcOrd="2" destOrd="0" parTransId="{636643B4-FB85-4DCC-9FA4-9F98560DC767}" sibTransId="{7CEDE006-5529-41C0-94FB-4E6C640533B9}"/>
    <dgm:cxn modelId="{F2C0F9A9-3D2B-4DA2-8BE2-871216C2F8EA}" type="presOf" srcId="{7AFEC449-B508-4F44-8F01-321768842A3B}" destId="{340802D1-6D67-4D0C-803D-6CEFB060CB23}" srcOrd="0" destOrd="0" presId="urn:microsoft.com/office/officeart/2018/5/layout/CenteredIconLabelDescriptionList"/>
    <dgm:cxn modelId="{60FFB8B4-6331-4C04-8797-9615950575A1}" type="presOf" srcId="{DAFDE370-A21C-45FA-96DE-A332D82C5AA3}" destId="{8FD3035D-0D1A-49BE-A1CD-D41C99918413}" srcOrd="0" destOrd="2" presId="urn:microsoft.com/office/officeart/2018/5/layout/CenteredIconLabelDescriptionList"/>
    <dgm:cxn modelId="{6BAA65B8-0E93-449A-8039-711B807BD6FB}" type="presOf" srcId="{9A7D0380-D48A-4E1C-A938-DD1AAD9F7E77}" destId="{8FD3035D-0D1A-49BE-A1CD-D41C99918413}" srcOrd="0" destOrd="1" presId="urn:microsoft.com/office/officeart/2018/5/layout/CenteredIconLabelDescriptionList"/>
    <dgm:cxn modelId="{6BC008B9-B305-4E33-BCFE-129C56AAF1FC}" type="presOf" srcId="{759F0BE0-22AB-4135-977A-6D20A0E1171F}" destId="{8FD3035D-0D1A-49BE-A1CD-D41C99918413}" srcOrd="0" destOrd="0" presId="urn:microsoft.com/office/officeart/2018/5/layout/CenteredIconLabelDescriptionList"/>
    <dgm:cxn modelId="{2F1DD1D6-3F44-4D14-9666-4813F8223D73}" srcId="{8F17A558-B551-4A7A-A9AD-8DB689064400}" destId="{12756B5B-7804-431A-BF62-002B483F91B1}" srcOrd="3" destOrd="0" parTransId="{44EC0D5F-9284-4D0B-8AD8-B9A1DD0F1CE9}" sibTransId="{A3B9C955-7775-491B-83CD-7E37C8018541}"/>
    <dgm:cxn modelId="{210EFBDB-8C51-4800-B401-AA9055806AFC}" srcId="{3D2A70F4-36D3-485D-BD0B-3BCAA539DB66}" destId="{507A8735-1230-411A-8A9A-37A4FAA1332D}" srcOrd="1" destOrd="0" parTransId="{DFEAED8E-43C0-445E-80BA-CE02A74C9926}" sibTransId="{0C7B64F1-18B3-49CA-958F-1CC2CD10155E}"/>
    <dgm:cxn modelId="{BA8082E0-2CD3-473D-92C5-5889397CC5DB}" type="presOf" srcId="{6850794D-30B8-4C2F-BC7E-7D456B3C4770}" destId="{D4BAE70A-A5AE-4E95-AD23-FB1BF5292928}" srcOrd="0" destOrd="0" presId="urn:microsoft.com/office/officeart/2018/5/layout/CenteredIconLabelDescriptionList"/>
    <dgm:cxn modelId="{BAFAF2E4-77C0-44E4-B869-1B484787ED97}" srcId="{3700EDA5-027B-40FD-A16D-E362413F99E2}" destId="{5E92C615-395F-4030-82D0-3D3C0DCD335D}" srcOrd="0" destOrd="0" parTransId="{60B8E34F-8A86-40D5-A2AF-47EB69A352F3}" sibTransId="{DB96CF92-8E9E-4FF7-9E1A-A0C2B67110B5}"/>
    <dgm:cxn modelId="{2AE26BF1-45CF-4753-A84D-C7B2CCF98A9C}" srcId="{7AFEC449-B508-4F44-8F01-321768842A3B}" destId="{EE577941-C723-4A7B-8E0C-3E0C20439B45}" srcOrd="0" destOrd="0" parTransId="{93AD61F2-90CD-4EAF-A1E0-D9B31D42DE8D}" sibTransId="{3C64DA05-F69C-491F-80CC-F3AF50B399B9}"/>
    <dgm:cxn modelId="{F75AE6F9-B2A0-41D9-8E69-9E2B8769FC56}" srcId="{3D2A70F4-36D3-485D-BD0B-3BCAA539DB66}" destId="{6850794D-30B8-4C2F-BC7E-7D456B3C4770}" srcOrd="0" destOrd="0" parTransId="{70B101BA-557A-48B3-9B57-4652B6264D9E}" sibTransId="{528A54B2-208B-49E8-BD8F-9EFA4713BF0C}"/>
    <dgm:cxn modelId="{6BA1D3FA-785B-4297-9C5B-C75931EA41A3}" srcId="{7AFEC449-B508-4F44-8F01-321768842A3B}" destId="{377F67CB-0C6F-44CA-8698-4D92ED03E252}" srcOrd="1" destOrd="0" parTransId="{B67C5E95-861D-4058-AAFB-1AB1FC8A179C}" sibTransId="{B8681EA4-F449-4887-B022-344796A7AAC7}"/>
    <dgm:cxn modelId="{06B45AFB-CA05-41DF-A60E-C0DC56203F5E}" type="presOf" srcId="{8F17A558-B551-4A7A-A9AD-8DB689064400}" destId="{B07E2EB1-540B-4B03-A42A-F4D2662298D1}" srcOrd="0" destOrd="0" presId="urn:microsoft.com/office/officeart/2018/5/layout/CenteredIconLabelDescriptionList"/>
    <dgm:cxn modelId="{781400B9-6828-4A9A-9CF5-B8BC2B6D61BA}" type="presParOf" srcId="{D212ED69-F736-4676-A9CC-92765DEBA00F}" destId="{98C32795-77FF-4B31-ABEA-6ED0A5A06F1F}" srcOrd="0" destOrd="0" presId="urn:microsoft.com/office/officeart/2018/5/layout/CenteredIconLabelDescriptionList"/>
    <dgm:cxn modelId="{536BFA89-88C3-4B0B-99D7-70F7D8BCECC4}" type="presParOf" srcId="{98C32795-77FF-4B31-ABEA-6ED0A5A06F1F}" destId="{956E186D-8B60-4D2A-AB0D-932130DE3018}" srcOrd="0" destOrd="0" presId="urn:microsoft.com/office/officeart/2018/5/layout/CenteredIconLabelDescriptionList"/>
    <dgm:cxn modelId="{EF01F6F2-DBFA-4875-9096-40E6122A8BB1}" type="presParOf" srcId="{98C32795-77FF-4B31-ABEA-6ED0A5A06F1F}" destId="{CCFC7070-340F-4485-8A9E-720F8BA3FE20}" srcOrd="1" destOrd="0" presId="urn:microsoft.com/office/officeart/2018/5/layout/CenteredIconLabelDescriptionList"/>
    <dgm:cxn modelId="{6CF74ECC-CB50-4BB7-AD4C-5A64869BDBCA}" type="presParOf" srcId="{98C32795-77FF-4B31-ABEA-6ED0A5A06F1F}" destId="{53B5A6A9-3E09-42E2-8C54-A323CDB17B6C}" srcOrd="2" destOrd="0" presId="urn:microsoft.com/office/officeart/2018/5/layout/CenteredIconLabelDescriptionList"/>
    <dgm:cxn modelId="{6206F642-D957-4BD0-B387-99B3FCAD6474}" type="presParOf" srcId="{98C32795-77FF-4B31-ABEA-6ED0A5A06F1F}" destId="{C34BBD17-6989-4CF4-BA4E-859640028760}" srcOrd="3" destOrd="0" presId="urn:microsoft.com/office/officeart/2018/5/layout/CenteredIconLabelDescriptionList"/>
    <dgm:cxn modelId="{6BE5807A-DA32-48DC-9F82-FE9BBA3B3FCA}" type="presParOf" srcId="{98C32795-77FF-4B31-ABEA-6ED0A5A06F1F}" destId="{D4BAE70A-A5AE-4E95-AD23-FB1BF5292928}" srcOrd="4" destOrd="0" presId="urn:microsoft.com/office/officeart/2018/5/layout/CenteredIconLabelDescriptionList"/>
    <dgm:cxn modelId="{48B5FFF2-96C1-4B97-912D-D5C540A00F9B}" type="presParOf" srcId="{D212ED69-F736-4676-A9CC-92765DEBA00F}" destId="{80D976DA-7C03-411B-ADFF-BA3C8A3500CA}" srcOrd="1" destOrd="0" presId="urn:microsoft.com/office/officeart/2018/5/layout/CenteredIconLabelDescriptionList"/>
    <dgm:cxn modelId="{A0356D42-B317-41B2-B6EE-15F8F792FDCB}" type="presParOf" srcId="{D212ED69-F736-4676-A9CC-92765DEBA00F}" destId="{87F61E32-2500-45A5-9C76-6151FAAA1E27}" srcOrd="2" destOrd="0" presId="urn:microsoft.com/office/officeart/2018/5/layout/CenteredIconLabelDescriptionList"/>
    <dgm:cxn modelId="{9C67C964-10CB-44E3-8726-521757DE3F27}" type="presParOf" srcId="{87F61E32-2500-45A5-9C76-6151FAAA1E27}" destId="{3CC65EB5-5DF9-4FAD-9688-139C929F44E0}" srcOrd="0" destOrd="0" presId="urn:microsoft.com/office/officeart/2018/5/layout/CenteredIconLabelDescriptionList"/>
    <dgm:cxn modelId="{95137FF6-30CF-4C6B-A7DA-0250F42E7518}" type="presParOf" srcId="{87F61E32-2500-45A5-9C76-6151FAAA1E27}" destId="{EF88678C-9972-48C8-9DA8-545EE032357A}" srcOrd="1" destOrd="0" presId="urn:microsoft.com/office/officeart/2018/5/layout/CenteredIconLabelDescriptionList"/>
    <dgm:cxn modelId="{5C565331-A9F0-4404-9F74-B4C30F9E9D66}" type="presParOf" srcId="{87F61E32-2500-45A5-9C76-6151FAAA1E27}" destId="{90FA064A-C0E9-4B36-A139-0E9E9EB456E2}" srcOrd="2" destOrd="0" presId="urn:microsoft.com/office/officeart/2018/5/layout/CenteredIconLabelDescriptionList"/>
    <dgm:cxn modelId="{785A1F46-0F75-4DCA-8220-A595853D3C38}" type="presParOf" srcId="{87F61E32-2500-45A5-9C76-6151FAAA1E27}" destId="{76109BA2-86EE-4CE8-ACF3-CC235EFBD097}" srcOrd="3" destOrd="0" presId="urn:microsoft.com/office/officeart/2018/5/layout/CenteredIconLabelDescriptionList"/>
    <dgm:cxn modelId="{AD008664-4F34-4E70-BA6B-A975E501AB1E}" type="presParOf" srcId="{87F61E32-2500-45A5-9C76-6151FAAA1E27}" destId="{B36CD960-CA2A-4F40-AB79-3D3CE21A5B28}" srcOrd="4" destOrd="0" presId="urn:microsoft.com/office/officeart/2018/5/layout/CenteredIconLabelDescriptionList"/>
    <dgm:cxn modelId="{A8E4F7B9-D851-4E87-9FDE-33305F7FB99B}" type="presParOf" srcId="{D212ED69-F736-4676-A9CC-92765DEBA00F}" destId="{B3850217-5509-4287-ADA0-1871AD59C770}" srcOrd="3" destOrd="0" presId="urn:microsoft.com/office/officeart/2018/5/layout/CenteredIconLabelDescriptionList"/>
    <dgm:cxn modelId="{BF2B26E3-1FB1-4471-9488-236D58B6E7E6}" type="presParOf" srcId="{D212ED69-F736-4676-A9CC-92765DEBA00F}" destId="{E05DD023-8FB1-468E-9722-616956A80CE9}" srcOrd="4" destOrd="0" presId="urn:microsoft.com/office/officeart/2018/5/layout/CenteredIconLabelDescriptionList"/>
    <dgm:cxn modelId="{2AC871D2-10D1-4D5B-B6AB-0D58FE71920D}" type="presParOf" srcId="{E05DD023-8FB1-468E-9722-616956A80CE9}" destId="{81669243-0070-46E2-AC43-8965A498E474}" srcOrd="0" destOrd="0" presId="urn:microsoft.com/office/officeart/2018/5/layout/CenteredIconLabelDescriptionList"/>
    <dgm:cxn modelId="{117426BB-774A-4039-AF87-CAB12CA37570}" type="presParOf" srcId="{E05DD023-8FB1-468E-9722-616956A80CE9}" destId="{6C883E36-CCC4-493B-A7C7-7B32210D95DC}" srcOrd="1" destOrd="0" presId="urn:microsoft.com/office/officeart/2018/5/layout/CenteredIconLabelDescriptionList"/>
    <dgm:cxn modelId="{FFD934A6-B1F7-40E7-BEBE-95F36BB6CEB2}" type="presParOf" srcId="{E05DD023-8FB1-468E-9722-616956A80CE9}" destId="{340802D1-6D67-4D0C-803D-6CEFB060CB23}" srcOrd="2" destOrd="0" presId="urn:microsoft.com/office/officeart/2018/5/layout/CenteredIconLabelDescriptionList"/>
    <dgm:cxn modelId="{CBA0002A-DE29-4505-80C3-044955AA05E5}" type="presParOf" srcId="{E05DD023-8FB1-468E-9722-616956A80CE9}" destId="{4D834D31-769E-45C0-94A8-B51E6FD999DA}" srcOrd="3" destOrd="0" presId="urn:microsoft.com/office/officeart/2018/5/layout/CenteredIconLabelDescriptionList"/>
    <dgm:cxn modelId="{84CB25D8-2557-468F-925E-660B3F6FCDAD}" type="presParOf" srcId="{E05DD023-8FB1-468E-9722-616956A80CE9}" destId="{E8A1A6DA-2F57-4239-A3C2-BEDD443D5A96}" srcOrd="4" destOrd="0" presId="urn:microsoft.com/office/officeart/2018/5/layout/CenteredIconLabelDescriptionList"/>
    <dgm:cxn modelId="{9711851D-2D2E-4DB7-81F8-7C91ACA4BCA0}" type="presParOf" srcId="{D212ED69-F736-4676-A9CC-92765DEBA00F}" destId="{23DD22BF-5D99-4A89-AFCF-AE08F8D79A13}" srcOrd="5" destOrd="0" presId="urn:microsoft.com/office/officeart/2018/5/layout/CenteredIconLabelDescriptionList"/>
    <dgm:cxn modelId="{98587837-F717-4F79-B9E4-1D0DE7DD135C}" type="presParOf" srcId="{D212ED69-F736-4676-A9CC-92765DEBA00F}" destId="{639E6EF6-651C-424E-B661-F781F7AC9ADC}" srcOrd="6" destOrd="0" presId="urn:microsoft.com/office/officeart/2018/5/layout/CenteredIconLabelDescriptionList"/>
    <dgm:cxn modelId="{ED48FC6F-141C-4314-9AE5-DD306A6CAA31}" type="presParOf" srcId="{639E6EF6-651C-424E-B661-F781F7AC9ADC}" destId="{81A3DEBA-FE42-4C15-92DE-8B201AC7A857}" srcOrd="0" destOrd="0" presId="urn:microsoft.com/office/officeart/2018/5/layout/CenteredIconLabelDescriptionList"/>
    <dgm:cxn modelId="{DF4EEF5B-B017-483A-A768-CBE759F68BA6}" type="presParOf" srcId="{639E6EF6-651C-424E-B661-F781F7AC9ADC}" destId="{AB3B1CFE-97F3-4BA9-8D39-B9D4A8BDC567}" srcOrd="1" destOrd="0" presId="urn:microsoft.com/office/officeart/2018/5/layout/CenteredIconLabelDescriptionList"/>
    <dgm:cxn modelId="{0B667DDD-43D6-4D13-9010-F15BAF00EC92}" type="presParOf" srcId="{639E6EF6-651C-424E-B661-F781F7AC9ADC}" destId="{B07E2EB1-540B-4B03-A42A-F4D2662298D1}" srcOrd="2" destOrd="0" presId="urn:microsoft.com/office/officeart/2018/5/layout/CenteredIconLabelDescriptionList"/>
    <dgm:cxn modelId="{192FD2E2-38FE-4D95-9A1C-6E76D00564D4}" type="presParOf" srcId="{639E6EF6-651C-424E-B661-F781F7AC9ADC}" destId="{E3748847-8E2C-49DA-AE1B-F9992725406E}" srcOrd="3" destOrd="0" presId="urn:microsoft.com/office/officeart/2018/5/layout/CenteredIconLabelDescriptionList"/>
    <dgm:cxn modelId="{EFCD2CCF-1E9F-41FE-8DAE-93F25175F10F}" type="presParOf" srcId="{639E6EF6-651C-424E-B661-F781F7AC9ADC}" destId="{8FD3035D-0D1A-49BE-A1CD-D41C9991841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A81A8C68-BDC0-4581-A191-D6F45F11CB2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ABA7C480-A34E-42C9-9867-62CFD6D30C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Genesis block</a:t>
          </a:r>
        </a:p>
      </dgm:t>
    </dgm:pt>
    <dgm:pt modelId="{6A421717-2CE2-4F5F-8A58-330885FA5465}" type="parTrans" cxnId="{BC758BC9-D52B-4FF9-BAFE-82317624F0DA}">
      <dgm:prSet/>
      <dgm:spPr/>
      <dgm:t>
        <a:bodyPr/>
        <a:lstStyle/>
        <a:p>
          <a:endParaRPr lang="tr-TR"/>
        </a:p>
      </dgm:t>
    </dgm:pt>
    <dgm:pt modelId="{D901F7CE-BBFD-4275-9895-F04DA9172827}" type="sibTrans" cxnId="{BC758BC9-D52B-4FF9-BAFE-82317624F0DA}">
      <dgm:prSet/>
      <dgm:spPr/>
      <dgm:t>
        <a:bodyPr/>
        <a:lstStyle/>
        <a:p>
          <a:endParaRPr lang="tr-TR"/>
        </a:p>
      </dgm:t>
    </dgm:pt>
    <dgm:pt modelId="{661C590C-881A-440D-B24C-A8F33B5AAFD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is </a:t>
          </a:r>
          <a:r>
            <a:rPr lang="en-US" dirty="0"/>
            <a:t>a secure “root”</a:t>
          </a:r>
          <a:endParaRPr lang="tr-TR" dirty="0"/>
        </a:p>
      </dgm:t>
    </dgm:pt>
    <dgm:pt modelId="{428F547D-9AA8-48D5-B711-A86A8514CD40}" type="parTrans" cxnId="{9EFF00E1-4534-42F7-A3DB-79ADC3A63A82}">
      <dgm:prSet/>
      <dgm:spPr/>
      <dgm:t>
        <a:bodyPr/>
        <a:lstStyle/>
        <a:p>
          <a:endParaRPr lang="tr-TR"/>
        </a:p>
      </dgm:t>
    </dgm:pt>
    <dgm:pt modelId="{EAD163F2-519E-4848-A8DD-03582D51EEC7}" type="sibTrans" cxnId="{9EFF00E1-4534-42F7-A3DB-79ADC3A63A82}">
      <dgm:prSet/>
      <dgm:spPr/>
      <dgm:t>
        <a:bodyPr/>
        <a:lstStyle/>
        <a:p>
          <a:endParaRPr lang="tr-TR"/>
        </a:p>
      </dgm:t>
    </dgm:pt>
    <dgm:pt modelId="{196B706E-5E5E-4371-971A-9C9FA082FF1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See in bitcoin core client</a:t>
          </a:r>
        </a:p>
      </dgm:t>
    </dgm:pt>
    <dgm:pt modelId="{891C807E-6737-4A73-B4C2-CEEE4F299C54}" type="parTrans" cxnId="{E4722FF4-6878-47C2-81C6-F340BE8870C0}">
      <dgm:prSet/>
      <dgm:spPr/>
      <dgm:t>
        <a:bodyPr/>
        <a:lstStyle/>
        <a:p>
          <a:endParaRPr lang="tr-TR"/>
        </a:p>
      </dgm:t>
    </dgm:pt>
    <dgm:pt modelId="{4FC206A9-4E31-42E5-B0A5-3954B50F880B}" type="sibTrans" cxnId="{E4722FF4-6878-47C2-81C6-F340BE8870C0}">
      <dgm:prSet/>
      <dgm:spPr/>
      <dgm:t>
        <a:bodyPr/>
        <a:lstStyle/>
        <a:p>
          <a:endParaRPr lang="tr-TR"/>
        </a:p>
      </dgm:t>
    </dgm:pt>
    <dgm:pt modelId="{E3DA6B1E-7256-4F63-9829-CBE83D3BE91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>
              <a:hlinkClick xmlns:r="http://schemas.openxmlformats.org/officeDocument/2006/relationships" r:id="rId1"/>
            </a:rPr>
            <a:t>Github link</a:t>
          </a:r>
          <a:endParaRPr lang="tr-TR"/>
        </a:p>
      </dgm:t>
    </dgm:pt>
    <dgm:pt modelId="{0D134BEC-5A49-4078-B689-9EBE787E4839}" type="parTrans" cxnId="{1657A242-9B64-4511-ADDF-E84EC784FEB4}">
      <dgm:prSet/>
      <dgm:spPr/>
      <dgm:t>
        <a:bodyPr/>
        <a:lstStyle/>
        <a:p>
          <a:endParaRPr lang="tr-TR"/>
        </a:p>
      </dgm:t>
    </dgm:pt>
    <dgm:pt modelId="{06A25CAA-D33F-4C5E-AD55-338FC667CFB1}" type="sibTrans" cxnId="{1657A242-9B64-4511-ADDF-E84EC784FEB4}">
      <dgm:prSet/>
      <dgm:spPr/>
      <dgm:t>
        <a:bodyPr/>
        <a:lstStyle/>
        <a:p>
          <a:endParaRPr lang="tr-TR"/>
        </a:p>
      </dgm:t>
    </dgm:pt>
    <dgm:pt modelId="{22C77955-59AB-4344-AFE2-CCC00024E23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block explorer </a:t>
          </a:r>
          <a:endParaRPr lang="tr-TR" dirty="0"/>
        </a:p>
      </dgm:t>
    </dgm:pt>
    <dgm:pt modelId="{72FCE9BB-846A-4EC3-9C4A-2921E11C6057}" type="parTrans" cxnId="{A77E7DE1-A72B-4FE4-B4FD-A7A67C346F67}">
      <dgm:prSet/>
      <dgm:spPr/>
      <dgm:t>
        <a:bodyPr/>
        <a:lstStyle/>
        <a:p>
          <a:endParaRPr lang="tr-TR"/>
        </a:p>
      </dgm:t>
    </dgm:pt>
    <dgm:pt modelId="{D77A294A-304B-4E48-A67B-5BA33A3ED43A}" type="sibTrans" cxnId="{A77E7DE1-A72B-4FE4-B4FD-A7A67C346F67}">
      <dgm:prSet/>
      <dgm:spPr/>
      <dgm:t>
        <a:bodyPr/>
        <a:lstStyle/>
        <a:p>
          <a:endParaRPr lang="tr-TR"/>
        </a:p>
      </dgm:t>
    </dgm:pt>
    <dgm:pt modelId="{0AE3F30E-733A-4D2B-829E-850CBCE95F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website</a:t>
          </a:r>
          <a:endParaRPr lang="tr-TR" dirty="0"/>
        </a:p>
      </dgm:t>
    </dgm:pt>
    <dgm:pt modelId="{D50A0101-4723-4859-9BA2-86A31ECCD4FF}" type="parTrans" cxnId="{85C07527-6E05-4F14-9186-04A942D431B7}">
      <dgm:prSet/>
      <dgm:spPr/>
      <dgm:t>
        <a:bodyPr/>
        <a:lstStyle/>
        <a:p>
          <a:endParaRPr lang="tr-TR"/>
        </a:p>
      </dgm:t>
    </dgm:pt>
    <dgm:pt modelId="{967368F5-1506-4C4F-A033-AB23383F6E09}" type="sibTrans" cxnId="{85C07527-6E05-4F14-9186-04A942D431B7}">
      <dgm:prSet/>
      <dgm:spPr/>
      <dgm:t>
        <a:bodyPr/>
        <a:lstStyle/>
        <a:p>
          <a:endParaRPr lang="tr-TR"/>
        </a:p>
      </dgm:t>
    </dgm:pt>
    <dgm:pt modelId="{295FDD5A-25CE-45F4-911A-54BFA869F1C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>
              <a:hlinkClick xmlns:r="http://schemas.openxmlformats.org/officeDocument/2006/relationships" r:id="rId2"/>
            </a:rPr>
            <a:t>Search link</a:t>
          </a:r>
          <a:endParaRPr lang="tr-TR"/>
        </a:p>
      </dgm:t>
    </dgm:pt>
    <dgm:pt modelId="{B42302A5-8B42-4C66-8F29-E500EE01D29F}" type="parTrans" cxnId="{7E123BA5-9F44-4E6C-B2B6-5AE7BF9D81B1}">
      <dgm:prSet/>
      <dgm:spPr/>
      <dgm:t>
        <a:bodyPr/>
        <a:lstStyle/>
        <a:p>
          <a:endParaRPr lang="tr-TR"/>
        </a:p>
      </dgm:t>
    </dgm:pt>
    <dgm:pt modelId="{6E24A39B-1F6C-41D2-B6E2-F62AE9FC3922}" type="sibTrans" cxnId="{7E123BA5-9F44-4E6C-B2B6-5AE7BF9D81B1}">
      <dgm:prSet/>
      <dgm:spPr/>
      <dgm:t>
        <a:bodyPr/>
        <a:lstStyle/>
        <a:p>
          <a:endParaRPr lang="tr-TR"/>
        </a:p>
      </dgm:t>
    </dgm:pt>
    <dgm:pt modelId="{300A8E6F-0926-44E6-8405-D7C550E24E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build a trusted blockchain.</a:t>
          </a:r>
          <a:endParaRPr lang="tr-TR" dirty="0"/>
        </a:p>
      </dgm:t>
    </dgm:pt>
    <dgm:pt modelId="{181D437F-EC32-41D1-A5F1-1E570AE7432F}" type="parTrans" cxnId="{DE02EDF9-E23C-4213-B62F-8C2166F58A4B}">
      <dgm:prSet/>
      <dgm:spPr/>
      <dgm:t>
        <a:bodyPr/>
        <a:lstStyle/>
        <a:p>
          <a:endParaRPr lang="tr-TR"/>
        </a:p>
      </dgm:t>
    </dgm:pt>
    <dgm:pt modelId="{A2D3E24E-86D9-4AA4-8AFB-46FCF59E07F8}" type="sibTrans" cxnId="{DE02EDF9-E23C-4213-B62F-8C2166F58A4B}">
      <dgm:prSet/>
      <dgm:spPr/>
      <dgm:t>
        <a:bodyPr/>
        <a:lstStyle/>
        <a:p>
          <a:endParaRPr lang="tr-TR"/>
        </a:p>
      </dgm:t>
    </dgm:pt>
    <dgm:pt modelId="{8F61E363-D192-40CE-B0C1-304093833E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such as blockchain.info</a:t>
          </a:r>
          <a:endParaRPr lang="tr-TR" dirty="0"/>
        </a:p>
      </dgm:t>
    </dgm:pt>
    <dgm:pt modelId="{639D3359-15FF-4023-81D4-4C45EA08D270}" type="parTrans" cxnId="{C2762487-69B1-4F3B-9462-3099AD3B31AE}">
      <dgm:prSet/>
      <dgm:spPr/>
      <dgm:t>
        <a:bodyPr/>
        <a:lstStyle/>
        <a:p>
          <a:endParaRPr lang="tr-TR"/>
        </a:p>
      </dgm:t>
    </dgm:pt>
    <dgm:pt modelId="{7E789D0B-8D98-4488-87EA-209EC7927936}" type="sibTrans" cxnId="{C2762487-69B1-4F3B-9462-3099AD3B31AE}">
      <dgm:prSet/>
      <dgm:spPr/>
      <dgm:t>
        <a:bodyPr/>
        <a:lstStyle/>
        <a:p>
          <a:endParaRPr lang="tr-TR"/>
        </a:p>
      </dgm:t>
    </dgm:pt>
    <dgm:pt modelId="{DF32AE40-A27B-457A-B131-4CE312A2993E}" type="pres">
      <dgm:prSet presAssocID="{A81A8C68-BDC0-4581-A191-D6F45F11CB2B}" presName="root" presStyleCnt="0">
        <dgm:presLayoutVars>
          <dgm:dir/>
          <dgm:resizeHandles val="exact"/>
        </dgm:presLayoutVars>
      </dgm:prSet>
      <dgm:spPr/>
    </dgm:pt>
    <dgm:pt modelId="{02C45E1F-DBC1-4609-A9B4-B8F3473CFD56}" type="pres">
      <dgm:prSet presAssocID="{ABA7C480-A34E-42C9-9867-62CFD6D30C8F}" presName="compNode" presStyleCnt="0"/>
      <dgm:spPr/>
    </dgm:pt>
    <dgm:pt modelId="{A6F80670-A4F8-4FAB-B7AD-AA46B2B28F8C}" type="pres">
      <dgm:prSet presAssocID="{ABA7C480-A34E-42C9-9867-62CFD6D30C8F}" presName="iconRect" presStyleLbl="node1" presStyleIdx="0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rt Lock"/>
        </a:ext>
      </dgm:extLst>
    </dgm:pt>
    <dgm:pt modelId="{E51B471B-E2A2-4A07-8DEE-4062FFF24CF8}" type="pres">
      <dgm:prSet presAssocID="{ABA7C480-A34E-42C9-9867-62CFD6D30C8F}" presName="iconSpace" presStyleCnt="0"/>
      <dgm:spPr/>
    </dgm:pt>
    <dgm:pt modelId="{3451E56C-43E4-4415-935D-0C0925C6BD97}" type="pres">
      <dgm:prSet presAssocID="{ABA7C480-A34E-42C9-9867-62CFD6D30C8F}" presName="parTx" presStyleLbl="revTx" presStyleIdx="0" presStyleCnt="6">
        <dgm:presLayoutVars>
          <dgm:chMax val="0"/>
          <dgm:chPref val="0"/>
        </dgm:presLayoutVars>
      </dgm:prSet>
      <dgm:spPr/>
    </dgm:pt>
    <dgm:pt modelId="{DC7B6669-23F9-4688-B407-393A33B1C06E}" type="pres">
      <dgm:prSet presAssocID="{ABA7C480-A34E-42C9-9867-62CFD6D30C8F}" presName="txSpace" presStyleCnt="0"/>
      <dgm:spPr/>
    </dgm:pt>
    <dgm:pt modelId="{D91C99B7-D8E3-454E-9E72-79F026998993}" type="pres">
      <dgm:prSet presAssocID="{ABA7C480-A34E-42C9-9867-62CFD6D30C8F}" presName="desTx" presStyleLbl="revTx" presStyleIdx="1" presStyleCnt="6">
        <dgm:presLayoutVars/>
      </dgm:prSet>
      <dgm:spPr/>
    </dgm:pt>
    <dgm:pt modelId="{82C29C01-2AB1-4C86-BE10-0561264721F6}" type="pres">
      <dgm:prSet presAssocID="{D901F7CE-BBFD-4275-9895-F04DA9172827}" presName="sibTrans" presStyleCnt="0"/>
      <dgm:spPr/>
    </dgm:pt>
    <dgm:pt modelId="{2106C102-E54C-44C8-884A-E448D8446312}" type="pres">
      <dgm:prSet presAssocID="{196B706E-5E5E-4371-971A-9C9FA082FF13}" presName="compNode" presStyleCnt="0"/>
      <dgm:spPr/>
    </dgm:pt>
    <dgm:pt modelId="{39108838-8CEF-4EC2-A2A9-CBCB9CEADFA4}" type="pres">
      <dgm:prSet presAssocID="{196B706E-5E5E-4371-971A-9C9FA082FF13}" presName="iconRect" presStyleLbl="node1" presStyleIdx="1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0E454614-81A0-4ADF-9CBF-7B8F187E5159}" type="pres">
      <dgm:prSet presAssocID="{196B706E-5E5E-4371-971A-9C9FA082FF13}" presName="iconSpace" presStyleCnt="0"/>
      <dgm:spPr/>
    </dgm:pt>
    <dgm:pt modelId="{A3D45F38-D410-4A7E-9CD6-76D00DBF156F}" type="pres">
      <dgm:prSet presAssocID="{196B706E-5E5E-4371-971A-9C9FA082FF13}" presName="parTx" presStyleLbl="revTx" presStyleIdx="2" presStyleCnt="6">
        <dgm:presLayoutVars>
          <dgm:chMax val="0"/>
          <dgm:chPref val="0"/>
        </dgm:presLayoutVars>
      </dgm:prSet>
      <dgm:spPr/>
    </dgm:pt>
    <dgm:pt modelId="{17A15E71-A044-4E37-8423-C2A6DD65CE1D}" type="pres">
      <dgm:prSet presAssocID="{196B706E-5E5E-4371-971A-9C9FA082FF13}" presName="txSpace" presStyleCnt="0"/>
      <dgm:spPr/>
    </dgm:pt>
    <dgm:pt modelId="{096AC13F-1450-428E-8A26-D7791476B340}" type="pres">
      <dgm:prSet presAssocID="{196B706E-5E5E-4371-971A-9C9FA082FF13}" presName="desTx" presStyleLbl="revTx" presStyleIdx="3" presStyleCnt="6">
        <dgm:presLayoutVars/>
      </dgm:prSet>
      <dgm:spPr/>
    </dgm:pt>
    <dgm:pt modelId="{65E0BC57-69F7-4F8B-92D3-5257A6036431}" type="pres">
      <dgm:prSet presAssocID="{4FC206A9-4E31-42E5-B0A5-3954B50F880B}" presName="sibTrans" presStyleCnt="0"/>
      <dgm:spPr/>
    </dgm:pt>
    <dgm:pt modelId="{1B8161E4-468C-403A-B19F-C8975FA079E5}" type="pres">
      <dgm:prSet presAssocID="{22C77955-59AB-4344-AFE2-CCC00024E232}" presName="compNode" presStyleCnt="0"/>
      <dgm:spPr/>
    </dgm:pt>
    <dgm:pt modelId="{43A02FF7-6473-4A31-948E-A1005BAC4039}" type="pres">
      <dgm:prSet presAssocID="{22C77955-59AB-4344-AFE2-CCC00024E232}" presName="iconRect" presStyleLbl="node1" presStyleIdx="2" presStyleCnt="3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F308F1A0-2166-452C-9E67-08CD459282D7}" type="pres">
      <dgm:prSet presAssocID="{22C77955-59AB-4344-AFE2-CCC00024E232}" presName="iconSpace" presStyleCnt="0"/>
      <dgm:spPr/>
    </dgm:pt>
    <dgm:pt modelId="{7F5ADDB6-EF68-473C-94F4-851DEDD07764}" type="pres">
      <dgm:prSet presAssocID="{22C77955-59AB-4344-AFE2-CCC00024E232}" presName="parTx" presStyleLbl="revTx" presStyleIdx="4" presStyleCnt="6">
        <dgm:presLayoutVars>
          <dgm:chMax val="0"/>
          <dgm:chPref val="0"/>
        </dgm:presLayoutVars>
      </dgm:prSet>
      <dgm:spPr/>
    </dgm:pt>
    <dgm:pt modelId="{229CED33-6602-4092-B487-5B8675826325}" type="pres">
      <dgm:prSet presAssocID="{22C77955-59AB-4344-AFE2-CCC00024E232}" presName="txSpace" presStyleCnt="0"/>
      <dgm:spPr/>
    </dgm:pt>
    <dgm:pt modelId="{5502AF25-383F-4FA1-ADBD-2C242F7564B0}" type="pres">
      <dgm:prSet presAssocID="{22C77955-59AB-4344-AFE2-CCC00024E232}" presName="desTx" presStyleLbl="revTx" presStyleIdx="5" presStyleCnt="6">
        <dgm:presLayoutVars/>
      </dgm:prSet>
      <dgm:spPr/>
    </dgm:pt>
  </dgm:ptLst>
  <dgm:cxnLst>
    <dgm:cxn modelId="{5F1AB610-8F77-45C7-B5C5-6035C7BA77F5}" type="presOf" srcId="{ABA7C480-A34E-42C9-9867-62CFD6D30C8F}" destId="{3451E56C-43E4-4415-935D-0C0925C6BD97}" srcOrd="0" destOrd="0" presId="urn:microsoft.com/office/officeart/2018/5/layout/CenteredIconLabelDescriptionList"/>
    <dgm:cxn modelId="{F251541A-1A7A-476F-B633-5C5C232589C3}" type="presOf" srcId="{0AE3F30E-733A-4D2B-829E-850CBCE95FA5}" destId="{5502AF25-383F-4FA1-ADBD-2C242F7564B0}" srcOrd="0" destOrd="0" presId="urn:microsoft.com/office/officeart/2018/5/layout/CenteredIconLabelDescriptionList"/>
    <dgm:cxn modelId="{D52F0624-7E5E-41EE-84E2-199E94976D75}" type="presOf" srcId="{E3DA6B1E-7256-4F63-9829-CBE83D3BE91A}" destId="{096AC13F-1450-428E-8A26-D7791476B340}" srcOrd="0" destOrd="0" presId="urn:microsoft.com/office/officeart/2018/5/layout/CenteredIconLabelDescriptionList"/>
    <dgm:cxn modelId="{85C07527-6E05-4F14-9186-04A942D431B7}" srcId="{22C77955-59AB-4344-AFE2-CCC00024E232}" destId="{0AE3F30E-733A-4D2B-829E-850CBCE95FA5}" srcOrd="0" destOrd="0" parTransId="{D50A0101-4723-4859-9BA2-86A31ECCD4FF}" sibTransId="{967368F5-1506-4C4F-A033-AB23383F6E09}"/>
    <dgm:cxn modelId="{9541F138-0C92-4C2E-BC90-97F22493C38E}" type="presOf" srcId="{8F61E363-D192-40CE-B0C1-304093833EB1}" destId="{5502AF25-383F-4FA1-ADBD-2C242F7564B0}" srcOrd="0" destOrd="1" presId="urn:microsoft.com/office/officeart/2018/5/layout/CenteredIconLabelDescriptionList"/>
    <dgm:cxn modelId="{1657A242-9B64-4511-ADDF-E84EC784FEB4}" srcId="{196B706E-5E5E-4371-971A-9C9FA082FF13}" destId="{E3DA6B1E-7256-4F63-9829-CBE83D3BE91A}" srcOrd="0" destOrd="0" parTransId="{0D134BEC-5A49-4078-B689-9EBE787E4839}" sibTransId="{06A25CAA-D33F-4C5E-AD55-338FC667CFB1}"/>
    <dgm:cxn modelId="{17114564-5B90-44BB-BEAF-598CFC12DC28}" type="presOf" srcId="{A81A8C68-BDC0-4581-A191-D6F45F11CB2B}" destId="{DF32AE40-A27B-457A-B131-4CE312A2993E}" srcOrd="0" destOrd="0" presId="urn:microsoft.com/office/officeart/2018/5/layout/CenteredIconLabelDescriptionList"/>
    <dgm:cxn modelId="{45912256-1296-4A50-9F7B-5C1EDAF51141}" type="presOf" srcId="{300A8E6F-0926-44E6-8405-D7C550E24E7E}" destId="{D91C99B7-D8E3-454E-9E72-79F026998993}" srcOrd="0" destOrd="1" presId="urn:microsoft.com/office/officeart/2018/5/layout/CenteredIconLabelDescriptionList"/>
    <dgm:cxn modelId="{FCC83978-93CF-4FF5-8C5B-409F7D0DD51B}" type="presOf" srcId="{661C590C-881A-440D-B24C-A8F33B5AAFD5}" destId="{D91C99B7-D8E3-454E-9E72-79F026998993}" srcOrd="0" destOrd="0" presId="urn:microsoft.com/office/officeart/2018/5/layout/CenteredIconLabelDescriptionList"/>
    <dgm:cxn modelId="{C2762487-69B1-4F3B-9462-3099AD3B31AE}" srcId="{22C77955-59AB-4344-AFE2-CCC00024E232}" destId="{8F61E363-D192-40CE-B0C1-304093833EB1}" srcOrd="1" destOrd="0" parTransId="{639D3359-15FF-4023-81D4-4C45EA08D270}" sibTransId="{7E789D0B-8D98-4488-87EA-209EC7927936}"/>
    <dgm:cxn modelId="{AC06DE8C-40F4-4F87-B192-A7E2CD79895B}" type="presOf" srcId="{295FDD5A-25CE-45F4-911A-54BFA869F1CD}" destId="{5502AF25-383F-4FA1-ADBD-2C242F7564B0}" srcOrd="0" destOrd="2" presId="urn:microsoft.com/office/officeart/2018/5/layout/CenteredIconLabelDescriptionList"/>
    <dgm:cxn modelId="{7E123BA5-9F44-4E6C-B2B6-5AE7BF9D81B1}" srcId="{22C77955-59AB-4344-AFE2-CCC00024E232}" destId="{295FDD5A-25CE-45F4-911A-54BFA869F1CD}" srcOrd="2" destOrd="0" parTransId="{B42302A5-8B42-4C66-8F29-E500EE01D29F}" sibTransId="{6E24A39B-1F6C-41D2-B6E2-F62AE9FC3922}"/>
    <dgm:cxn modelId="{4F6C8CB2-E481-436C-82B5-7D76D3792B4D}" type="presOf" srcId="{22C77955-59AB-4344-AFE2-CCC00024E232}" destId="{7F5ADDB6-EF68-473C-94F4-851DEDD07764}" srcOrd="0" destOrd="0" presId="urn:microsoft.com/office/officeart/2018/5/layout/CenteredIconLabelDescriptionList"/>
    <dgm:cxn modelId="{64628AC2-1A82-4CBE-A7AF-0571377DCF33}" type="presOf" srcId="{196B706E-5E5E-4371-971A-9C9FA082FF13}" destId="{A3D45F38-D410-4A7E-9CD6-76D00DBF156F}" srcOrd="0" destOrd="0" presId="urn:microsoft.com/office/officeart/2018/5/layout/CenteredIconLabelDescriptionList"/>
    <dgm:cxn modelId="{BC758BC9-D52B-4FF9-BAFE-82317624F0DA}" srcId="{A81A8C68-BDC0-4581-A191-D6F45F11CB2B}" destId="{ABA7C480-A34E-42C9-9867-62CFD6D30C8F}" srcOrd="0" destOrd="0" parTransId="{6A421717-2CE2-4F5F-8A58-330885FA5465}" sibTransId="{D901F7CE-BBFD-4275-9895-F04DA9172827}"/>
    <dgm:cxn modelId="{9EFF00E1-4534-42F7-A3DB-79ADC3A63A82}" srcId="{ABA7C480-A34E-42C9-9867-62CFD6D30C8F}" destId="{661C590C-881A-440D-B24C-A8F33B5AAFD5}" srcOrd="0" destOrd="0" parTransId="{428F547D-9AA8-48D5-B711-A86A8514CD40}" sibTransId="{EAD163F2-519E-4848-A8DD-03582D51EEC7}"/>
    <dgm:cxn modelId="{A77E7DE1-A72B-4FE4-B4FD-A7A67C346F67}" srcId="{A81A8C68-BDC0-4581-A191-D6F45F11CB2B}" destId="{22C77955-59AB-4344-AFE2-CCC00024E232}" srcOrd="2" destOrd="0" parTransId="{72FCE9BB-846A-4EC3-9C4A-2921E11C6057}" sibTransId="{D77A294A-304B-4E48-A67B-5BA33A3ED43A}"/>
    <dgm:cxn modelId="{E4722FF4-6878-47C2-81C6-F340BE8870C0}" srcId="{A81A8C68-BDC0-4581-A191-D6F45F11CB2B}" destId="{196B706E-5E5E-4371-971A-9C9FA082FF13}" srcOrd="1" destOrd="0" parTransId="{891C807E-6737-4A73-B4C2-CEEE4F299C54}" sibTransId="{4FC206A9-4E31-42E5-B0A5-3954B50F880B}"/>
    <dgm:cxn modelId="{DE02EDF9-E23C-4213-B62F-8C2166F58A4B}" srcId="{ABA7C480-A34E-42C9-9867-62CFD6D30C8F}" destId="{300A8E6F-0926-44E6-8405-D7C550E24E7E}" srcOrd="1" destOrd="0" parTransId="{181D437F-EC32-41D1-A5F1-1E570AE7432F}" sibTransId="{A2D3E24E-86D9-4AA4-8AFB-46FCF59E07F8}"/>
    <dgm:cxn modelId="{7B6C6B73-60C8-4717-BFBF-F452484D1914}" type="presParOf" srcId="{DF32AE40-A27B-457A-B131-4CE312A2993E}" destId="{02C45E1F-DBC1-4609-A9B4-B8F3473CFD56}" srcOrd="0" destOrd="0" presId="urn:microsoft.com/office/officeart/2018/5/layout/CenteredIconLabelDescriptionList"/>
    <dgm:cxn modelId="{3AC893E6-9DC3-4266-801F-59ED5273FBC5}" type="presParOf" srcId="{02C45E1F-DBC1-4609-A9B4-B8F3473CFD56}" destId="{A6F80670-A4F8-4FAB-B7AD-AA46B2B28F8C}" srcOrd="0" destOrd="0" presId="urn:microsoft.com/office/officeart/2018/5/layout/CenteredIconLabelDescriptionList"/>
    <dgm:cxn modelId="{F57B90A0-C9B4-440B-9DBF-1C1CD19A0454}" type="presParOf" srcId="{02C45E1F-DBC1-4609-A9B4-B8F3473CFD56}" destId="{E51B471B-E2A2-4A07-8DEE-4062FFF24CF8}" srcOrd="1" destOrd="0" presId="urn:microsoft.com/office/officeart/2018/5/layout/CenteredIconLabelDescriptionList"/>
    <dgm:cxn modelId="{9CEF8B29-EB3F-4EC2-9340-5006E2D1F128}" type="presParOf" srcId="{02C45E1F-DBC1-4609-A9B4-B8F3473CFD56}" destId="{3451E56C-43E4-4415-935D-0C0925C6BD97}" srcOrd="2" destOrd="0" presId="urn:microsoft.com/office/officeart/2018/5/layout/CenteredIconLabelDescriptionList"/>
    <dgm:cxn modelId="{6DF343F6-5183-46A6-8AFA-2C5B2DC374E5}" type="presParOf" srcId="{02C45E1F-DBC1-4609-A9B4-B8F3473CFD56}" destId="{DC7B6669-23F9-4688-B407-393A33B1C06E}" srcOrd="3" destOrd="0" presId="urn:microsoft.com/office/officeart/2018/5/layout/CenteredIconLabelDescriptionList"/>
    <dgm:cxn modelId="{BFF44D5A-03DB-45E5-A0E0-06888E6721BD}" type="presParOf" srcId="{02C45E1F-DBC1-4609-A9B4-B8F3473CFD56}" destId="{D91C99B7-D8E3-454E-9E72-79F026998993}" srcOrd="4" destOrd="0" presId="urn:microsoft.com/office/officeart/2018/5/layout/CenteredIconLabelDescriptionList"/>
    <dgm:cxn modelId="{2AE7ECD0-8AA3-4B53-AA87-9B7A519E6F09}" type="presParOf" srcId="{DF32AE40-A27B-457A-B131-4CE312A2993E}" destId="{82C29C01-2AB1-4C86-BE10-0561264721F6}" srcOrd="1" destOrd="0" presId="urn:microsoft.com/office/officeart/2018/5/layout/CenteredIconLabelDescriptionList"/>
    <dgm:cxn modelId="{9033BF9F-EFDB-42EF-B070-61F8EE8FF456}" type="presParOf" srcId="{DF32AE40-A27B-457A-B131-4CE312A2993E}" destId="{2106C102-E54C-44C8-884A-E448D8446312}" srcOrd="2" destOrd="0" presId="urn:microsoft.com/office/officeart/2018/5/layout/CenteredIconLabelDescriptionList"/>
    <dgm:cxn modelId="{8E997B4E-8FA6-4532-9E41-9B3A7C824DF2}" type="presParOf" srcId="{2106C102-E54C-44C8-884A-E448D8446312}" destId="{39108838-8CEF-4EC2-A2A9-CBCB9CEADFA4}" srcOrd="0" destOrd="0" presId="urn:microsoft.com/office/officeart/2018/5/layout/CenteredIconLabelDescriptionList"/>
    <dgm:cxn modelId="{2E19DA6F-6B1C-4E1D-B805-A1DAD9FA49B6}" type="presParOf" srcId="{2106C102-E54C-44C8-884A-E448D8446312}" destId="{0E454614-81A0-4ADF-9CBF-7B8F187E5159}" srcOrd="1" destOrd="0" presId="urn:microsoft.com/office/officeart/2018/5/layout/CenteredIconLabelDescriptionList"/>
    <dgm:cxn modelId="{B99ED831-2FFE-493D-A6F6-56D17DC18F67}" type="presParOf" srcId="{2106C102-E54C-44C8-884A-E448D8446312}" destId="{A3D45F38-D410-4A7E-9CD6-76D00DBF156F}" srcOrd="2" destOrd="0" presId="urn:microsoft.com/office/officeart/2018/5/layout/CenteredIconLabelDescriptionList"/>
    <dgm:cxn modelId="{D282368F-AA28-4744-BD07-76685ECF3E81}" type="presParOf" srcId="{2106C102-E54C-44C8-884A-E448D8446312}" destId="{17A15E71-A044-4E37-8423-C2A6DD65CE1D}" srcOrd="3" destOrd="0" presId="urn:microsoft.com/office/officeart/2018/5/layout/CenteredIconLabelDescriptionList"/>
    <dgm:cxn modelId="{CB61D80F-FAB8-4147-B820-0D001AAF2C16}" type="presParOf" srcId="{2106C102-E54C-44C8-884A-E448D8446312}" destId="{096AC13F-1450-428E-8A26-D7791476B340}" srcOrd="4" destOrd="0" presId="urn:microsoft.com/office/officeart/2018/5/layout/CenteredIconLabelDescriptionList"/>
    <dgm:cxn modelId="{CF670B65-198F-4BEE-BA2E-FEA7785BB60F}" type="presParOf" srcId="{DF32AE40-A27B-457A-B131-4CE312A2993E}" destId="{65E0BC57-69F7-4F8B-92D3-5257A6036431}" srcOrd="3" destOrd="0" presId="urn:microsoft.com/office/officeart/2018/5/layout/CenteredIconLabelDescriptionList"/>
    <dgm:cxn modelId="{7EEC2E63-B184-4467-AF63-EAD364D92B89}" type="presParOf" srcId="{DF32AE40-A27B-457A-B131-4CE312A2993E}" destId="{1B8161E4-468C-403A-B19F-C8975FA079E5}" srcOrd="4" destOrd="0" presId="urn:microsoft.com/office/officeart/2018/5/layout/CenteredIconLabelDescriptionList"/>
    <dgm:cxn modelId="{4225956C-DB84-4DC6-9337-AC0716CCE787}" type="presParOf" srcId="{1B8161E4-468C-403A-B19F-C8975FA079E5}" destId="{43A02FF7-6473-4A31-948E-A1005BAC4039}" srcOrd="0" destOrd="0" presId="urn:microsoft.com/office/officeart/2018/5/layout/CenteredIconLabelDescriptionList"/>
    <dgm:cxn modelId="{B2FCCCD6-E094-45AF-B7D5-E7093514DEB8}" type="presParOf" srcId="{1B8161E4-468C-403A-B19F-C8975FA079E5}" destId="{F308F1A0-2166-452C-9E67-08CD459282D7}" srcOrd="1" destOrd="0" presId="urn:microsoft.com/office/officeart/2018/5/layout/CenteredIconLabelDescriptionList"/>
    <dgm:cxn modelId="{8B16A63D-2257-4682-ACE8-00FA6F1CD26D}" type="presParOf" srcId="{1B8161E4-468C-403A-B19F-C8975FA079E5}" destId="{7F5ADDB6-EF68-473C-94F4-851DEDD07764}" srcOrd="2" destOrd="0" presId="urn:microsoft.com/office/officeart/2018/5/layout/CenteredIconLabelDescriptionList"/>
    <dgm:cxn modelId="{172E0E2A-F748-4E7D-B2BA-6875271350D0}" type="presParOf" srcId="{1B8161E4-468C-403A-B19F-C8975FA079E5}" destId="{229CED33-6602-4092-B487-5B8675826325}" srcOrd="3" destOrd="0" presId="urn:microsoft.com/office/officeart/2018/5/layout/CenteredIconLabelDescriptionList"/>
    <dgm:cxn modelId="{C2B00A77-EDCE-450A-87BD-9EEAFF5CA746}" type="presParOf" srcId="{1B8161E4-468C-403A-B19F-C8975FA079E5}" destId="{5502AF25-383F-4FA1-ADBD-2C242F7564B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E644500D-2884-4A64-BE45-FCE8F2E5E81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7055A08E-CA33-4F00-9387-5AECFEA417C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Proof of the date</a:t>
          </a:r>
        </a:p>
      </dgm:t>
    </dgm:pt>
    <dgm:pt modelId="{85F3D872-8690-444D-9BE5-1E2DF3EBD5B2}" type="parTrans" cxnId="{E180462C-2D95-4EA3-9993-0C4143B359CA}">
      <dgm:prSet/>
      <dgm:spPr/>
      <dgm:t>
        <a:bodyPr/>
        <a:lstStyle/>
        <a:p>
          <a:endParaRPr lang="tr-TR"/>
        </a:p>
      </dgm:t>
    </dgm:pt>
    <dgm:pt modelId="{D8CD399A-6B80-4ADC-B76F-1FBE20B3BF5F}" type="sibTrans" cxnId="{E180462C-2D95-4EA3-9993-0C4143B359CA}">
      <dgm:prSet/>
      <dgm:spPr/>
      <dgm:t>
        <a:bodyPr/>
        <a:lstStyle/>
        <a:p>
          <a:endParaRPr lang="tr-TR"/>
        </a:p>
      </dgm:t>
    </dgm:pt>
    <dgm:pt modelId="{1641F7B6-EDE5-4162-9E36-7554B6054A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message</a:t>
          </a:r>
          <a:endParaRPr lang="tr-TR" dirty="0"/>
        </a:p>
      </dgm:t>
    </dgm:pt>
    <dgm:pt modelId="{FCFB4E40-B8B8-4FD4-B38C-40EE02DCD23B}" type="parTrans" cxnId="{60DE28DD-6546-4EAE-99BF-C2EAB3DF4FBC}">
      <dgm:prSet/>
      <dgm:spPr/>
      <dgm:t>
        <a:bodyPr/>
        <a:lstStyle/>
        <a:p>
          <a:endParaRPr lang="tr-TR"/>
        </a:p>
      </dgm:t>
    </dgm:pt>
    <dgm:pt modelId="{B3D6CFB8-A733-4EAE-A6AB-9E5AEBF716FC}" type="sibTrans" cxnId="{60DE28DD-6546-4EAE-99BF-C2EAB3DF4FBC}">
      <dgm:prSet/>
      <dgm:spPr/>
      <dgm:t>
        <a:bodyPr/>
        <a:lstStyle/>
        <a:p>
          <a:endParaRPr lang="tr-TR"/>
        </a:p>
      </dgm:t>
    </dgm:pt>
    <dgm:pt modelId="{C4104F54-25DE-4FE9-885B-49091D8784F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The Times</a:t>
          </a:r>
        </a:p>
      </dgm:t>
    </dgm:pt>
    <dgm:pt modelId="{A9EB4026-5156-441C-8DF8-FDD5E130CDFF}" type="parTrans" cxnId="{361C3A84-5A9C-4408-B1DF-8719B7EE7D87}">
      <dgm:prSet/>
      <dgm:spPr/>
      <dgm:t>
        <a:bodyPr/>
        <a:lstStyle/>
        <a:p>
          <a:endParaRPr lang="tr-TR"/>
        </a:p>
      </dgm:t>
    </dgm:pt>
    <dgm:pt modelId="{7A96E4CC-78EF-47C7-8E4C-AC43D3BAAF4B}" type="sibTrans" cxnId="{361C3A84-5A9C-4408-B1DF-8719B7EE7D87}">
      <dgm:prSet/>
      <dgm:spPr/>
      <dgm:t>
        <a:bodyPr/>
        <a:lstStyle/>
        <a:p>
          <a:endParaRPr lang="tr-TR"/>
        </a:p>
      </dgm:t>
    </dgm:pt>
    <dgm:pt modelId="{5EFBFAB7-9F2D-43F6-8981-D58557CC63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headline of</a:t>
          </a:r>
          <a:endParaRPr lang="tr-TR" dirty="0"/>
        </a:p>
      </dgm:t>
    </dgm:pt>
    <dgm:pt modelId="{2707FE5B-BC11-4F6E-9F52-657454863843}" type="parTrans" cxnId="{ACF0803C-FFDF-4C53-B766-62165F2D3F02}">
      <dgm:prSet/>
      <dgm:spPr/>
      <dgm:t>
        <a:bodyPr/>
        <a:lstStyle/>
        <a:p>
          <a:endParaRPr lang="tr-TR"/>
        </a:p>
      </dgm:t>
    </dgm:pt>
    <dgm:pt modelId="{E12B70C3-B8DD-49E0-BDDD-A230A03B833C}" type="sibTrans" cxnId="{ACF0803C-FFDF-4C53-B766-62165F2D3F02}">
      <dgm:prSet/>
      <dgm:spPr/>
      <dgm:t>
        <a:bodyPr/>
        <a:lstStyle/>
        <a:p>
          <a:endParaRPr lang="tr-TR"/>
        </a:p>
      </dgm:t>
    </dgm:pt>
    <dgm:pt modelId="{EEEA8FE8-A908-48EE-92BE-6124B7A994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“The Times 03/Jan/2009 Chancellor on brink of second bailout</a:t>
          </a:r>
          <a:r>
            <a:rPr lang="tr-TR" dirty="0"/>
            <a:t> for banks.”</a:t>
          </a:r>
        </a:p>
      </dgm:t>
    </dgm:pt>
    <dgm:pt modelId="{E9B85676-833B-4E55-8946-63A800A461A6}" type="parTrans" cxnId="{AF19D975-76FA-4B3D-B423-81D83832E686}">
      <dgm:prSet/>
      <dgm:spPr/>
      <dgm:t>
        <a:bodyPr/>
        <a:lstStyle/>
        <a:p>
          <a:endParaRPr lang="tr-TR"/>
        </a:p>
      </dgm:t>
    </dgm:pt>
    <dgm:pt modelId="{094BF87F-F4EB-4DAE-B9FE-596E501EC92F}" type="sibTrans" cxnId="{AF19D975-76FA-4B3D-B423-81D83832E686}">
      <dgm:prSet/>
      <dgm:spPr/>
      <dgm:t>
        <a:bodyPr/>
        <a:lstStyle/>
        <a:p>
          <a:endParaRPr lang="tr-TR"/>
        </a:p>
      </dgm:t>
    </dgm:pt>
    <dgm:pt modelId="{FF2F9A45-1C28-405D-991C-26CA93D52A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offer proof of the earliest date</a:t>
          </a:r>
          <a:r>
            <a:rPr lang="tr-TR" dirty="0"/>
            <a:t> </a:t>
          </a:r>
        </a:p>
      </dgm:t>
    </dgm:pt>
    <dgm:pt modelId="{D979731A-F9B6-4293-8FE4-E808D63C05AB}" type="parTrans" cxnId="{51412393-34B5-4DF2-BCFD-51F8574CDAE7}">
      <dgm:prSet/>
      <dgm:spPr/>
      <dgm:t>
        <a:bodyPr/>
        <a:lstStyle/>
        <a:p>
          <a:endParaRPr lang="tr-TR"/>
        </a:p>
      </dgm:t>
    </dgm:pt>
    <dgm:pt modelId="{071E1ACC-1F2A-4131-BA35-A2371F42B79C}" type="sibTrans" cxnId="{51412393-34B5-4DF2-BCFD-51F8574CDAE7}">
      <dgm:prSet/>
      <dgm:spPr/>
      <dgm:t>
        <a:bodyPr/>
        <a:lstStyle/>
        <a:p>
          <a:endParaRPr lang="tr-TR"/>
        </a:p>
      </dgm:t>
    </dgm:pt>
    <dgm:pt modelId="{47A1B69A-136E-4649-BB29-14D105A80F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British newspaper </a:t>
          </a:r>
          <a:r>
            <a:rPr lang="en-US" i="1" dirty="0"/>
            <a:t>The Times</a:t>
          </a:r>
          <a:endParaRPr lang="tr-TR" dirty="0"/>
        </a:p>
      </dgm:t>
    </dgm:pt>
    <dgm:pt modelId="{2EC0A253-BD66-4DD3-992E-AEFDCC5E242B}" type="parTrans" cxnId="{7417D576-059B-4C45-94E7-B00992BE601A}">
      <dgm:prSet/>
      <dgm:spPr/>
      <dgm:t>
        <a:bodyPr/>
        <a:lstStyle/>
        <a:p>
          <a:endParaRPr lang="tr-TR"/>
        </a:p>
      </dgm:t>
    </dgm:pt>
    <dgm:pt modelId="{821516D6-634D-45BC-A798-613618948C93}" type="sibTrans" cxnId="{7417D576-059B-4C45-94E7-B00992BE601A}">
      <dgm:prSet/>
      <dgm:spPr/>
      <dgm:t>
        <a:bodyPr/>
        <a:lstStyle/>
        <a:p>
          <a:endParaRPr lang="tr-TR"/>
        </a:p>
      </dgm:t>
    </dgm:pt>
    <dgm:pt modelId="{E6559435-2ABA-4058-AE78-4667D623A18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Message</a:t>
          </a:r>
        </a:p>
      </dgm:t>
    </dgm:pt>
    <dgm:pt modelId="{F3F2E574-3F76-4D22-A5E2-FC02A88DB273}" type="parTrans" cxnId="{163D3367-89D0-4C4C-8D50-9D8E9757B8E9}">
      <dgm:prSet/>
      <dgm:spPr/>
      <dgm:t>
        <a:bodyPr/>
        <a:lstStyle/>
        <a:p>
          <a:endParaRPr lang="tr-TR"/>
        </a:p>
      </dgm:t>
    </dgm:pt>
    <dgm:pt modelId="{F6DA5189-60A3-4111-8DA8-8F2DB8BD47D4}" type="sibTrans" cxnId="{163D3367-89D0-4C4C-8D50-9D8E9757B8E9}">
      <dgm:prSet/>
      <dgm:spPr/>
      <dgm:t>
        <a:bodyPr/>
        <a:lstStyle/>
        <a:p>
          <a:endParaRPr lang="tr-TR"/>
        </a:p>
      </dgm:t>
    </dgm:pt>
    <dgm:pt modelId="{DC657A65-7573-4E6E-8A7A-331F3D061EC1}" type="pres">
      <dgm:prSet presAssocID="{E644500D-2884-4A64-BE45-FCE8F2E5E814}" presName="root" presStyleCnt="0">
        <dgm:presLayoutVars>
          <dgm:dir/>
          <dgm:resizeHandles val="exact"/>
        </dgm:presLayoutVars>
      </dgm:prSet>
      <dgm:spPr/>
    </dgm:pt>
    <dgm:pt modelId="{D25C1A60-6052-43B9-9D7B-A71E9F9665CA}" type="pres">
      <dgm:prSet presAssocID="{7055A08E-CA33-4F00-9387-5AECFEA417CB}" presName="compNode" presStyleCnt="0"/>
      <dgm:spPr/>
    </dgm:pt>
    <dgm:pt modelId="{F168DE75-2D9E-46C8-8DE4-5D7A875AD9A0}" type="pres">
      <dgm:prSet presAssocID="{7055A08E-CA33-4F00-9387-5AECFEA417C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envelope"/>
        </a:ext>
      </dgm:extLst>
    </dgm:pt>
    <dgm:pt modelId="{A18E6F7C-A15D-4D78-9295-12C6C1661171}" type="pres">
      <dgm:prSet presAssocID="{7055A08E-CA33-4F00-9387-5AECFEA417CB}" presName="iconSpace" presStyleCnt="0"/>
      <dgm:spPr/>
    </dgm:pt>
    <dgm:pt modelId="{521B0538-FB73-41C9-9D7F-664B18183F8D}" type="pres">
      <dgm:prSet presAssocID="{7055A08E-CA33-4F00-9387-5AECFEA417CB}" presName="parTx" presStyleLbl="revTx" presStyleIdx="0" presStyleCnt="6">
        <dgm:presLayoutVars>
          <dgm:chMax val="0"/>
          <dgm:chPref val="0"/>
        </dgm:presLayoutVars>
      </dgm:prSet>
      <dgm:spPr/>
    </dgm:pt>
    <dgm:pt modelId="{61F2AD32-7589-48EB-BDF7-AF0036864A62}" type="pres">
      <dgm:prSet presAssocID="{7055A08E-CA33-4F00-9387-5AECFEA417CB}" presName="txSpace" presStyleCnt="0"/>
      <dgm:spPr/>
    </dgm:pt>
    <dgm:pt modelId="{ABF4E9F7-89A5-4211-A120-DD1FD93804E1}" type="pres">
      <dgm:prSet presAssocID="{7055A08E-CA33-4F00-9387-5AECFEA417CB}" presName="desTx" presStyleLbl="revTx" presStyleIdx="1" presStyleCnt="6">
        <dgm:presLayoutVars/>
      </dgm:prSet>
      <dgm:spPr/>
    </dgm:pt>
    <dgm:pt modelId="{0A5AE2E4-7B1A-4F0F-8F69-F84B2ADE72DF}" type="pres">
      <dgm:prSet presAssocID="{D8CD399A-6B80-4ADC-B76F-1FBE20B3BF5F}" presName="sibTrans" presStyleCnt="0"/>
      <dgm:spPr/>
    </dgm:pt>
    <dgm:pt modelId="{8CF43B65-4083-4401-A2F8-5D3652F38353}" type="pres">
      <dgm:prSet presAssocID="{C4104F54-25DE-4FE9-885B-49091D8784F6}" presName="compNode" presStyleCnt="0"/>
      <dgm:spPr/>
    </dgm:pt>
    <dgm:pt modelId="{53E46F35-1726-4830-9EBF-6FC6F06D825E}" type="pres">
      <dgm:prSet presAssocID="{C4104F54-25DE-4FE9-885B-49091D8784F6}" presName="iconRect" presStyleLbl="node1" presStyleIdx="1" presStyleCnt="3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17000" b="-17000"/>
          </a:stretch>
        </a:blipFill>
        <a:ln>
          <a:noFill/>
        </a:ln>
      </dgm:spPr>
    </dgm:pt>
    <dgm:pt modelId="{63202F9D-90BF-471C-A1EE-FB9D8DA8D76A}" type="pres">
      <dgm:prSet presAssocID="{C4104F54-25DE-4FE9-885B-49091D8784F6}" presName="iconSpace" presStyleCnt="0"/>
      <dgm:spPr/>
    </dgm:pt>
    <dgm:pt modelId="{E534AC2A-6217-4765-9A91-162D907D9EA3}" type="pres">
      <dgm:prSet presAssocID="{C4104F54-25DE-4FE9-885B-49091D8784F6}" presName="parTx" presStyleLbl="revTx" presStyleIdx="2" presStyleCnt="6">
        <dgm:presLayoutVars>
          <dgm:chMax val="0"/>
          <dgm:chPref val="0"/>
        </dgm:presLayoutVars>
      </dgm:prSet>
      <dgm:spPr/>
    </dgm:pt>
    <dgm:pt modelId="{DA0924D2-2B55-484D-8C87-1D0FB5B381EA}" type="pres">
      <dgm:prSet presAssocID="{C4104F54-25DE-4FE9-885B-49091D8784F6}" presName="txSpace" presStyleCnt="0"/>
      <dgm:spPr/>
    </dgm:pt>
    <dgm:pt modelId="{B1A5DCE8-3474-4CA4-A03C-96EF050A469F}" type="pres">
      <dgm:prSet presAssocID="{C4104F54-25DE-4FE9-885B-49091D8784F6}" presName="desTx" presStyleLbl="revTx" presStyleIdx="3" presStyleCnt="6">
        <dgm:presLayoutVars/>
      </dgm:prSet>
      <dgm:spPr/>
    </dgm:pt>
    <dgm:pt modelId="{EFE79CFF-3FDD-4564-8397-289231C5F363}" type="pres">
      <dgm:prSet presAssocID="{7A96E4CC-78EF-47C7-8E4C-AC43D3BAAF4B}" presName="sibTrans" presStyleCnt="0"/>
      <dgm:spPr/>
    </dgm:pt>
    <dgm:pt modelId="{2EC32D9F-9E2E-4F3F-853D-5716EF891BE6}" type="pres">
      <dgm:prSet presAssocID="{E6559435-2ABA-4058-AE78-4667D623A18D}" presName="compNode" presStyleCnt="0"/>
      <dgm:spPr/>
    </dgm:pt>
    <dgm:pt modelId="{7460DE6E-039B-449D-AE84-BBBA17FC18EF}" type="pres">
      <dgm:prSet presAssocID="{E6559435-2ABA-4058-AE78-4667D623A18D}" presName="iconRect" presStyleLbl="node1" presStyleIdx="2" presStyleCnt="3"/>
      <dgm:spPr>
        <a:blipFill rotWithShape="1"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a:blipFill>
      </dgm:spPr>
    </dgm:pt>
    <dgm:pt modelId="{3EBD675C-74E3-420F-A691-989E63D24694}" type="pres">
      <dgm:prSet presAssocID="{E6559435-2ABA-4058-AE78-4667D623A18D}" presName="iconSpace" presStyleCnt="0"/>
      <dgm:spPr/>
    </dgm:pt>
    <dgm:pt modelId="{20787A67-9E99-4090-8C40-74666F87ABAD}" type="pres">
      <dgm:prSet presAssocID="{E6559435-2ABA-4058-AE78-4667D623A18D}" presName="parTx" presStyleLbl="revTx" presStyleIdx="4" presStyleCnt="6">
        <dgm:presLayoutVars>
          <dgm:chMax val="0"/>
          <dgm:chPref val="0"/>
        </dgm:presLayoutVars>
      </dgm:prSet>
      <dgm:spPr/>
    </dgm:pt>
    <dgm:pt modelId="{176381AB-8BA7-4C36-BD7B-5135039BE9CD}" type="pres">
      <dgm:prSet presAssocID="{E6559435-2ABA-4058-AE78-4667D623A18D}" presName="txSpace" presStyleCnt="0"/>
      <dgm:spPr/>
    </dgm:pt>
    <dgm:pt modelId="{3A7000CC-0DB5-4333-B416-8326E522E803}" type="pres">
      <dgm:prSet presAssocID="{E6559435-2ABA-4058-AE78-4667D623A18D}" presName="desTx" presStyleLbl="revTx" presStyleIdx="5" presStyleCnt="6">
        <dgm:presLayoutVars/>
      </dgm:prSet>
      <dgm:spPr/>
    </dgm:pt>
  </dgm:ptLst>
  <dgm:cxnLst>
    <dgm:cxn modelId="{E180462C-2D95-4EA3-9993-0C4143B359CA}" srcId="{E644500D-2884-4A64-BE45-FCE8F2E5E814}" destId="{7055A08E-CA33-4F00-9387-5AECFEA417CB}" srcOrd="0" destOrd="0" parTransId="{85F3D872-8690-444D-9BE5-1E2DF3EBD5B2}" sibTransId="{D8CD399A-6B80-4ADC-B76F-1FBE20B3BF5F}"/>
    <dgm:cxn modelId="{ACF0803C-FFDF-4C53-B766-62165F2D3F02}" srcId="{C4104F54-25DE-4FE9-885B-49091D8784F6}" destId="{5EFBFAB7-9F2D-43F6-8981-D58557CC63F9}" srcOrd="0" destOrd="0" parTransId="{2707FE5B-BC11-4F6E-9F52-657454863843}" sibTransId="{E12B70C3-B8DD-49E0-BDDD-A230A03B833C}"/>
    <dgm:cxn modelId="{D69FA65F-BAD8-4657-B456-4F44A7D5C403}" type="presOf" srcId="{47A1B69A-136E-4649-BB29-14D105A80F49}" destId="{B1A5DCE8-3474-4CA4-A03C-96EF050A469F}" srcOrd="0" destOrd="1" presId="urn:microsoft.com/office/officeart/2018/5/layout/CenteredIconLabelDescriptionList"/>
    <dgm:cxn modelId="{95532D42-0B89-4E10-8905-5FF82D44F1A0}" type="presOf" srcId="{5EFBFAB7-9F2D-43F6-8981-D58557CC63F9}" destId="{B1A5DCE8-3474-4CA4-A03C-96EF050A469F}" srcOrd="0" destOrd="0" presId="urn:microsoft.com/office/officeart/2018/5/layout/CenteredIconLabelDescriptionList"/>
    <dgm:cxn modelId="{163D3367-89D0-4C4C-8D50-9D8E9757B8E9}" srcId="{E644500D-2884-4A64-BE45-FCE8F2E5E814}" destId="{E6559435-2ABA-4058-AE78-4667D623A18D}" srcOrd="2" destOrd="0" parTransId="{F3F2E574-3F76-4D22-A5E2-FC02A88DB273}" sibTransId="{F6DA5189-60A3-4111-8DA8-8F2DB8BD47D4}"/>
    <dgm:cxn modelId="{2264C151-C0EF-48E3-902C-C6943CFCBC25}" type="presOf" srcId="{C4104F54-25DE-4FE9-885B-49091D8784F6}" destId="{E534AC2A-6217-4765-9A91-162D907D9EA3}" srcOrd="0" destOrd="0" presId="urn:microsoft.com/office/officeart/2018/5/layout/CenteredIconLabelDescriptionList"/>
    <dgm:cxn modelId="{AF19D975-76FA-4B3D-B423-81D83832E686}" srcId="{E6559435-2ABA-4058-AE78-4667D623A18D}" destId="{EEEA8FE8-A908-48EE-92BE-6124B7A99428}" srcOrd="0" destOrd="0" parTransId="{E9B85676-833B-4E55-8946-63A800A461A6}" sibTransId="{094BF87F-F4EB-4DAE-B9FE-596E501EC92F}"/>
    <dgm:cxn modelId="{7417D576-059B-4C45-94E7-B00992BE601A}" srcId="{C4104F54-25DE-4FE9-885B-49091D8784F6}" destId="{47A1B69A-136E-4649-BB29-14D105A80F49}" srcOrd="1" destOrd="0" parTransId="{2EC0A253-BD66-4DD3-992E-AEFDCC5E242B}" sibTransId="{821516D6-634D-45BC-A798-613618948C93}"/>
    <dgm:cxn modelId="{361C3A84-5A9C-4408-B1DF-8719B7EE7D87}" srcId="{E644500D-2884-4A64-BE45-FCE8F2E5E814}" destId="{C4104F54-25DE-4FE9-885B-49091D8784F6}" srcOrd="1" destOrd="0" parTransId="{A9EB4026-5156-441C-8DF8-FDD5E130CDFF}" sibTransId="{7A96E4CC-78EF-47C7-8E4C-AC43D3BAAF4B}"/>
    <dgm:cxn modelId="{E6BA718B-B563-4111-9611-3AE605F78AB1}" type="presOf" srcId="{1641F7B6-EDE5-4162-9E36-7554B6054A21}" destId="{ABF4E9F7-89A5-4211-A120-DD1FD93804E1}" srcOrd="0" destOrd="0" presId="urn:microsoft.com/office/officeart/2018/5/layout/CenteredIconLabelDescriptionList"/>
    <dgm:cxn modelId="{363CD38B-52FF-4E1B-B2EB-17123689EC11}" type="presOf" srcId="{FF2F9A45-1C28-405D-991C-26CA93D52A56}" destId="{ABF4E9F7-89A5-4211-A120-DD1FD93804E1}" srcOrd="0" destOrd="1" presId="urn:microsoft.com/office/officeart/2018/5/layout/CenteredIconLabelDescriptionList"/>
    <dgm:cxn modelId="{51412393-34B5-4DF2-BCFD-51F8574CDAE7}" srcId="{7055A08E-CA33-4F00-9387-5AECFEA417CB}" destId="{FF2F9A45-1C28-405D-991C-26CA93D52A56}" srcOrd="1" destOrd="0" parTransId="{D979731A-F9B6-4293-8FE4-E808D63C05AB}" sibTransId="{071E1ACC-1F2A-4131-BA35-A2371F42B79C}"/>
    <dgm:cxn modelId="{38DE0EA1-BB3F-499C-8252-97FF1413930C}" type="presOf" srcId="{7055A08E-CA33-4F00-9387-5AECFEA417CB}" destId="{521B0538-FB73-41C9-9D7F-664B18183F8D}" srcOrd="0" destOrd="0" presId="urn:microsoft.com/office/officeart/2018/5/layout/CenteredIconLabelDescriptionList"/>
    <dgm:cxn modelId="{FBE0FDB4-4A0A-452D-BB98-A77B60F75F87}" type="presOf" srcId="{EEEA8FE8-A908-48EE-92BE-6124B7A99428}" destId="{3A7000CC-0DB5-4333-B416-8326E522E803}" srcOrd="0" destOrd="0" presId="urn:microsoft.com/office/officeart/2018/5/layout/CenteredIconLabelDescriptionList"/>
    <dgm:cxn modelId="{2D7B01C9-9953-4E8A-B0FE-B5502EB25763}" type="presOf" srcId="{E644500D-2884-4A64-BE45-FCE8F2E5E814}" destId="{DC657A65-7573-4E6E-8A7A-331F3D061EC1}" srcOrd="0" destOrd="0" presId="urn:microsoft.com/office/officeart/2018/5/layout/CenteredIconLabelDescriptionList"/>
    <dgm:cxn modelId="{60DE28DD-6546-4EAE-99BF-C2EAB3DF4FBC}" srcId="{7055A08E-CA33-4F00-9387-5AECFEA417CB}" destId="{1641F7B6-EDE5-4162-9E36-7554B6054A21}" srcOrd="0" destOrd="0" parTransId="{FCFB4E40-B8B8-4FD4-B38C-40EE02DCD23B}" sibTransId="{B3D6CFB8-A733-4EAE-A6AB-9E5AEBF716FC}"/>
    <dgm:cxn modelId="{E945F6FC-B9CA-436C-85B1-9605622A2422}" type="presOf" srcId="{E6559435-2ABA-4058-AE78-4667D623A18D}" destId="{20787A67-9E99-4090-8C40-74666F87ABAD}" srcOrd="0" destOrd="0" presId="urn:microsoft.com/office/officeart/2018/5/layout/CenteredIconLabelDescriptionList"/>
    <dgm:cxn modelId="{C6C01ACE-4A21-4668-BDBB-50C34E553AD2}" type="presParOf" srcId="{DC657A65-7573-4E6E-8A7A-331F3D061EC1}" destId="{D25C1A60-6052-43B9-9D7B-A71E9F9665CA}" srcOrd="0" destOrd="0" presId="urn:microsoft.com/office/officeart/2018/5/layout/CenteredIconLabelDescriptionList"/>
    <dgm:cxn modelId="{584DE453-0D12-41E4-B028-726EF974C750}" type="presParOf" srcId="{D25C1A60-6052-43B9-9D7B-A71E9F9665CA}" destId="{F168DE75-2D9E-46C8-8DE4-5D7A875AD9A0}" srcOrd="0" destOrd="0" presId="urn:microsoft.com/office/officeart/2018/5/layout/CenteredIconLabelDescriptionList"/>
    <dgm:cxn modelId="{277934F8-8365-4E29-87D9-EACB04CF91C6}" type="presParOf" srcId="{D25C1A60-6052-43B9-9D7B-A71E9F9665CA}" destId="{A18E6F7C-A15D-4D78-9295-12C6C1661171}" srcOrd="1" destOrd="0" presId="urn:microsoft.com/office/officeart/2018/5/layout/CenteredIconLabelDescriptionList"/>
    <dgm:cxn modelId="{EFD92900-7C3D-4E36-8A7B-6328B2D381C2}" type="presParOf" srcId="{D25C1A60-6052-43B9-9D7B-A71E9F9665CA}" destId="{521B0538-FB73-41C9-9D7F-664B18183F8D}" srcOrd="2" destOrd="0" presId="urn:microsoft.com/office/officeart/2018/5/layout/CenteredIconLabelDescriptionList"/>
    <dgm:cxn modelId="{E8F608B7-F257-47C6-8356-0FAB689C2E49}" type="presParOf" srcId="{D25C1A60-6052-43B9-9D7B-A71E9F9665CA}" destId="{61F2AD32-7589-48EB-BDF7-AF0036864A62}" srcOrd="3" destOrd="0" presId="urn:microsoft.com/office/officeart/2018/5/layout/CenteredIconLabelDescriptionList"/>
    <dgm:cxn modelId="{EE213402-5369-4FAC-AC32-6376A5DAE2EE}" type="presParOf" srcId="{D25C1A60-6052-43B9-9D7B-A71E9F9665CA}" destId="{ABF4E9F7-89A5-4211-A120-DD1FD93804E1}" srcOrd="4" destOrd="0" presId="urn:microsoft.com/office/officeart/2018/5/layout/CenteredIconLabelDescriptionList"/>
    <dgm:cxn modelId="{4A97FE74-E706-41F3-A3E0-F3051AC07167}" type="presParOf" srcId="{DC657A65-7573-4E6E-8A7A-331F3D061EC1}" destId="{0A5AE2E4-7B1A-4F0F-8F69-F84B2ADE72DF}" srcOrd="1" destOrd="0" presId="urn:microsoft.com/office/officeart/2018/5/layout/CenteredIconLabelDescriptionList"/>
    <dgm:cxn modelId="{7ADA3698-D18D-4B98-8309-8484594D9E88}" type="presParOf" srcId="{DC657A65-7573-4E6E-8A7A-331F3D061EC1}" destId="{8CF43B65-4083-4401-A2F8-5D3652F38353}" srcOrd="2" destOrd="0" presId="urn:microsoft.com/office/officeart/2018/5/layout/CenteredIconLabelDescriptionList"/>
    <dgm:cxn modelId="{24AD8E22-5AE5-4B4A-86C6-764849494CBF}" type="presParOf" srcId="{8CF43B65-4083-4401-A2F8-5D3652F38353}" destId="{53E46F35-1726-4830-9EBF-6FC6F06D825E}" srcOrd="0" destOrd="0" presId="urn:microsoft.com/office/officeart/2018/5/layout/CenteredIconLabelDescriptionList"/>
    <dgm:cxn modelId="{3637BC11-A620-4116-85D9-9A95C0AB3419}" type="presParOf" srcId="{8CF43B65-4083-4401-A2F8-5D3652F38353}" destId="{63202F9D-90BF-471C-A1EE-FB9D8DA8D76A}" srcOrd="1" destOrd="0" presId="urn:microsoft.com/office/officeart/2018/5/layout/CenteredIconLabelDescriptionList"/>
    <dgm:cxn modelId="{4EC833CE-D7F1-4C3A-9D7C-F7DE71DD8D3B}" type="presParOf" srcId="{8CF43B65-4083-4401-A2F8-5D3652F38353}" destId="{E534AC2A-6217-4765-9A91-162D907D9EA3}" srcOrd="2" destOrd="0" presId="urn:microsoft.com/office/officeart/2018/5/layout/CenteredIconLabelDescriptionList"/>
    <dgm:cxn modelId="{28CF8040-AB9B-4169-9DF9-2E38D3CDD2DE}" type="presParOf" srcId="{8CF43B65-4083-4401-A2F8-5D3652F38353}" destId="{DA0924D2-2B55-484D-8C87-1D0FB5B381EA}" srcOrd="3" destOrd="0" presId="urn:microsoft.com/office/officeart/2018/5/layout/CenteredIconLabelDescriptionList"/>
    <dgm:cxn modelId="{A9BBEB17-C383-43EB-8166-40B94B7A00BE}" type="presParOf" srcId="{8CF43B65-4083-4401-A2F8-5D3652F38353}" destId="{B1A5DCE8-3474-4CA4-A03C-96EF050A469F}" srcOrd="4" destOrd="0" presId="urn:microsoft.com/office/officeart/2018/5/layout/CenteredIconLabelDescriptionList"/>
    <dgm:cxn modelId="{812607A9-8082-41D9-9070-C8CD03569081}" type="presParOf" srcId="{DC657A65-7573-4E6E-8A7A-331F3D061EC1}" destId="{EFE79CFF-3FDD-4564-8397-289231C5F363}" srcOrd="3" destOrd="0" presId="urn:microsoft.com/office/officeart/2018/5/layout/CenteredIconLabelDescriptionList"/>
    <dgm:cxn modelId="{D804BDE0-6E86-44D6-9442-0CB0CA5D4E4E}" type="presParOf" srcId="{DC657A65-7573-4E6E-8A7A-331F3D061EC1}" destId="{2EC32D9F-9E2E-4F3F-853D-5716EF891BE6}" srcOrd="4" destOrd="0" presId="urn:microsoft.com/office/officeart/2018/5/layout/CenteredIconLabelDescriptionList"/>
    <dgm:cxn modelId="{47053B0E-DEA2-41F5-8B06-BD6230A9DB0C}" type="presParOf" srcId="{2EC32D9F-9E2E-4F3F-853D-5716EF891BE6}" destId="{7460DE6E-039B-449D-AE84-BBBA17FC18EF}" srcOrd="0" destOrd="0" presId="urn:microsoft.com/office/officeart/2018/5/layout/CenteredIconLabelDescriptionList"/>
    <dgm:cxn modelId="{AB547941-A79C-437F-A8CC-3B4A0B4C4F6F}" type="presParOf" srcId="{2EC32D9F-9E2E-4F3F-853D-5716EF891BE6}" destId="{3EBD675C-74E3-420F-A691-989E63D24694}" srcOrd="1" destOrd="0" presId="urn:microsoft.com/office/officeart/2018/5/layout/CenteredIconLabelDescriptionList"/>
    <dgm:cxn modelId="{F4A2D9C6-A378-447D-B6F3-0027245CDA5F}" type="presParOf" srcId="{2EC32D9F-9E2E-4F3F-853D-5716EF891BE6}" destId="{20787A67-9E99-4090-8C40-74666F87ABAD}" srcOrd="2" destOrd="0" presId="urn:microsoft.com/office/officeart/2018/5/layout/CenteredIconLabelDescriptionList"/>
    <dgm:cxn modelId="{628EBDC5-F2CA-45E9-9FDC-5C50621C19DA}" type="presParOf" srcId="{2EC32D9F-9E2E-4F3F-853D-5716EF891BE6}" destId="{176381AB-8BA7-4C36-BD7B-5135039BE9CD}" srcOrd="3" destOrd="0" presId="urn:microsoft.com/office/officeart/2018/5/layout/CenteredIconLabelDescriptionList"/>
    <dgm:cxn modelId="{738E8DE1-439D-41A9-938A-6A0451FB7016}" type="presParOf" srcId="{2EC32D9F-9E2E-4F3F-853D-5716EF891BE6}" destId="{3A7000CC-0DB5-4333-B416-8326E522E80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8D27ACF1-B337-49A7-BEDD-7CF0DB617CF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E2C8C6AB-3C7E-46AA-BE03-8BFB2B5C0EB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 node</a:t>
          </a:r>
        </a:p>
      </dgm:t>
    </dgm:pt>
    <dgm:pt modelId="{6F2CA3C5-B723-4287-9E39-F6C22291F3B9}" type="parTrans" cxnId="{A9D3A904-F8CE-4D58-98DA-76B761017462}">
      <dgm:prSet/>
      <dgm:spPr/>
      <dgm:t>
        <a:bodyPr/>
        <a:lstStyle/>
        <a:p>
          <a:endParaRPr lang="tr-TR"/>
        </a:p>
      </dgm:t>
    </dgm:pt>
    <dgm:pt modelId="{FEC3BE27-CD39-4EF0-B027-B9068F75A9DC}" type="sibTrans" cxnId="{A9D3A904-F8CE-4D58-98DA-76B761017462}">
      <dgm:prSet/>
      <dgm:spPr/>
      <dgm:t>
        <a:bodyPr/>
        <a:lstStyle/>
        <a:p>
          <a:endParaRPr lang="tr-TR"/>
        </a:p>
      </dgm:t>
    </dgm:pt>
    <dgm:pt modelId="{73D214F8-2D85-4083-A5CF-2F6CF6E3D1C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maintain</a:t>
          </a:r>
        </a:p>
      </dgm:t>
    </dgm:pt>
    <dgm:pt modelId="{FBCC9216-E6F3-4E68-98BB-E65B13672D28}" type="parTrans" cxnId="{2151D407-75CD-4574-B97D-B91625E46E20}">
      <dgm:prSet/>
      <dgm:spPr/>
      <dgm:t>
        <a:bodyPr/>
        <a:lstStyle/>
        <a:p>
          <a:endParaRPr lang="tr-TR"/>
        </a:p>
      </dgm:t>
    </dgm:pt>
    <dgm:pt modelId="{8E372D10-D8F2-47A7-901C-757CE8CC97FC}" type="sibTrans" cxnId="{2151D407-75CD-4574-B97D-B91625E46E20}">
      <dgm:prSet/>
      <dgm:spPr/>
      <dgm:t>
        <a:bodyPr/>
        <a:lstStyle/>
        <a:p>
          <a:endParaRPr lang="tr-TR"/>
        </a:p>
      </dgm:t>
    </dgm:pt>
    <dgm:pt modelId="{9A59878D-FA73-4411-A47C-7317959564C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all blocks</a:t>
          </a:r>
        </a:p>
      </dgm:t>
    </dgm:pt>
    <dgm:pt modelId="{5A20872D-7759-43A1-B878-874961D46B3E}" type="parTrans" cxnId="{BADD340A-4E1F-4426-BD0A-90C7E4CCA91C}">
      <dgm:prSet/>
      <dgm:spPr/>
      <dgm:t>
        <a:bodyPr/>
        <a:lstStyle/>
        <a:p>
          <a:endParaRPr lang="tr-TR"/>
        </a:p>
      </dgm:t>
    </dgm:pt>
    <dgm:pt modelId="{873031C5-7F0A-4897-A588-F7FDBA80B12E}" type="sibTrans" cxnId="{BADD340A-4E1F-4426-BD0A-90C7E4CCA91C}">
      <dgm:prSet/>
      <dgm:spPr/>
      <dgm:t>
        <a:bodyPr/>
        <a:lstStyle/>
        <a:p>
          <a:endParaRPr lang="tr-TR"/>
        </a:p>
      </dgm:t>
    </dgm:pt>
    <dgm:pt modelId="{8F2CA699-10B8-4A1A-B3B1-82DB467B331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Linking</a:t>
          </a:r>
        </a:p>
      </dgm:t>
    </dgm:pt>
    <dgm:pt modelId="{16764085-C843-4EC0-82F4-436D03922A94}" type="parTrans" cxnId="{BF44B308-385B-425B-B9B6-A34E1A3FB2B2}">
      <dgm:prSet/>
      <dgm:spPr/>
      <dgm:t>
        <a:bodyPr/>
        <a:lstStyle/>
        <a:p>
          <a:endParaRPr lang="tr-TR"/>
        </a:p>
      </dgm:t>
    </dgm:pt>
    <dgm:pt modelId="{7467255A-99CE-43FB-B366-8F8C94DFF91E}" type="sibTrans" cxnId="{BF44B308-385B-425B-B9B6-A34E1A3FB2B2}">
      <dgm:prSet/>
      <dgm:spPr/>
      <dgm:t>
        <a:bodyPr/>
        <a:lstStyle/>
        <a:p>
          <a:endParaRPr lang="tr-TR"/>
        </a:p>
      </dgm:t>
    </dgm:pt>
    <dgm:pt modelId="{D3E913D5-94E4-4A2A-A234-5A70820FDC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incoming blocks</a:t>
          </a:r>
          <a:endParaRPr lang="tr-TR"/>
        </a:p>
      </dgm:t>
    </dgm:pt>
    <dgm:pt modelId="{B4C21070-ADC4-49D9-80E1-EF355E54F2A7}" type="parTrans" cxnId="{5A1DAC6B-7C78-464F-9A08-8DE57A19DDD9}">
      <dgm:prSet/>
      <dgm:spPr/>
      <dgm:t>
        <a:bodyPr/>
        <a:lstStyle/>
        <a:p>
          <a:endParaRPr lang="tr-TR"/>
        </a:p>
      </dgm:t>
    </dgm:pt>
    <dgm:pt modelId="{80626473-20D5-498D-B425-2BFD13280469}" type="sibTrans" cxnId="{5A1DAC6B-7C78-464F-9A08-8DE57A19DDD9}">
      <dgm:prSet/>
      <dgm:spPr/>
      <dgm:t>
        <a:bodyPr/>
        <a:lstStyle/>
        <a:p>
          <a:endParaRPr lang="tr-TR"/>
        </a:p>
      </dgm:t>
    </dgm:pt>
    <dgm:pt modelId="{8DC575C2-EC32-4BC9-B965-CF70712A538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valiadet and linked</a:t>
          </a:r>
        </a:p>
      </dgm:t>
    </dgm:pt>
    <dgm:pt modelId="{42B1B436-C4E7-4D86-9C49-EDBF2CBEC6F9}" type="parTrans" cxnId="{1BD93432-5E87-4FD0-93BA-FCADACC4D095}">
      <dgm:prSet/>
      <dgm:spPr/>
      <dgm:t>
        <a:bodyPr/>
        <a:lstStyle/>
        <a:p>
          <a:endParaRPr lang="tr-TR"/>
        </a:p>
      </dgm:t>
    </dgm:pt>
    <dgm:pt modelId="{3B689CCA-14D6-484D-8DDF-5B7B4D4EBCA6}" type="sibTrans" cxnId="{1BD93432-5E87-4FD0-93BA-FCADACC4D095}">
      <dgm:prSet/>
      <dgm:spPr/>
      <dgm:t>
        <a:bodyPr/>
        <a:lstStyle/>
        <a:p>
          <a:endParaRPr lang="tr-TR"/>
        </a:p>
      </dgm:t>
    </dgm:pt>
    <dgm:pt modelId="{D83A2147-62FB-4D04-B174-88C4BC3CDD7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“previous</a:t>
          </a:r>
          <a:r>
            <a:rPr lang="tr-TR"/>
            <a:t> </a:t>
          </a:r>
          <a:r>
            <a:rPr lang="en-US"/>
            <a:t>block hash”</a:t>
          </a:r>
          <a:endParaRPr lang="tr-TR"/>
        </a:p>
      </dgm:t>
    </dgm:pt>
    <dgm:pt modelId="{7B49388C-B959-4F6E-889F-D7F6E9C14937}" type="parTrans" cxnId="{191A528C-9FEB-49DC-9D80-242AFA0B51A4}">
      <dgm:prSet/>
      <dgm:spPr/>
      <dgm:t>
        <a:bodyPr/>
        <a:lstStyle/>
        <a:p>
          <a:endParaRPr lang="tr-TR"/>
        </a:p>
      </dgm:t>
    </dgm:pt>
    <dgm:pt modelId="{F5199483-17D9-4202-AF77-1140923B5D15}" type="sibTrans" cxnId="{191A528C-9FEB-49DC-9D80-242AFA0B51A4}">
      <dgm:prSet/>
      <dgm:spPr/>
      <dgm:t>
        <a:bodyPr/>
        <a:lstStyle/>
        <a:p>
          <a:endParaRPr lang="tr-TR"/>
        </a:p>
      </dgm:t>
    </dgm:pt>
    <dgm:pt modelId="{B25D8DA3-8315-4186-8901-5C9EC374E56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examine the incoming block header</a:t>
          </a:r>
          <a:endParaRPr lang="tr-TR"/>
        </a:p>
      </dgm:t>
    </dgm:pt>
    <dgm:pt modelId="{952C2B8F-3649-4A16-B37E-A4DC539B197C}" type="parTrans" cxnId="{A0426301-1110-4AD8-8300-75AE38168826}">
      <dgm:prSet/>
      <dgm:spPr/>
      <dgm:t>
        <a:bodyPr/>
        <a:lstStyle/>
        <a:p>
          <a:endParaRPr lang="tr-TR"/>
        </a:p>
      </dgm:t>
    </dgm:pt>
    <dgm:pt modelId="{1AB9C605-9A80-4268-BAA2-762A301D43B2}" type="sibTrans" cxnId="{A0426301-1110-4AD8-8300-75AE38168826}">
      <dgm:prSet/>
      <dgm:spPr/>
      <dgm:t>
        <a:bodyPr/>
        <a:lstStyle/>
        <a:p>
          <a:endParaRPr lang="tr-TR"/>
        </a:p>
      </dgm:t>
    </dgm:pt>
    <dgm:pt modelId="{6C38F646-F39B-4722-B0B2-7BCEC21B41E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local copy of blockchain</a:t>
          </a:r>
        </a:p>
      </dgm:t>
    </dgm:pt>
    <dgm:pt modelId="{F340D25B-818F-45BA-9342-CA5F7E2913B1}" type="parTrans" cxnId="{C0EEB1AB-2FFA-418B-BBD1-195234984B68}">
      <dgm:prSet/>
      <dgm:spPr/>
      <dgm:t>
        <a:bodyPr/>
        <a:lstStyle/>
        <a:p>
          <a:endParaRPr lang="tr-TR"/>
        </a:p>
      </dgm:t>
    </dgm:pt>
    <dgm:pt modelId="{3852F39D-93DE-47D1-99FE-E10A90200293}" type="sibTrans" cxnId="{C0EEB1AB-2FFA-418B-BBD1-195234984B68}">
      <dgm:prSet/>
      <dgm:spPr/>
      <dgm:t>
        <a:bodyPr/>
        <a:lstStyle/>
        <a:p>
          <a:endParaRPr lang="tr-TR"/>
        </a:p>
      </dgm:t>
    </dgm:pt>
    <dgm:pt modelId="{37A039C4-4B4F-4F6D-9E86-A949EDC4B2A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 chain</a:t>
          </a:r>
        </a:p>
      </dgm:t>
    </dgm:pt>
    <dgm:pt modelId="{BE01BCA8-7958-4104-AD5A-19604EF79697}" type="parTrans" cxnId="{FFFB7294-38AC-4880-B12B-5AF8E326B347}">
      <dgm:prSet/>
      <dgm:spPr/>
      <dgm:t>
        <a:bodyPr/>
        <a:lstStyle/>
        <a:p>
          <a:endParaRPr lang="tr-TR"/>
        </a:p>
      </dgm:t>
    </dgm:pt>
    <dgm:pt modelId="{C7936F01-DEC0-4F94-8A0E-46D40BD92BC6}" type="sibTrans" cxnId="{FFFB7294-38AC-4880-B12B-5AF8E326B347}">
      <dgm:prSet/>
      <dgm:spPr/>
      <dgm:t>
        <a:bodyPr/>
        <a:lstStyle/>
        <a:p>
          <a:endParaRPr lang="tr-TR"/>
        </a:p>
      </dgm:t>
    </dgm:pt>
    <dgm:pt modelId="{2E9E4619-FD4E-4974-9F61-ABF0E56EF89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starting at the genesis block</a:t>
          </a:r>
        </a:p>
      </dgm:t>
    </dgm:pt>
    <dgm:pt modelId="{FA45CE16-045F-4701-91A0-F8BFDF57DE95}" type="parTrans" cxnId="{D708EB72-E9EC-4D32-8DAA-B78A5BD20515}">
      <dgm:prSet/>
      <dgm:spPr/>
      <dgm:t>
        <a:bodyPr/>
        <a:lstStyle/>
        <a:p>
          <a:endParaRPr lang="tr-TR"/>
        </a:p>
      </dgm:t>
    </dgm:pt>
    <dgm:pt modelId="{B15AC97D-533A-4DFB-96A5-9EEC76F0A67D}" type="sibTrans" cxnId="{D708EB72-E9EC-4D32-8DAA-B78A5BD20515}">
      <dgm:prSet/>
      <dgm:spPr/>
      <dgm:t>
        <a:bodyPr/>
        <a:lstStyle/>
        <a:p>
          <a:endParaRPr lang="tr-TR"/>
        </a:p>
      </dgm:t>
    </dgm:pt>
    <dgm:pt modelId="{84733E71-F54F-4F0E-ABA1-E269FF459C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existing blockchain</a:t>
          </a:r>
          <a:endParaRPr lang="tr-TR"/>
        </a:p>
      </dgm:t>
    </dgm:pt>
    <dgm:pt modelId="{C56D49B6-4A03-4657-AECC-43766F611E78}" type="parTrans" cxnId="{FBBC212B-ACAD-46FF-A9D3-2FE2D5C168FA}">
      <dgm:prSet/>
      <dgm:spPr/>
      <dgm:t>
        <a:bodyPr/>
        <a:lstStyle/>
        <a:p>
          <a:endParaRPr lang="tr-TR"/>
        </a:p>
      </dgm:t>
    </dgm:pt>
    <dgm:pt modelId="{CBBE8FD5-5F8E-4C57-913D-AF67970D80B4}" type="sibTrans" cxnId="{FBBC212B-ACAD-46FF-A9D3-2FE2D5C168FA}">
      <dgm:prSet/>
      <dgm:spPr/>
      <dgm:t>
        <a:bodyPr/>
        <a:lstStyle/>
        <a:p>
          <a:endParaRPr lang="tr-TR"/>
        </a:p>
      </dgm:t>
    </dgm:pt>
    <dgm:pt modelId="{36A06B9D-7F68-42F2-8A34-1E9E20784DB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 e</a:t>
          </a:r>
          <a:r>
            <a:rPr lang="en-US"/>
            <a:t>stablish</a:t>
          </a:r>
          <a:r>
            <a:rPr lang="tr-TR"/>
            <a:t>ing </a:t>
          </a:r>
          <a:r>
            <a:rPr lang="en-US"/>
            <a:t>a link </a:t>
          </a:r>
          <a:endParaRPr lang="tr-TR"/>
        </a:p>
      </dgm:t>
    </dgm:pt>
    <dgm:pt modelId="{84479C7E-88F7-4F81-864F-2E3CC5CBFE54}" type="parTrans" cxnId="{46E37727-7620-4277-9478-58CB94AF8F80}">
      <dgm:prSet/>
      <dgm:spPr/>
      <dgm:t>
        <a:bodyPr/>
        <a:lstStyle/>
        <a:p>
          <a:endParaRPr lang="tr-TR"/>
        </a:p>
      </dgm:t>
    </dgm:pt>
    <dgm:pt modelId="{6725FFFF-59DF-450C-99EF-73B2BD2B3F98}" type="sibTrans" cxnId="{46E37727-7620-4277-9478-58CB94AF8F80}">
      <dgm:prSet/>
      <dgm:spPr/>
      <dgm:t>
        <a:bodyPr/>
        <a:lstStyle/>
        <a:p>
          <a:endParaRPr lang="tr-TR"/>
        </a:p>
      </dgm:t>
    </dgm:pt>
    <dgm:pt modelId="{E6B06792-31A0-43CF-B3FD-B618DE748C46}" type="pres">
      <dgm:prSet presAssocID="{8D27ACF1-B337-49A7-BEDD-7CF0DB617CF0}" presName="root" presStyleCnt="0">
        <dgm:presLayoutVars>
          <dgm:dir/>
          <dgm:resizeHandles val="exact"/>
        </dgm:presLayoutVars>
      </dgm:prSet>
      <dgm:spPr/>
    </dgm:pt>
    <dgm:pt modelId="{3075D944-CC12-44EA-8317-D7C335D7041C}" type="pres">
      <dgm:prSet presAssocID="{E2C8C6AB-3C7E-46AA-BE03-8BFB2B5C0EB2}" presName="compNode" presStyleCnt="0"/>
      <dgm:spPr/>
    </dgm:pt>
    <dgm:pt modelId="{26425407-B7C9-4B34-BE0C-7063B851B124}" type="pres">
      <dgm:prSet presAssocID="{E2C8C6AB-3C7E-46AA-BE03-8BFB2B5C0EB2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book"/>
        </a:ext>
      </dgm:extLst>
    </dgm:pt>
    <dgm:pt modelId="{A7BA751E-EB65-4037-9690-7CECB49873B8}" type="pres">
      <dgm:prSet presAssocID="{E2C8C6AB-3C7E-46AA-BE03-8BFB2B5C0EB2}" presName="iconSpace" presStyleCnt="0"/>
      <dgm:spPr/>
    </dgm:pt>
    <dgm:pt modelId="{2BDEEC19-5761-4A85-97EA-F0FD752AB4D6}" type="pres">
      <dgm:prSet presAssocID="{E2C8C6AB-3C7E-46AA-BE03-8BFB2B5C0EB2}" presName="parTx" presStyleLbl="revTx" presStyleIdx="0" presStyleCnt="8">
        <dgm:presLayoutVars>
          <dgm:chMax val="0"/>
          <dgm:chPref val="0"/>
        </dgm:presLayoutVars>
      </dgm:prSet>
      <dgm:spPr/>
    </dgm:pt>
    <dgm:pt modelId="{AEE0FE7A-1F84-481F-A33B-A6D764E212EE}" type="pres">
      <dgm:prSet presAssocID="{E2C8C6AB-3C7E-46AA-BE03-8BFB2B5C0EB2}" presName="txSpace" presStyleCnt="0"/>
      <dgm:spPr/>
    </dgm:pt>
    <dgm:pt modelId="{03B49278-16E8-4CCB-A2D0-BC08C699D9D7}" type="pres">
      <dgm:prSet presAssocID="{E2C8C6AB-3C7E-46AA-BE03-8BFB2B5C0EB2}" presName="desTx" presStyleLbl="revTx" presStyleIdx="1" presStyleCnt="8">
        <dgm:presLayoutVars/>
      </dgm:prSet>
      <dgm:spPr/>
    </dgm:pt>
    <dgm:pt modelId="{79F65C91-5A4F-40B8-B5B6-568F428BEF04}" type="pres">
      <dgm:prSet presAssocID="{FEC3BE27-CD39-4EF0-B027-B9068F75A9DC}" presName="sibTrans" presStyleCnt="0"/>
      <dgm:spPr/>
    </dgm:pt>
    <dgm:pt modelId="{B136BEAD-A74A-402F-92E7-FE55086A0135}" type="pres">
      <dgm:prSet presAssocID="{37A039C4-4B4F-4F6D-9E86-A949EDC4B2A3}" presName="compNode" presStyleCnt="0"/>
      <dgm:spPr/>
    </dgm:pt>
    <dgm:pt modelId="{C3EEEE26-FE37-4A54-9E86-D19E21D1ACE3}" type="pres">
      <dgm:prSet presAssocID="{37A039C4-4B4F-4F6D-9E86-A949EDC4B2A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E5261ACD-6510-4B0E-BFCE-970A5D0555A1}" type="pres">
      <dgm:prSet presAssocID="{37A039C4-4B4F-4F6D-9E86-A949EDC4B2A3}" presName="iconSpace" presStyleCnt="0"/>
      <dgm:spPr/>
    </dgm:pt>
    <dgm:pt modelId="{00363BE3-3647-4DCD-9D5C-64597C275261}" type="pres">
      <dgm:prSet presAssocID="{37A039C4-4B4F-4F6D-9E86-A949EDC4B2A3}" presName="parTx" presStyleLbl="revTx" presStyleIdx="2" presStyleCnt="8">
        <dgm:presLayoutVars>
          <dgm:chMax val="0"/>
          <dgm:chPref val="0"/>
        </dgm:presLayoutVars>
      </dgm:prSet>
      <dgm:spPr/>
    </dgm:pt>
    <dgm:pt modelId="{C4EA0676-A5F0-4236-BD07-32FC51DCBC58}" type="pres">
      <dgm:prSet presAssocID="{37A039C4-4B4F-4F6D-9E86-A949EDC4B2A3}" presName="txSpace" presStyleCnt="0"/>
      <dgm:spPr/>
    </dgm:pt>
    <dgm:pt modelId="{F51E2D8C-846A-45F7-9FDD-D77CEBA18D00}" type="pres">
      <dgm:prSet presAssocID="{37A039C4-4B4F-4F6D-9E86-A949EDC4B2A3}" presName="desTx" presStyleLbl="revTx" presStyleIdx="3" presStyleCnt="8">
        <dgm:presLayoutVars/>
      </dgm:prSet>
      <dgm:spPr/>
    </dgm:pt>
    <dgm:pt modelId="{42A8574D-8FB2-4449-9B25-2E89C229AD1A}" type="pres">
      <dgm:prSet presAssocID="{C7936F01-DEC0-4F94-8A0E-46D40BD92BC6}" presName="sibTrans" presStyleCnt="0"/>
      <dgm:spPr/>
    </dgm:pt>
    <dgm:pt modelId="{2E0D0282-FDC6-4737-A94B-1E3FC7F675FB}" type="pres">
      <dgm:prSet presAssocID="{8F2CA699-10B8-4A1A-B3B1-82DB467B331A}" presName="compNode" presStyleCnt="0"/>
      <dgm:spPr/>
    </dgm:pt>
    <dgm:pt modelId="{9D110DFA-6B5E-4626-BDAD-5FBFB146C0DA}" type="pres">
      <dgm:prSet presAssocID="{8F2CA699-10B8-4A1A-B3B1-82DB467B331A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2134CDDA-0926-4A58-A391-073E411E1D6E}" type="pres">
      <dgm:prSet presAssocID="{8F2CA699-10B8-4A1A-B3B1-82DB467B331A}" presName="iconSpace" presStyleCnt="0"/>
      <dgm:spPr/>
    </dgm:pt>
    <dgm:pt modelId="{4BD4D51F-27E5-4EFE-AAA2-799D3680E856}" type="pres">
      <dgm:prSet presAssocID="{8F2CA699-10B8-4A1A-B3B1-82DB467B331A}" presName="parTx" presStyleLbl="revTx" presStyleIdx="4" presStyleCnt="8">
        <dgm:presLayoutVars>
          <dgm:chMax val="0"/>
          <dgm:chPref val="0"/>
        </dgm:presLayoutVars>
      </dgm:prSet>
      <dgm:spPr/>
    </dgm:pt>
    <dgm:pt modelId="{606049D9-C43E-4959-82D4-28AB0D2F81AB}" type="pres">
      <dgm:prSet presAssocID="{8F2CA699-10B8-4A1A-B3B1-82DB467B331A}" presName="txSpace" presStyleCnt="0"/>
      <dgm:spPr/>
    </dgm:pt>
    <dgm:pt modelId="{07A7A7AE-F1F5-4C75-BAF0-5C5AD3C150FB}" type="pres">
      <dgm:prSet presAssocID="{8F2CA699-10B8-4A1A-B3B1-82DB467B331A}" presName="desTx" presStyleLbl="revTx" presStyleIdx="5" presStyleCnt="8">
        <dgm:presLayoutVars/>
      </dgm:prSet>
      <dgm:spPr/>
    </dgm:pt>
    <dgm:pt modelId="{B3273BB9-42AB-4480-80B2-6E99FF7FC6AF}" type="pres">
      <dgm:prSet presAssocID="{7467255A-99CE-43FB-B366-8F8C94DFF91E}" presName="sibTrans" presStyleCnt="0"/>
      <dgm:spPr/>
    </dgm:pt>
    <dgm:pt modelId="{52E68E5C-6C07-43EC-AF3A-B9CBB6B348C9}" type="pres">
      <dgm:prSet presAssocID="{D83A2147-62FB-4D04-B174-88C4BC3CDD7E}" presName="compNode" presStyleCnt="0"/>
      <dgm:spPr/>
    </dgm:pt>
    <dgm:pt modelId="{46AA9150-320D-4D80-9888-A82AD5AA890B}" type="pres">
      <dgm:prSet presAssocID="{D83A2147-62FB-4D04-B174-88C4BC3CDD7E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F4B23084-2C2C-40DF-B88D-836BF452DF03}" type="pres">
      <dgm:prSet presAssocID="{D83A2147-62FB-4D04-B174-88C4BC3CDD7E}" presName="iconSpace" presStyleCnt="0"/>
      <dgm:spPr/>
    </dgm:pt>
    <dgm:pt modelId="{409BC503-F35F-485E-AD02-786725412DEC}" type="pres">
      <dgm:prSet presAssocID="{D83A2147-62FB-4D04-B174-88C4BC3CDD7E}" presName="parTx" presStyleLbl="revTx" presStyleIdx="6" presStyleCnt="8">
        <dgm:presLayoutVars>
          <dgm:chMax val="0"/>
          <dgm:chPref val="0"/>
        </dgm:presLayoutVars>
      </dgm:prSet>
      <dgm:spPr/>
    </dgm:pt>
    <dgm:pt modelId="{3208DEE6-83FA-49D8-B18D-48D224B3FCDA}" type="pres">
      <dgm:prSet presAssocID="{D83A2147-62FB-4D04-B174-88C4BC3CDD7E}" presName="txSpace" presStyleCnt="0"/>
      <dgm:spPr/>
    </dgm:pt>
    <dgm:pt modelId="{590B99CE-A3FF-471E-A9CB-21138B1CA53D}" type="pres">
      <dgm:prSet presAssocID="{D83A2147-62FB-4D04-B174-88C4BC3CDD7E}" presName="desTx" presStyleLbl="revTx" presStyleIdx="7" presStyleCnt="8">
        <dgm:presLayoutVars/>
      </dgm:prSet>
      <dgm:spPr/>
    </dgm:pt>
  </dgm:ptLst>
  <dgm:cxnLst>
    <dgm:cxn modelId="{A0426301-1110-4AD8-8300-75AE38168826}" srcId="{D83A2147-62FB-4D04-B174-88C4BC3CDD7E}" destId="{B25D8DA3-8315-4186-8901-5C9EC374E56C}" srcOrd="1" destOrd="0" parTransId="{952C2B8F-3649-4A16-B37E-A4DC539B197C}" sibTransId="{1AB9C605-9A80-4268-BAA2-762A301D43B2}"/>
    <dgm:cxn modelId="{A9D3A904-F8CE-4D58-98DA-76B761017462}" srcId="{8D27ACF1-B337-49A7-BEDD-7CF0DB617CF0}" destId="{E2C8C6AB-3C7E-46AA-BE03-8BFB2B5C0EB2}" srcOrd="0" destOrd="0" parTransId="{6F2CA3C5-B723-4287-9E39-F6C22291F3B9}" sibTransId="{FEC3BE27-CD39-4EF0-B027-B9068F75A9DC}"/>
    <dgm:cxn modelId="{2151D407-75CD-4574-B97D-B91625E46E20}" srcId="{E2C8C6AB-3C7E-46AA-BE03-8BFB2B5C0EB2}" destId="{73D214F8-2D85-4083-A5CF-2F6CF6E3D1CB}" srcOrd="0" destOrd="0" parTransId="{FBCC9216-E6F3-4E68-98BB-E65B13672D28}" sibTransId="{8E372D10-D8F2-47A7-901C-757CE8CC97FC}"/>
    <dgm:cxn modelId="{BF44B308-385B-425B-B9B6-A34E1A3FB2B2}" srcId="{8D27ACF1-B337-49A7-BEDD-7CF0DB617CF0}" destId="{8F2CA699-10B8-4A1A-B3B1-82DB467B331A}" srcOrd="2" destOrd="0" parTransId="{16764085-C843-4EC0-82F4-436D03922A94}" sibTransId="{7467255A-99CE-43FB-B366-8F8C94DFF91E}"/>
    <dgm:cxn modelId="{BADD340A-4E1F-4426-BD0A-90C7E4CCA91C}" srcId="{37A039C4-4B4F-4F6D-9E86-A949EDC4B2A3}" destId="{9A59878D-FA73-4411-A47C-7317959564C4}" srcOrd="0" destOrd="0" parTransId="{5A20872D-7759-43A1-B878-874961D46B3E}" sibTransId="{873031C5-7F0A-4897-A588-F7FDBA80B12E}"/>
    <dgm:cxn modelId="{96D01615-B44C-4C91-9102-8D475B95D19A}" type="presOf" srcId="{6C38F646-F39B-4722-B0B2-7BCEC21B41E7}" destId="{03B49278-16E8-4CCB-A2D0-BC08C699D9D7}" srcOrd="0" destOrd="1" presId="urn:microsoft.com/office/officeart/2018/5/layout/CenteredIconLabelDescriptionList"/>
    <dgm:cxn modelId="{1A0CCB1B-0AD5-49ED-A2C5-1B6A4EE97F9C}" type="presOf" srcId="{8D27ACF1-B337-49A7-BEDD-7CF0DB617CF0}" destId="{E6B06792-31A0-43CF-B3FD-B618DE748C46}" srcOrd="0" destOrd="0" presId="urn:microsoft.com/office/officeart/2018/5/layout/CenteredIconLabelDescriptionList"/>
    <dgm:cxn modelId="{4D251222-FBF4-4119-860A-CD9D4C070E78}" type="presOf" srcId="{73D214F8-2D85-4083-A5CF-2F6CF6E3D1CB}" destId="{03B49278-16E8-4CCB-A2D0-BC08C699D9D7}" srcOrd="0" destOrd="0" presId="urn:microsoft.com/office/officeart/2018/5/layout/CenteredIconLabelDescriptionList"/>
    <dgm:cxn modelId="{46E37727-7620-4277-9478-58CB94AF8F80}" srcId="{D83A2147-62FB-4D04-B174-88C4BC3CDD7E}" destId="{36A06B9D-7F68-42F2-8A34-1E9E20784DBA}" srcOrd="0" destOrd="0" parTransId="{84479C7E-88F7-4F81-864F-2E3CC5CBFE54}" sibTransId="{6725FFFF-59DF-450C-99EF-73B2BD2B3F98}"/>
    <dgm:cxn modelId="{FBBC212B-ACAD-46FF-A9D3-2FE2D5C168FA}" srcId="{8F2CA699-10B8-4A1A-B3B1-82DB467B331A}" destId="{84733E71-F54F-4F0E-ABA1-E269FF459CF7}" srcOrd="2" destOrd="0" parTransId="{C56D49B6-4A03-4657-AECC-43766F611E78}" sibTransId="{CBBE8FD5-5F8E-4C57-913D-AF67970D80B4}"/>
    <dgm:cxn modelId="{1BD93432-5E87-4FD0-93BA-FCADACC4D095}" srcId="{8F2CA699-10B8-4A1A-B3B1-82DB467B331A}" destId="{8DC575C2-EC32-4BC9-B965-CF70712A538A}" srcOrd="1" destOrd="0" parTransId="{42B1B436-C4E7-4D86-9C49-EDBF2CBEC6F9}" sibTransId="{3B689CCA-14D6-484D-8DDF-5B7B4D4EBCA6}"/>
    <dgm:cxn modelId="{F7C5E036-F62F-40D1-98F1-A19B7BFD7AD9}" type="presOf" srcId="{2E9E4619-FD4E-4974-9F61-ABF0E56EF89A}" destId="{F51E2D8C-846A-45F7-9FDD-D77CEBA18D00}" srcOrd="0" destOrd="1" presId="urn:microsoft.com/office/officeart/2018/5/layout/CenteredIconLabelDescriptionList"/>
    <dgm:cxn modelId="{56DF256A-2CF5-4069-9E17-284982610873}" type="presOf" srcId="{E2C8C6AB-3C7E-46AA-BE03-8BFB2B5C0EB2}" destId="{2BDEEC19-5761-4A85-97EA-F0FD752AB4D6}" srcOrd="0" destOrd="0" presId="urn:microsoft.com/office/officeart/2018/5/layout/CenteredIconLabelDescriptionList"/>
    <dgm:cxn modelId="{5A1DAC6B-7C78-464F-9A08-8DE57A19DDD9}" srcId="{8F2CA699-10B8-4A1A-B3B1-82DB467B331A}" destId="{D3E913D5-94E4-4A2A-A234-5A70820FDCE5}" srcOrd="0" destOrd="0" parTransId="{B4C21070-ADC4-49D9-80E1-EF355E54F2A7}" sibTransId="{80626473-20D5-498D-B425-2BFD13280469}"/>
    <dgm:cxn modelId="{D708EB72-E9EC-4D32-8DAA-B78A5BD20515}" srcId="{37A039C4-4B4F-4F6D-9E86-A949EDC4B2A3}" destId="{2E9E4619-FD4E-4974-9F61-ABF0E56EF89A}" srcOrd="1" destOrd="0" parTransId="{FA45CE16-045F-4701-91A0-F8BFDF57DE95}" sibTransId="{B15AC97D-533A-4DFB-96A5-9EEC76F0A67D}"/>
    <dgm:cxn modelId="{FD6D8F73-6E3C-4427-8110-C6A9831EC6B2}" type="presOf" srcId="{B25D8DA3-8315-4186-8901-5C9EC374E56C}" destId="{590B99CE-A3FF-471E-A9CB-21138B1CA53D}" srcOrd="0" destOrd="1" presId="urn:microsoft.com/office/officeart/2018/5/layout/CenteredIconLabelDescriptionList"/>
    <dgm:cxn modelId="{8A9BD874-0FC4-47A3-8466-0E2A3BBB0A92}" type="presOf" srcId="{37A039C4-4B4F-4F6D-9E86-A949EDC4B2A3}" destId="{00363BE3-3647-4DCD-9D5C-64597C275261}" srcOrd="0" destOrd="0" presId="urn:microsoft.com/office/officeart/2018/5/layout/CenteredIconLabelDescriptionList"/>
    <dgm:cxn modelId="{2DC3C45A-137B-429A-B596-2595C41DD83E}" type="presOf" srcId="{D83A2147-62FB-4D04-B174-88C4BC3CDD7E}" destId="{409BC503-F35F-485E-AD02-786725412DEC}" srcOrd="0" destOrd="0" presId="urn:microsoft.com/office/officeart/2018/5/layout/CenteredIconLabelDescriptionList"/>
    <dgm:cxn modelId="{F748677C-E14F-4B14-9E8F-4212AD682611}" type="presOf" srcId="{36A06B9D-7F68-42F2-8A34-1E9E20784DBA}" destId="{590B99CE-A3FF-471E-A9CB-21138B1CA53D}" srcOrd="0" destOrd="0" presId="urn:microsoft.com/office/officeart/2018/5/layout/CenteredIconLabelDescriptionList"/>
    <dgm:cxn modelId="{191A528C-9FEB-49DC-9D80-242AFA0B51A4}" srcId="{8D27ACF1-B337-49A7-BEDD-7CF0DB617CF0}" destId="{D83A2147-62FB-4D04-B174-88C4BC3CDD7E}" srcOrd="3" destOrd="0" parTransId="{7B49388C-B959-4F6E-889F-D7F6E9C14937}" sibTransId="{F5199483-17D9-4202-AF77-1140923B5D15}"/>
    <dgm:cxn modelId="{B0911694-537B-4A9E-9010-D7191B68C39F}" type="presOf" srcId="{84733E71-F54F-4F0E-ABA1-E269FF459CF7}" destId="{07A7A7AE-F1F5-4C75-BAF0-5C5AD3C150FB}" srcOrd="0" destOrd="2" presId="urn:microsoft.com/office/officeart/2018/5/layout/CenteredIconLabelDescriptionList"/>
    <dgm:cxn modelId="{FFFB7294-38AC-4880-B12B-5AF8E326B347}" srcId="{8D27ACF1-B337-49A7-BEDD-7CF0DB617CF0}" destId="{37A039C4-4B4F-4F6D-9E86-A949EDC4B2A3}" srcOrd="1" destOrd="0" parTransId="{BE01BCA8-7958-4104-AD5A-19604EF79697}" sibTransId="{C7936F01-DEC0-4F94-8A0E-46D40BD92BC6}"/>
    <dgm:cxn modelId="{B47E3E99-D510-45CA-8E70-6F1942CF9300}" type="presOf" srcId="{8DC575C2-EC32-4BC9-B965-CF70712A538A}" destId="{07A7A7AE-F1F5-4C75-BAF0-5C5AD3C150FB}" srcOrd="0" destOrd="1" presId="urn:microsoft.com/office/officeart/2018/5/layout/CenteredIconLabelDescriptionList"/>
    <dgm:cxn modelId="{C0EEB1AB-2FFA-418B-BBD1-195234984B68}" srcId="{E2C8C6AB-3C7E-46AA-BE03-8BFB2B5C0EB2}" destId="{6C38F646-F39B-4722-B0B2-7BCEC21B41E7}" srcOrd="1" destOrd="0" parTransId="{F340D25B-818F-45BA-9342-CA5F7E2913B1}" sibTransId="{3852F39D-93DE-47D1-99FE-E10A90200293}"/>
    <dgm:cxn modelId="{2756B2B6-05E1-4707-88CB-5537020B783A}" type="presOf" srcId="{8F2CA699-10B8-4A1A-B3B1-82DB467B331A}" destId="{4BD4D51F-27E5-4EFE-AAA2-799D3680E856}" srcOrd="0" destOrd="0" presId="urn:microsoft.com/office/officeart/2018/5/layout/CenteredIconLabelDescriptionList"/>
    <dgm:cxn modelId="{7C337FF0-B486-4EE9-A127-FB5DC1DB43C3}" type="presOf" srcId="{D3E913D5-94E4-4A2A-A234-5A70820FDCE5}" destId="{07A7A7AE-F1F5-4C75-BAF0-5C5AD3C150FB}" srcOrd="0" destOrd="0" presId="urn:microsoft.com/office/officeart/2018/5/layout/CenteredIconLabelDescriptionList"/>
    <dgm:cxn modelId="{EC169DFF-B8EE-4DE3-A538-9AF833B88872}" type="presOf" srcId="{9A59878D-FA73-4411-A47C-7317959564C4}" destId="{F51E2D8C-846A-45F7-9FDD-D77CEBA18D00}" srcOrd="0" destOrd="0" presId="urn:microsoft.com/office/officeart/2018/5/layout/CenteredIconLabelDescriptionList"/>
    <dgm:cxn modelId="{713D0182-B0C3-41E7-93EA-7D12196D6C2E}" type="presParOf" srcId="{E6B06792-31A0-43CF-B3FD-B618DE748C46}" destId="{3075D944-CC12-44EA-8317-D7C335D7041C}" srcOrd="0" destOrd="0" presId="urn:microsoft.com/office/officeart/2018/5/layout/CenteredIconLabelDescriptionList"/>
    <dgm:cxn modelId="{9C2E6EA8-3DA9-4BF5-A95E-95919ED8C60C}" type="presParOf" srcId="{3075D944-CC12-44EA-8317-D7C335D7041C}" destId="{26425407-B7C9-4B34-BE0C-7063B851B124}" srcOrd="0" destOrd="0" presId="urn:microsoft.com/office/officeart/2018/5/layout/CenteredIconLabelDescriptionList"/>
    <dgm:cxn modelId="{3BEDB54E-33CC-4538-B660-649AB0DD4555}" type="presParOf" srcId="{3075D944-CC12-44EA-8317-D7C335D7041C}" destId="{A7BA751E-EB65-4037-9690-7CECB49873B8}" srcOrd="1" destOrd="0" presId="urn:microsoft.com/office/officeart/2018/5/layout/CenteredIconLabelDescriptionList"/>
    <dgm:cxn modelId="{6448F10C-4F9A-4BC4-AE93-6E61048255A4}" type="presParOf" srcId="{3075D944-CC12-44EA-8317-D7C335D7041C}" destId="{2BDEEC19-5761-4A85-97EA-F0FD752AB4D6}" srcOrd="2" destOrd="0" presId="urn:microsoft.com/office/officeart/2018/5/layout/CenteredIconLabelDescriptionList"/>
    <dgm:cxn modelId="{CBF83980-2AD5-48FD-915E-DCFA6673BA1F}" type="presParOf" srcId="{3075D944-CC12-44EA-8317-D7C335D7041C}" destId="{AEE0FE7A-1F84-481F-A33B-A6D764E212EE}" srcOrd="3" destOrd="0" presId="urn:microsoft.com/office/officeart/2018/5/layout/CenteredIconLabelDescriptionList"/>
    <dgm:cxn modelId="{F9BE8847-581E-496D-893F-46288E6A3036}" type="presParOf" srcId="{3075D944-CC12-44EA-8317-D7C335D7041C}" destId="{03B49278-16E8-4CCB-A2D0-BC08C699D9D7}" srcOrd="4" destOrd="0" presId="urn:microsoft.com/office/officeart/2018/5/layout/CenteredIconLabelDescriptionList"/>
    <dgm:cxn modelId="{B3857383-D092-4192-AEF5-039E00FB24D6}" type="presParOf" srcId="{E6B06792-31A0-43CF-B3FD-B618DE748C46}" destId="{79F65C91-5A4F-40B8-B5B6-568F428BEF04}" srcOrd="1" destOrd="0" presId="urn:microsoft.com/office/officeart/2018/5/layout/CenteredIconLabelDescriptionList"/>
    <dgm:cxn modelId="{D68DD07C-C041-47E4-8E40-A30500AF9692}" type="presParOf" srcId="{E6B06792-31A0-43CF-B3FD-B618DE748C46}" destId="{B136BEAD-A74A-402F-92E7-FE55086A0135}" srcOrd="2" destOrd="0" presId="urn:microsoft.com/office/officeart/2018/5/layout/CenteredIconLabelDescriptionList"/>
    <dgm:cxn modelId="{D8D3553C-32C9-4C96-8E98-73BC46B79F54}" type="presParOf" srcId="{B136BEAD-A74A-402F-92E7-FE55086A0135}" destId="{C3EEEE26-FE37-4A54-9E86-D19E21D1ACE3}" srcOrd="0" destOrd="0" presId="urn:microsoft.com/office/officeart/2018/5/layout/CenteredIconLabelDescriptionList"/>
    <dgm:cxn modelId="{6842B598-9463-42BA-9956-0ED042E14C79}" type="presParOf" srcId="{B136BEAD-A74A-402F-92E7-FE55086A0135}" destId="{E5261ACD-6510-4B0E-BFCE-970A5D0555A1}" srcOrd="1" destOrd="0" presId="urn:microsoft.com/office/officeart/2018/5/layout/CenteredIconLabelDescriptionList"/>
    <dgm:cxn modelId="{1A73BA0C-1E45-40AB-A502-823802113403}" type="presParOf" srcId="{B136BEAD-A74A-402F-92E7-FE55086A0135}" destId="{00363BE3-3647-4DCD-9D5C-64597C275261}" srcOrd="2" destOrd="0" presId="urn:microsoft.com/office/officeart/2018/5/layout/CenteredIconLabelDescriptionList"/>
    <dgm:cxn modelId="{4F8103F9-3C1F-44D8-833E-9BFD86DCA63C}" type="presParOf" srcId="{B136BEAD-A74A-402F-92E7-FE55086A0135}" destId="{C4EA0676-A5F0-4236-BD07-32FC51DCBC58}" srcOrd="3" destOrd="0" presId="urn:microsoft.com/office/officeart/2018/5/layout/CenteredIconLabelDescriptionList"/>
    <dgm:cxn modelId="{A024A190-56F3-4ED4-B7E7-6E018D6F39C4}" type="presParOf" srcId="{B136BEAD-A74A-402F-92E7-FE55086A0135}" destId="{F51E2D8C-846A-45F7-9FDD-D77CEBA18D00}" srcOrd="4" destOrd="0" presId="urn:microsoft.com/office/officeart/2018/5/layout/CenteredIconLabelDescriptionList"/>
    <dgm:cxn modelId="{2F9FAA6C-4835-425B-928C-B3370ED237BE}" type="presParOf" srcId="{E6B06792-31A0-43CF-B3FD-B618DE748C46}" destId="{42A8574D-8FB2-4449-9B25-2E89C229AD1A}" srcOrd="3" destOrd="0" presId="urn:microsoft.com/office/officeart/2018/5/layout/CenteredIconLabelDescriptionList"/>
    <dgm:cxn modelId="{3687222B-A22C-485D-9FD1-E340C711788F}" type="presParOf" srcId="{E6B06792-31A0-43CF-B3FD-B618DE748C46}" destId="{2E0D0282-FDC6-4737-A94B-1E3FC7F675FB}" srcOrd="4" destOrd="0" presId="urn:microsoft.com/office/officeart/2018/5/layout/CenteredIconLabelDescriptionList"/>
    <dgm:cxn modelId="{80B0DEA1-E2C4-4A00-878B-35098C906994}" type="presParOf" srcId="{2E0D0282-FDC6-4737-A94B-1E3FC7F675FB}" destId="{9D110DFA-6B5E-4626-BDAD-5FBFB146C0DA}" srcOrd="0" destOrd="0" presId="urn:microsoft.com/office/officeart/2018/5/layout/CenteredIconLabelDescriptionList"/>
    <dgm:cxn modelId="{EFB9B158-7356-4AE8-80B9-2AEAB49A47C3}" type="presParOf" srcId="{2E0D0282-FDC6-4737-A94B-1E3FC7F675FB}" destId="{2134CDDA-0926-4A58-A391-073E411E1D6E}" srcOrd="1" destOrd="0" presId="urn:microsoft.com/office/officeart/2018/5/layout/CenteredIconLabelDescriptionList"/>
    <dgm:cxn modelId="{4F31C5B9-4C3F-45B8-B6A5-46CF00707EA3}" type="presParOf" srcId="{2E0D0282-FDC6-4737-A94B-1E3FC7F675FB}" destId="{4BD4D51F-27E5-4EFE-AAA2-799D3680E856}" srcOrd="2" destOrd="0" presId="urn:microsoft.com/office/officeart/2018/5/layout/CenteredIconLabelDescriptionList"/>
    <dgm:cxn modelId="{7AC68259-E448-4A1A-9E38-B255B20DB077}" type="presParOf" srcId="{2E0D0282-FDC6-4737-A94B-1E3FC7F675FB}" destId="{606049D9-C43E-4959-82D4-28AB0D2F81AB}" srcOrd="3" destOrd="0" presId="urn:microsoft.com/office/officeart/2018/5/layout/CenteredIconLabelDescriptionList"/>
    <dgm:cxn modelId="{B264F201-9D17-4193-A4A5-447C3FF81DFF}" type="presParOf" srcId="{2E0D0282-FDC6-4737-A94B-1E3FC7F675FB}" destId="{07A7A7AE-F1F5-4C75-BAF0-5C5AD3C150FB}" srcOrd="4" destOrd="0" presId="urn:microsoft.com/office/officeart/2018/5/layout/CenteredIconLabelDescriptionList"/>
    <dgm:cxn modelId="{06F5D2F1-7218-4D4C-8FFB-6A4E823E47AA}" type="presParOf" srcId="{E6B06792-31A0-43CF-B3FD-B618DE748C46}" destId="{B3273BB9-42AB-4480-80B2-6E99FF7FC6AF}" srcOrd="5" destOrd="0" presId="urn:microsoft.com/office/officeart/2018/5/layout/CenteredIconLabelDescriptionList"/>
    <dgm:cxn modelId="{2E64ABEA-669F-42B9-8958-DE3CB44CF534}" type="presParOf" srcId="{E6B06792-31A0-43CF-B3FD-B618DE748C46}" destId="{52E68E5C-6C07-43EC-AF3A-B9CBB6B348C9}" srcOrd="6" destOrd="0" presId="urn:microsoft.com/office/officeart/2018/5/layout/CenteredIconLabelDescriptionList"/>
    <dgm:cxn modelId="{A44F1A3B-48C4-4EE3-AE1C-FE5BF6F503EB}" type="presParOf" srcId="{52E68E5C-6C07-43EC-AF3A-B9CBB6B348C9}" destId="{46AA9150-320D-4D80-9888-A82AD5AA890B}" srcOrd="0" destOrd="0" presId="urn:microsoft.com/office/officeart/2018/5/layout/CenteredIconLabelDescriptionList"/>
    <dgm:cxn modelId="{EEC80B00-CEF6-4395-8179-7268AB6040F2}" type="presParOf" srcId="{52E68E5C-6C07-43EC-AF3A-B9CBB6B348C9}" destId="{F4B23084-2C2C-40DF-B88D-836BF452DF03}" srcOrd="1" destOrd="0" presId="urn:microsoft.com/office/officeart/2018/5/layout/CenteredIconLabelDescriptionList"/>
    <dgm:cxn modelId="{39A180FD-E152-4C20-9E10-C7F343777D92}" type="presParOf" srcId="{52E68E5C-6C07-43EC-AF3A-B9CBB6B348C9}" destId="{409BC503-F35F-485E-AD02-786725412DEC}" srcOrd="2" destOrd="0" presId="urn:microsoft.com/office/officeart/2018/5/layout/CenteredIconLabelDescriptionList"/>
    <dgm:cxn modelId="{5D8FF0CC-739F-4535-8A41-A675117D4AA6}" type="presParOf" srcId="{52E68E5C-6C07-43EC-AF3A-B9CBB6B348C9}" destId="{3208DEE6-83FA-49D8-B18D-48D224B3FCDA}" srcOrd="3" destOrd="0" presId="urn:microsoft.com/office/officeart/2018/5/layout/CenteredIconLabelDescriptionList"/>
    <dgm:cxn modelId="{3F646141-5297-4A7C-954B-C1DBB520849A}" type="presParOf" srcId="{52E68E5C-6C07-43EC-AF3A-B9CBB6B348C9}" destId="{590B99CE-A3FF-471E-A9CB-21138B1CA53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CC6FA2A5-25FF-499B-A48C-6C32E452AEDE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tr-TR"/>
        </a:p>
      </dgm:t>
    </dgm:pt>
    <dgm:pt modelId="{3323CF0B-D9D3-48BB-BC87-CCCDC902ABD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Merkle tree</a:t>
          </a:r>
        </a:p>
      </dgm:t>
    </dgm:pt>
    <dgm:pt modelId="{8957611C-24F1-4EBD-A6A6-3CC3E565272F}" type="parTrans" cxnId="{C4D8E9B8-3AE1-4402-9129-58E1FA276D6F}">
      <dgm:prSet/>
      <dgm:spPr/>
      <dgm:t>
        <a:bodyPr/>
        <a:lstStyle/>
        <a:p>
          <a:endParaRPr lang="tr-TR"/>
        </a:p>
      </dgm:t>
    </dgm:pt>
    <dgm:pt modelId="{BDFC5D15-FFFD-4114-A3EC-1D6EBB9EEC47}" type="sibTrans" cxnId="{C4D8E9B8-3AE1-4402-9129-58E1FA276D6F}">
      <dgm:prSet/>
      <dgm:spPr/>
      <dgm:t>
        <a:bodyPr/>
        <a:lstStyle/>
        <a:p>
          <a:endParaRPr lang="tr-TR"/>
        </a:p>
      </dgm:t>
    </dgm:pt>
    <dgm:pt modelId="{B04EDA5B-FE49-43A5-AF2C-6C269A03AD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summary of</a:t>
          </a:r>
          <a:endParaRPr lang="tr-TR"/>
        </a:p>
      </dgm:t>
    </dgm:pt>
    <dgm:pt modelId="{64096BFB-F108-4960-A495-F1B4BF722BFC}" type="parTrans" cxnId="{085E570F-9D5C-44B5-8D0B-883CF647A536}">
      <dgm:prSet/>
      <dgm:spPr/>
      <dgm:t>
        <a:bodyPr/>
        <a:lstStyle/>
        <a:p>
          <a:endParaRPr lang="tr-TR"/>
        </a:p>
      </dgm:t>
    </dgm:pt>
    <dgm:pt modelId="{60A3B05D-79C2-4E5F-99F8-F44A87A57967}" type="sibTrans" cxnId="{085E570F-9D5C-44B5-8D0B-883CF647A536}">
      <dgm:prSet/>
      <dgm:spPr/>
      <dgm:t>
        <a:bodyPr/>
        <a:lstStyle/>
        <a:p>
          <a:endParaRPr lang="tr-TR"/>
        </a:p>
      </dgm:t>
    </dgm:pt>
    <dgm:pt modelId="{D629C45C-D01A-4326-9AD1-70D858F2D11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Efficiency</a:t>
          </a:r>
        </a:p>
      </dgm:t>
    </dgm:pt>
    <dgm:pt modelId="{8E9FDD0C-A9C6-4669-BA94-9EAE8D006DFD}" type="parTrans" cxnId="{8E4044E2-036C-4059-9C50-26CD7230E563}">
      <dgm:prSet/>
      <dgm:spPr/>
      <dgm:t>
        <a:bodyPr/>
        <a:lstStyle/>
        <a:p>
          <a:endParaRPr lang="tr-TR"/>
        </a:p>
      </dgm:t>
    </dgm:pt>
    <dgm:pt modelId="{EDBAB1A1-21E6-40F5-95F8-7E5C21ED1307}" type="sibTrans" cxnId="{8E4044E2-036C-4059-9C50-26CD7230E563}">
      <dgm:prSet/>
      <dgm:spPr/>
      <dgm:t>
        <a:bodyPr/>
        <a:lstStyle/>
        <a:p>
          <a:endParaRPr lang="tr-TR"/>
        </a:p>
      </dgm:t>
    </dgm:pt>
    <dgm:pt modelId="{B2B4E116-E5E2-4DCE-B5F1-015A0B109AD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Transaction verification</a:t>
          </a:r>
        </a:p>
      </dgm:t>
    </dgm:pt>
    <dgm:pt modelId="{9C4FE546-9D15-49C4-9F9B-C70B7B433A32}" type="parTrans" cxnId="{CEC616C2-AAAA-496C-AA91-80A8FFF42FB6}">
      <dgm:prSet/>
      <dgm:spPr/>
      <dgm:t>
        <a:bodyPr/>
        <a:lstStyle/>
        <a:p>
          <a:endParaRPr lang="tr-TR"/>
        </a:p>
      </dgm:t>
    </dgm:pt>
    <dgm:pt modelId="{872FF247-C911-40EE-BDDE-F9A2CE64B331}" type="sibTrans" cxnId="{CEC616C2-AAAA-496C-AA91-80A8FFF42FB6}">
      <dgm:prSet/>
      <dgm:spPr/>
      <dgm:t>
        <a:bodyPr/>
        <a:lstStyle/>
        <a:p>
          <a:endParaRPr lang="tr-TR"/>
        </a:p>
      </dgm:t>
    </dgm:pt>
    <dgm:pt modelId="{D0DC838F-75F7-44FC-9F14-EC609647093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Binary hash tree</a:t>
          </a:r>
        </a:p>
      </dgm:t>
    </dgm:pt>
    <dgm:pt modelId="{ECC3AECC-C5AC-40E5-B820-B76A86CF36F9}" type="parTrans" cxnId="{309B3877-1E05-4812-9D41-7C3441DC9B76}">
      <dgm:prSet/>
      <dgm:spPr/>
      <dgm:t>
        <a:bodyPr/>
        <a:lstStyle/>
        <a:p>
          <a:endParaRPr lang="tr-TR"/>
        </a:p>
      </dgm:t>
    </dgm:pt>
    <dgm:pt modelId="{F8017C58-2933-4151-B71B-05A54470E736}" type="sibTrans" cxnId="{309B3877-1E05-4812-9D41-7C3441DC9B76}">
      <dgm:prSet/>
      <dgm:spPr/>
      <dgm:t>
        <a:bodyPr/>
        <a:lstStyle/>
        <a:p>
          <a:endParaRPr lang="tr-TR"/>
        </a:p>
      </dgm:t>
    </dgm:pt>
    <dgm:pt modelId="{0EBF4A74-B218-45FF-B7BE-584FD79873C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data structure </a:t>
          </a:r>
        </a:p>
      </dgm:t>
    </dgm:pt>
    <dgm:pt modelId="{AB1204F2-75C9-485D-9913-335D9B927312}" type="parTrans" cxnId="{BAF579C1-1475-40CB-B135-4EB22476894C}">
      <dgm:prSet/>
      <dgm:spPr/>
      <dgm:t>
        <a:bodyPr/>
        <a:lstStyle/>
        <a:p>
          <a:endParaRPr lang="tr-TR"/>
        </a:p>
      </dgm:t>
    </dgm:pt>
    <dgm:pt modelId="{72B2512A-368E-4840-8DAE-F2B2AEA1ED9C}" type="sibTrans" cxnId="{BAF579C1-1475-40CB-B135-4EB22476894C}">
      <dgm:prSet/>
      <dgm:spPr/>
      <dgm:t>
        <a:bodyPr/>
        <a:lstStyle/>
        <a:p>
          <a:endParaRPr lang="tr-TR"/>
        </a:p>
      </dgm:t>
    </dgm:pt>
    <dgm:pt modelId="{4067F8EC-6EC0-404E-967E-F8CB4417A9F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transactions</a:t>
          </a:r>
        </a:p>
      </dgm:t>
    </dgm:pt>
    <dgm:pt modelId="{EE3CE397-E6B3-499C-B66D-6EEF11A9C155}" type="parTrans" cxnId="{36F6B2D1-D5B0-49A5-A383-F86F6F7339AA}">
      <dgm:prSet/>
      <dgm:spPr/>
      <dgm:t>
        <a:bodyPr/>
        <a:lstStyle/>
        <a:p>
          <a:endParaRPr lang="tr-TR"/>
        </a:p>
      </dgm:t>
    </dgm:pt>
    <dgm:pt modelId="{3B17AD66-AD07-4FD5-9E32-710C012B6BBA}" type="sibTrans" cxnId="{36F6B2D1-D5B0-49A5-A383-F86F6F7339AA}">
      <dgm:prSet/>
      <dgm:spPr/>
    </dgm:pt>
    <dgm:pt modelId="{34FD1BE1-F000-42C1-8BCF-528058F3213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 the transactions</a:t>
          </a:r>
          <a:endParaRPr lang="tr-TR"/>
        </a:p>
      </dgm:t>
    </dgm:pt>
    <dgm:pt modelId="{3F3E850A-EDAF-4BAD-AD16-4ECA9841B821}" type="parTrans" cxnId="{9ECCE40D-55D6-4368-861B-8E9B426D2580}">
      <dgm:prSet/>
      <dgm:spPr/>
    </dgm:pt>
    <dgm:pt modelId="{59E0E94E-18C9-434D-9256-5140B659C995}" type="sibTrans" cxnId="{9ECCE40D-55D6-4368-861B-8E9B426D2580}">
      <dgm:prSet/>
      <dgm:spPr/>
    </dgm:pt>
    <dgm:pt modelId="{FCF4B6C4-BC2A-40CF-AED5-AE8907BB85C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summarizing</a:t>
          </a:r>
        </a:p>
      </dgm:t>
    </dgm:pt>
    <dgm:pt modelId="{98296770-F298-4F66-BC1D-CDFAD9897946}" type="parTrans" cxnId="{2DB67027-8092-4A81-AE5F-6820511AD2D1}">
      <dgm:prSet/>
      <dgm:spPr/>
    </dgm:pt>
    <dgm:pt modelId="{7BAB1C04-34EC-4C07-87CD-8B500AD217C2}" type="sibTrans" cxnId="{2DB67027-8092-4A81-AE5F-6820511AD2D1}">
      <dgm:prSet/>
      <dgm:spPr/>
    </dgm:pt>
    <dgm:pt modelId="{6DEF1E95-6AFA-475B-B384-1298744C90E1}" type="pres">
      <dgm:prSet presAssocID="{CC6FA2A5-25FF-499B-A48C-6C32E452AEDE}" presName="root" presStyleCnt="0">
        <dgm:presLayoutVars>
          <dgm:dir/>
          <dgm:resizeHandles val="exact"/>
        </dgm:presLayoutVars>
      </dgm:prSet>
      <dgm:spPr/>
    </dgm:pt>
    <dgm:pt modelId="{95F52262-F50E-41EA-9C99-008FF2EB1776}" type="pres">
      <dgm:prSet presAssocID="{3323CF0B-D9D3-48BB-BC87-CCCDC902ABDF}" presName="compNode" presStyleCnt="0"/>
      <dgm:spPr/>
    </dgm:pt>
    <dgm:pt modelId="{8E0C0DA7-B1BE-48FD-88A7-EBBB79EBA8C0}" type="pres">
      <dgm:prSet presAssocID="{3323CF0B-D9D3-48BB-BC87-CCCDC902ABD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47CE2A41-A764-4607-86C8-F95C5F13624D}" type="pres">
      <dgm:prSet presAssocID="{3323CF0B-D9D3-48BB-BC87-CCCDC902ABDF}" presName="iconSpace" presStyleCnt="0"/>
      <dgm:spPr/>
    </dgm:pt>
    <dgm:pt modelId="{5445D7A6-C62D-4572-858D-C2185C076690}" type="pres">
      <dgm:prSet presAssocID="{3323CF0B-D9D3-48BB-BC87-CCCDC902ABDF}" presName="parTx" presStyleLbl="revTx" presStyleIdx="0" presStyleCnt="6">
        <dgm:presLayoutVars>
          <dgm:chMax val="0"/>
          <dgm:chPref val="0"/>
        </dgm:presLayoutVars>
      </dgm:prSet>
      <dgm:spPr/>
    </dgm:pt>
    <dgm:pt modelId="{E708FD7D-BC70-4482-B94F-BB891A64C4D8}" type="pres">
      <dgm:prSet presAssocID="{3323CF0B-D9D3-48BB-BC87-CCCDC902ABDF}" presName="txSpace" presStyleCnt="0"/>
      <dgm:spPr/>
    </dgm:pt>
    <dgm:pt modelId="{194BB278-019A-46E3-A961-C05A4030C0DA}" type="pres">
      <dgm:prSet presAssocID="{3323CF0B-D9D3-48BB-BC87-CCCDC902ABDF}" presName="desTx" presStyleLbl="revTx" presStyleIdx="1" presStyleCnt="6">
        <dgm:presLayoutVars/>
      </dgm:prSet>
      <dgm:spPr/>
    </dgm:pt>
    <dgm:pt modelId="{40AEEBA4-7AB2-4D86-A53B-8BD4F3902EFE}" type="pres">
      <dgm:prSet presAssocID="{BDFC5D15-FFFD-4114-A3EC-1D6EBB9EEC47}" presName="sibTrans" presStyleCnt="0"/>
      <dgm:spPr/>
    </dgm:pt>
    <dgm:pt modelId="{0BF3E019-5096-4901-A7B9-929E1CCF0C3C}" type="pres">
      <dgm:prSet presAssocID="{4067F8EC-6EC0-404E-967E-F8CB4417A9F7}" presName="compNode" presStyleCnt="0"/>
      <dgm:spPr/>
    </dgm:pt>
    <dgm:pt modelId="{27996547-3F40-41AC-B505-8E2BC5876634}" type="pres">
      <dgm:prSet presAssocID="{4067F8EC-6EC0-404E-967E-F8CB4417A9F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89A84815-08AE-4E65-81CB-3A2B727C33AA}" type="pres">
      <dgm:prSet presAssocID="{4067F8EC-6EC0-404E-967E-F8CB4417A9F7}" presName="iconSpace" presStyleCnt="0"/>
      <dgm:spPr/>
    </dgm:pt>
    <dgm:pt modelId="{DE0B99DE-2436-4300-A13D-4785C01AC323}" type="pres">
      <dgm:prSet presAssocID="{4067F8EC-6EC0-404E-967E-F8CB4417A9F7}" presName="parTx" presStyleLbl="revTx" presStyleIdx="2" presStyleCnt="6">
        <dgm:presLayoutVars>
          <dgm:chMax val="0"/>
          <dgm:chPref val="0"/>
        </dgm:presLayoutVars>
      </dgm:prSet>
      <dgm:spPr/>
    </dgm:pt>
    <dgm:pt modelId="{3D298602-6E9E-4209-874C-5310EBD5FF54}" type="pres">
      <dgm:prSet presAssocID="{4067F8EC-6EC0-404E-967E-F8CB4417A9F7}" presName="txSpace" presStyleCnt="0"/>
      <dgm:spPr/>
    </dgm:pt>
    <dgm:pt modelId="{6186DFC6-0F7A-4427-8408-9A5E585F95B0}" type="pres">
      <dgm:prSet presAssocID="{4067F8EC-6EC0-404E-967E-F8CB4417A9F7}" presName="desTx" presStyleLbl="revTx" presStyleIdx="3" presStyleCnt="6">
        <dgm:presLayoutVars/>
      </dgm:prSet>
      <dgm:spPr/>
    </dgm:pt>
    <dgm:pt modelId="{BD0C5DB5-3074-4465-A240-076F8A56C48E}" type="pres">
      <dgm:prSet presAssocID="{3B17AD66-AD07-4FD5-9E32-710C012B6BBA}" presName="sibTrans" presStyleCnt="0"/>
      <dgm:spPr/>
    </dgm:pt>
    <dgm:pt modelId="{DCCA8E96-4072-40DE-BFC7-FB8E591D60E0}" type="pres">
      <dgm:prSet presAssocID="{D629C45C-D01A-4326-9AD1-70D858F2D111}" presName="compNode" presStyleCnt="0"/>
      <dgm:spPr/>
    </dgm:pt>
    <dgm:pt modelId="{900CAB3B-C602-461B-AFED-9C2A14A64384}" type="pres">
      <dgm:prSet presAssocID="{D629C45C-D01A-4326-9AD1-70D858F2D11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D93EC419-AD23-4CDF-B669-CFF0234DDBD8}" type="pres">
      <dgm:prSet presAssocID="{D629C45C-D01A-4326-9AD1-70D858F2D111}" presName="iconSpace" presStyleCnt="0"/>
      <dgm:spPr/>
    </dgm:pt>
    <dgm:pt modelId="{E52D75BC-EBE1-40AC-93A9-8C927AE07174}" type="pres">
      <dgm:prSet presAssocID="{D629C45C-D01A-4326-9AD1-70D858F2D111}" presName="parTx" presStyleLbl="revTx" presStyleIdx="4" presStyleCnt="6">
        <dgm:presLayoutVars>
          <dgm:chMax val="0"/>
          <dgm:chPref val="0"/>
        </dgm:presLayoutVars>
      </dgm:prSet>
      <dgm:spPr/>
    </dgm:pt>
    <dgm:pt modelId="{5FC64CD1-A5BE-445B-B730-6CCA70287120}" type="pres">
      <dgm:prSet presAssocID="{D629C45C-D01A-4326-9AD1-70D858F2D111}" presName="txSpace" presStyleCnt="0"/>
      <dgm:spPr/>
    </dgm:pt>
    <dgm:pt modelId="{EF0080A7-278E-4EEE-99F4-FC5826140E6F}" type="pres">
      <dgm:prSet presAssocID="{D629C45C-D01A-4326-9AD1-70D858F2D111}" presName="desTx" presStyleLbl="revTx" presStyleIdx="5" presStyleCnt="6">
        <dgm:presLayoutVars/>
      </dgm:prSet>
      <dgm:spPr/>
    </dgm:pt>
  </dgm:ptLst>
  <dgm:cxnLst>
    <dgm:cxn modelId="{22B7DC01-6597-4200-A40E-062BF6E642D4}" type="presOf" srcId="{B2B4E116-E5E2-4DCE-B5F1-015A0B109ADA}" destId="{EF0080A7-278E-4EEE-99F4-FC5826140E6F}" srcOrd="0" destOrd="0" presId="urn:microsoft.com/office/officeart/2018/2/layout/IconLabelDescriptionList"/>
    <dgm:cxn modelId="{9ECCE40D-55D6-4368-861B-8E9B426D2580}" srcId="{4067F8EC-6EC0-404E-967E-F8CB4417A9F7}" destId="{34FD1BE1-F000-42C1-8BCF-528058F32137}" srcOrd="1" destOrd="0" parTransId="{3F3E850A-EDAF-4BAD-AD16-4ECA9841B821}" sibTransId="{59E0E94E-18C9-434D-9256-5140B659C995}"/>
    <dgm:cxn modelId="{085E570F-9D5C-44B5-8D0B-883CF647A536}" srcId="{4067F8EC-6EC0-404E-967E-F8CB4417A9F7}" destId="{B04EDA5B-FE49-43A5-AF2C-6C269A03ADF7}" srcOrd="0" destOrd="0" parTransId="{64096BFB-F108-4960-A495-F1B4BF722BFC}" sibTransId="{60A3B05D-79C2-4E5F-99F8-F44A87A57967}"/>
    <dgm:cxn modelId="{6D8F8D1D-13DA-462D-B5F9-2D3495C5C76B}" type="presOf" srcId="{0EBF4A74-B218-45FF-B7BE-584FD79873CF}" destId="{194BB278-019A-46E3-A961-C05A4030C0DA}" srcOrd="0" destOrd="1" presId="urn:microsoft.com/office/officeart/2018/2/layout/IconLabelDescriptionList"/>
    <dgm:cxn modelId="{2DB67027-8092-4A81-AE5F-6820511AD2D1}" srcId="{D629C45C-D01A-4326-9AD1-70D858F2D111}" destId="{FCF4B6C4-BC2A-40CF-AED5-AE8907BB85CC}" srcOrd="1" destOrd="0" parTransId="{98296770-F298-4F66-BC1D-CDFAD9897946}" sibTransId="{7BAB1C04-34EC-4C07-87CD-8B500AD217C2}"/>
    <dgm:cxn modelId="{CC9FC328-8386-4E4F-8178-CAFA8752DCA1}" type="presOf" srcId="{B04EDA5B-FE49-43A5-AF2C-6C269A03ADF7}" destId="{6186DFC6-0F7A-4427-8408-9A5E585F95B0}" srcOrd="0" destOrd="0" presId="urn:microsoft.com/office/officeart/2018/2/layout/IconLabelDescriptionList"/>
    <dgm:cxn modelId="{4BAD2163-8C30-40D1-8212-A11E9A409E92}" type="presOf" srcId="{D629C45C-D01A-4326-9AD1-70D858F2D111}" destId="{E52D75BC-EBE1-40AC-93A9-8C927AE07174}" srcOrd="0" destOrd="0" presId="urn:microsoft.com/office/officeart/2018/2/layout/IconLabelDescriptionList"/>
    <dgm:cxn modelId="{F5C87245-ACD4-4BB6-85A9-E9137B5FD784}" type="presOf" srcId="{D0DC838F-75F7-44FC-9F14-EC6096470934}" destId="{194BB278-019A-46E3-A961-C05A4030C0DA}" srcOrd="0" destOrd="0" presId="urn:microsoft.com/office/officeart/2018/2/layout/IconLabelDescriptionList"/>
    <dgm:cxn modelId="{50718676-C084-4615-82F2-E9FA9602B66B}" type="presOf" srcId="{34FD1BE1-F000-42C1-8BCF-528058F32137}" destId="{6186DFC6-0F7A-4427-8408-9A5E585F95B0}" srcOrd="0" destOrd="1" presId="urn:microsoft.com/office/officeart/2018/2/layout/IconLabelDescriptionList"/>
    <dgm:cxn modelId="{309B3877-1E05-4812-9D41-7C3441DC9B76}" srcId="{3323CF0B-D9D3-48BB-BC87-CCCDC902ABDF}" destId="{D0DC838F-75F7-44FC-9F14-EC6096470934}" srcOrd="0" destOrd="0" parTransId="{ECC3AECC-C5AC-40E5-B820-B76A86CF36F9}" sibTransId="{F8017C58-2933-4151-B71B-05A54470E736}"/>
    <dgm:cxn modelId="{45623D57-1891-4FA4-994A-5A6FDA2D10C9}" type="presOf" srcId="{CC6FA2A5-25FF-499B-A48C-6C32E452AEDE}" destId="{6DEF1E95-6AFA-475B-B384-1298744C90E1}" srcOrd="0" destOrd="0" presId="urn:microsoft.com/office/officeart/2018/2/layout/IconLabelDescriptionList"/>
    <dgm:cxn modelId="{5BEE0FA2-6C37-418D-BF46-45845A0D56F2}" type="presOf" srcId="{4067F8EC-6EC0-404E-967E-F8CB4417A9F7}" destId="{DE0B99DE-2436-4300-A13D-4785C01AC323}" srcOrd="0" destOrd="0" presId="urn:microsoft.com/office/officeart/2018/2/layout/IconLabelDescriptionList"/>
    <dgm:cxn modelId="{0D9A20B5-79F0-4528-934A-07F4E48D2902}" type="presOf" srcId="{FCF4B6C4-BC2A-40CF-AED5-AE8907BB85CC}" destId="{EF0080A7-278E-4EEE-99F4-FC5826140E6F}" srcOrd="0" destOrd="1" presId="urn:microsoft.com/office/officeart/2018/2/layout/IconLabelDescriptionList"/>
    <dgm:cxn modelId="{C4D8E9B8-3AE1-4402-9129-58E1FA276D6F}" srcId="{CC6FA2A5-25FF-499B-A48C-6C32E452AEDE}" destId="{3323CF0B-D9D3-48BB-BC87-CCCDC902ABDF}" srcOrd="0" destOrd="0" parTransId="{8957611C-24F1-4EBD-A6A6-3CC3E565272F}" sibTransId="{BDFC5D15-FFFD-4114-A3EC-1D6EBB9EEC47}"/>
    <dgm:cxn modelId="{BAF579C1-1475-40CB-B135-4EB22476894C}" srcId="{3323CF0B-D9D3-48BB-BC87-CCCDC902ABDF}" destId="{0EBF4A74-B218-45FF-B7BE-584FD79873CF}" srcOrd="1" destOrd="0" parTransId="{AB1204F2-75C9-485D-9913-335D9B927312}" sibTransId="{72B2512A-368E-4840-8DAE-F2B2AEA1ED9C}"/>
    <dgm:cxn modelId="{CEC616C2-AAAA-496C-AA91-80A8FFF42FB6}" srcId="{D629C45C-D01A-4326-9AD1-70D858F2D111}" destId="{B2B4E116-E5E2-4DCE-B5F1-015A0B109ADA}" srcOrd="0" destOrd="0" parTransId="{9C4FE546-9D15-49C4-9F9B-C70B7B433A32}" sibTransId="{872FF247-C911-40EE-BDDE-F9A2CE64B331}"/>
    <dgm:cxn modelId="{36F6B2D1-D5B0-49A5-A383-F86F6F7339AA}" srcId="{CC6FA2A5-25FF-499B-A48C-6C32E452AEDE}" destId="{4067F8EC-6EC0-404E-967E-F8CB4417A9F7}" srcOrd="1" destOrd="0" parTransId="{EE3CE397-E6B3-499C-B66D-6EEF11A9C155}" sibTransId="{3B17AD66-AD07-4FD5-9E32-710C012B6BBA}"/>
    <dgm:cxn modelId="{8E4044E2-036C-4059-9C50-26CD7230E563}" srcId="{CC6FA2A5-25FF-499B-A48C-6C32E452AEDE}" destId="{D629C45C-D01A-4326-9AD1-70D858F2D111}" srcOrd="2" destOrd="0" parTransId="{8E9FDD0C-A9C6-4669-BA94-9EAE8D006DFD}" sibTransId="{EDBAB1A1-21E6-40F5-95F8-7E5C21ED1307}"/>
    <dgm:cxn modelId="{D8BC4EE4-7D8E-4DF8-9BF7-B2D7CC08994E}" type="presOf" srcId="{3323CF0B-D9D3-48BB-BC87-CCCDC902ABDF}" destId="{5445D7A6-C62D-4572-858D-C2185C076690}" srcOrd="0" destOrd="0" presId="urn:microsoft.com/office/officeart/2018/2/layout/IconLabelDescriptionList"/>
    <dgm:cxn modelId="{A0DD2F20-2218-4E7D-98E1-D1B8E41F08F3}" type="presParOf" srcId="{6DEF1E95-6AFA-475B-B384-1298744C90E1}" destId="{95F52262-F50E-41EA-9C99-008FF2EB1776}" srcOrd="0" destOrd="0" presId="urn:microsoft.com/office/officeart/2018/2/layout/IconLabelDescriptionList"/>
    <dgm:cxn modelId="{3082878A-BD5C-4499-B70A-A26FA511D829}" type="presParOf" srcId="{95F52262-F50E-41EA-9C99-008FF2EB1776}" destId="{8E0C0DA7-B1BE-48FD-88A7-EBBB79EBA8C0}" srcOrd="0" destOrd="0" presId="urn:microsoft.com/office/officeart/2018/2/layout/IconLabelDescriptionList"/>
    <dgm:cxn modelId="{03FE0736-4535-4685-99C8-45C2A4724F22}" type="presParOf" srcId="{95F52262-F50E-41EA-9C99-008FF2EB1776}" destId="{47CE2A41-A764-4607-86C8-F95C5F13624D}" srcOrd="1" destOrd="0" presId="urn:microsoft.com/office/officeart/2018/2/layout/IconLabelDescriptionList"/>
    <dgm:cxn modelId="{106E174F-0A77-4C2B-87C5-02F5ED54C216}" type="presParOf" srcId="{95F52262-F50E-41EA-9C99-008FF2EB1776}" destId="{5445D7A6-C62D-4572-858D-C2185C076690}" srcOrd="2" destOrd="0" presId="urn:microsoft.com/office/officeart/2018/2/layout/IconLabelDescriptionList"/>
    <dgm:cxn modelId="{4E97F7E2-E856-4E3C-A079-88ED4C85F6CB}" type="presParOf" srcId="{95F52262-F50E-41EA-9C99-008FF2EB1776}" destId="{E708FD7D-BC70-4482-B94F-BB891A64C4D8}" srcOrd="3" destOrd="0" presId="urn:microsoft.com/office/officeart/2018/2/layout/IconLabelDescriptionList"/>
    <dgm:cxn modelId="{20620D42-D75C-4949-A89B-2D739224BBEE}" type="presParOf" srcId="{95F52262-F50E-41EA-9C99-008FF2EB1776}" destId="{194BB278-019A-46E3-A961-C05A4030C0DA}" srcOrd="4" destOrd="0" presId="urn:microsoft.com/office/officeart/2018/2/layout/IconLabelDescriptionList"/>
    <dgm:cxn modelId="{AC9BB5C0-3487-472B-91B4-7E986171677D}" type="presParOf" srcId="{6DEF1E95-6AFA-475B-B384-1298744C90E1}" destId="{40AEEBA4-7AB2-4D86-A53B-8BD4F3902EFE}" srcOrd="1" destOrd="0" presId="urn:microsoft.com/office/officeart/2018/2/layout/IconLabelDescriptionList"/>
    <dgm:cxn modelId="{13EE1E16-F204-4A0B-9A55-E8CE8BAA36D6}" type="presParOf" srcId="{6DEF1E95-6AFA-475B-B384-1298744C90E1}" destId="{0BF3E019-5096-4901-A7B9-929E1CCF0C3C}" srcOrd="2" destOrd="0" presId="urn:microsoft.com/office/officeart/2018/2/layout/IconLabelDescriptionList"/>
    <dgm:cxn modelId="{1EE95017-B818-4AF8-B813-892FA33F3451}" type="presParOf" srcId="{0BF3E019-5096-4901-A7B9-929E1CCF0C3C}" destId="{27996547-3F40-41AC-B505-8E2BC5876634}" srcOrd="0" destOrd="0" presId="urn:microsoft.com/office/officeart/2018/2/layout/IconLabelDescriptionList"/>
    <dgm:cxn modelId="{F11B0CD5-5D32-485A-AE0C-E5E06FC6BB38}" type="presParOf" srcId="{0BF3E019-5096-4901-A7B9-929E1CCF0C3C}" destId="{89A84815-08AE-4E65-81CB-3A2B727C33AA}" srcOrd="1" destOrd="0" presId="urn:microsoft.com/office/officeart/2018/2/layout/IconLabelDescriptionList"/>
    <dgm:cxn modelId="{D92AD419-0207-4EE7-AB77-BE1CC40BC6DF}" type="presParOf" srcId="{0BF3E019-5096-4901-A7B9-929E1CCF0C3C}" destId="{DE0B99DE-2436-4300-A13D-4785C01AC323}" srcOrd="2" destOrd="0" presId="urn:microsoft.com/office/officeart/2018/2/layout/IconLabelDescriptionList"/>
    <dgm:cxn modelId="{CB23C133-439D-4C77-A2B9-C9430B3F2669}" type="presParOf" srcId="{0BF3E019-5096-4901-A7B9-929E1CCF0C3C}" destId="{3D298602-6E9E-4209-874C-5310EBD5FF54}" srcOrd="3" destOrd="0" presId="urn:microsoft.com/office/officeart/2018/2/layout/IconLabelDescriptionList"/>
    <dgm:cxn modelId="{0984F244-2739-4BA4-B723-7B81EFC47AA8}" type="presParOf" srcId="{0BF3E019-5096-4901-A7B9-929E1CCF0C3C}" destId="{6186DFC6-0F7A-4427-8408-9A5E585F95B0}" srcOrd="4" destOrd="0" presId="urn:microsoft.com/office/officeart/2018/2/layout/IconLabelDescriptionList"/>
    <dgm:cxn modelId="{5AEC8CC9-C497-41FC-BE5C-716A6C1B5BDB}" type="presParOf" srcId="{6DEF1E95-6AFA-475B-B384-1298744C90E1}" destId="{BD0C5DB5-3074-4465-A240-076F8A56C48E}" srcOrd="3" destOrd="0" presId="urn:microsoft.com/office/officeart/2018/2/layout/IconLabelDescriptionList"/>
    <dgm:cxn modelId="{359FD12D-1F45-4B89-9A3D-E1E7B33E917C}" type="presParOf" srcId="{6DEF1E95-6AFA-475B-B384-1298744C90E1}" destId="{DCCA8E96-4072-40DE-BFC7-FB8E591D60E0}" srcOrd="4" destOrd="0" presId="urn:microsoft.com/office/officeart/2018/2/layout/IconLabelDescriptionList"/>
    <dgm:cxn modelId="{0FCDDB86-3B38-4292-9911-73253906935B}" type="presParOf" srcId="{DCCA8E96-4072-40DE-BFC7-FB8E591D60E0}" destId="{900CAB3B-C602-461B-AFED-9C2A14A64384}" srcOrd="0" destOrd="0" presId="urn:microsoft.com/office/officeart/2018/2/layout/IconLabelDescriptionList"/>
    <dgm:cxn modelId="{669E3D5C-B5BC-48BE-8C06-1E5073DCD7DE}" type="presParOf" srcId="{DCCA8E96-4072-40DE-BFC7-FB8E591D60E0}" destId="{D93EC419-AD23-4CDF-B669-CFF0234DDBD8}" srcOrd="1" destOrd="0" presId="urn:microsoft.com/office/officeart/2018/2/layout/IconLabelDescriptionList"/>
    <dgm:cxn modelId="{F974A55A-5272-48F8-BD2A-BE6BC3F9EA37}" type="presParOf" srcId="{DCCA8E96-4072-40DE-BFC7-FB8E591D60E0}" destId="{E52D75BC-EBE1-40AC-93A9-8C927AE07174}" srcOrd="2" destOrd="0" presId="urn:microsoft.com/office/officeart/2018/2/layout/IconLabelDescriptionList"/>
    <dgm:cxn modelId="{F58F69BE-C9F5-44DF-97CA-FC65B090B9C1}" type="presParOf" srcId="{DCCA8E96-4072-40DE-BFC7-FB8E591D60E0}" destId="{5FC64CD1-A5BE-445B-B730-6CCA70287120}" srcOrd="3" destOrd="0" presId="urn:microsoft.com/office/officeart/2018/2/layout/IconLabelDescriptionList"/>
    <dgm:cxn modelId="{1B80100E-0BC4-452F-A0EF-2526E848D949}" type="presParOf" srcId="{DCCA8E96-4072-40DE-BFC7-FB8E591D60E0}" destId="{EF0080A7-278E-4EEE-99F4-FC5826140E6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50A2BB3C-0D2D-410F-8D31-4643279908F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9276B739-2020-4570-B9DA-763A7CE4714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Merkle trees</a:t>
          </a:r>
        </a:p>
      </dgm:t>
    </dgm:pt>
    <dgm:pt modelId="{8A30D863-3AAC-46B0-A295-F82F74E60CED}" type="parTrans" cxnId="{28748B79-13CE-460C-9D3B-2F525DC02229}">
      <dgm:prSet/>
      <dgm:spPr/>
      <dgm:t>
        <a:bodyPr/>
        <a:lstStyle/>
        <a:p>
          <a:endParaRPr lang="tr-TR"/>
        </a:p>
      </dgm:t>
    </dgm:pt>
    <dgm:pt modelId="{85A0A86D-4A48-44B6-894B-7069F1181284}" type="sibTrans" cxnId="{28748B79-13CE-460C-9D3B-2F525DC02229}">
      <dgm:prSet/>
      <dgm:spPr/>
      <dgm:t>
        <a:bodyPr/>
        <a:lstStyle/>
        <a:p>
          <a:endParaRPr lang="tr-TR"/>
        </a:p>
      </dgm:t>
    </dgm:pt>
    <dgm:pt modelId="{46A7134C-8962-4E92-AEE3-00C4A7FCED4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are Binary trees</a:t>
          </a:r>
        </a:p>
      </dgm:t>
    </dgm:pt>
    <dgm:pt modelId="{FF2F81F1-9D51-44CA-9EC8-06CC9C4BC007}" type="parTrans" cxnId="{467A1BF8-DDC8-4657-8C08-A370E6EA302D}">
      <dgm:prSet/>
      <dgm:spPr/>
      <dgm:t>
        <a:bodyPr/>
        <a:lstStyle/>
        <a:p>
          <a:endParaRPr lang="tr-TR"/>
        </a:p>
      </dgm:t>
    </dgm:pt>
    <dgm:pt modelId="{D383DAEE-D7F0-496E-B112-AB0E480F0991}" type="sibTrans" cxnId="{467A1BF8-DDC8-4657-8C08-A370E6EA302D}">
      <dgm:prSet/>
      <dgm:spPr/>
      <dgm:t>
        <a:bodyPr/>
        <a:lstStyle/>
        <a:p>
          <a:endParaRPr lang="tr-TR"/>
        </a:p>
      </dgm:t>
    </dgm:pt>
    <dgm:pt modelId="{1F673C2A-998B-446A-B37F-7F30063E027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contain cryptographic hashes</a:t>
          </a:r>
        </a:p>
      </dgm:t>
    </dgm:pt>
    <dgm:pt modelId="{A34A537E-3FD8-482B-99A4-B4F366966655}" type="parTrans" cxnId="{0DBBB553-5EE0-4D18-A4C9-2A2E53E93DD5}">
      <dgm:prSet/>
      <dgm:spPr/>
      <dgm:t>
        <a:bodyPr/>
        <a:lstStyle/>
        <a:p>
          <a:endParaRPr lang="tr-TR"/>
        </a:p>
      </dgm:t>
    </dgm:pt>
    <dgm:pt modelId="{3EC86578-AC0B-484B-B491-23F6C494AADC}" type="sibTrans" cxnId="{0DBBB553-5EE0-4D18-A4C9-2A2E53E93DD5}">
      <dgm:prSet/>
      <dgm:spPr/>
      <dgm:t>
        <a:bodyPr/>
        <a:lstStyle/>
        <a:p>
          <a:endParaRPr lang="tr-TR"/>
        </a:p>
      </dgm:t>
    </dgm:pt>
    <dgm:pt modelId="{CB14EBA4-DB22-4F56-8C32-E29D947E6AB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digital fingerprint</a:t>
          </a:r>
          <a:endParaRPr lang="tr-TR" dirty="0"/>
        </a:p>
      </dgm:t>
    </dgm:pt>
    <dgm:pt modelId="{35C80983-4C2E-4D18-B8CA-4BDCFC59EF7D}" type="parTrans" cxnId="{D1C14437-9767-4801-8286-94DBBE077182}">
      <dgm:prSet/>
      <dgm:spPr/>
      <dgm:t>
        <a:bodyPr/>
        <a:lstStyle/>
        <a:p>
          <a:endParaRPr lang="tr-TR"/>
        </a:p>
      </dgm:t>
    </dgm:pt>
    <dgm:pt modelId="{B51BEA22-4177-4D3E-A0FF-4D6818FC1A9E}" type="sibTrans" cxnId="{D1C14437-9767-4801-8286-94DBBE077182}">
      <dgm:prSet/>
      <dgm:spPr/>
      <dgm:t>
        <a:bodyPr/>
        <a:lstStyle/>
        <a:p>
          <a:endParaRPr lang="tr-TR"/>
        </a:p>
      </dgm:t>
    </dgm:pt>
    <dgm:pt modelId="{A2DBF35F-77E5-49E8-AC60-2BE52517C96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of the entire set of</a:t>
          </a:r>
          <a:endParaRPr lang="tr-TR" dirty="0"/>
        </a:p>
      </dgm:t>
    </dgm:pt>
    <dgm:pt modelId="{F111735E-E6ED-49B2-A286-1181934B43FB}" type="parTrans" cxnId="{3D63F56A-17C1-4F9D-A735-7785D977ACC9}">
      <dgm:prSet/>
      <dgm:spPr/>
      <dgm:t>
        <a:bodyPr/>
        <a:lstStyle/>
        <a:p>
          <a:endParaRPr lang="tr-TR"/>
        </a:p>
      </dgm:t>
    </dgm:pt>
    <dgm:pt modelId="{D60507F7-DEC2-4BC5-90F7-2B7B3C4364C1}" type="sibTrans" cxnId="{3D63F56A-17C1-4F9D-A735-7785D977ACC9}">
      <dgm:prSet/>
      <dgm:spPr/>
      <dgm:t>
        <a:bodyPr/>
        <a:lstStyle/>
        <a:p>
          <a:endParaRPr lang="tr-TR"/>
        </a:p>
      </dgm:t>
    </dgm:pt>
    <dgm:pt modelId="{87E5EC03-010E-4628-94EF-7BD1CBDC17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transactions</a:t>
          </a:r>
          <a:endParaRPr lang="tr-TR" dirty="0"/>
        </a:p>
      </dgm:t>
    </dgm:pt>
    <dgm:pt modelId="{F05ACB8F-BF95-4549-8A39-1C8E9B6F4088}" type="parTrans" cxnId="{CBB841A5-5A53-4FEB-A489-545D90E21CE3}">
      <dgm:prSet/>
      <dgm:spPr/>
      <dgm:t>
        <a:bodyPr/>
        <a:lstStyle/>
        <a:p>
          <a:endParaRPr lang="tr-TR"/>
        </a:p>
      </dgm:t>
    </dgm:pt>
    <dgm:pt modelId="{02F411F8-82E0-4839-97DD-6F920EAAAE19}" type="sibTrans" cxnId="{CBB841A5-5A53-4FEB-A489-545D90E21CE3}">
      <dgm:prSet/>
      <dgm:spPr/>
      <dgm:t>
        <a:bodyPr/>
        <a:lstStyle/>
        <a:p>
          <a:endParaRPr lang="tr-TR"/>
        </a:p>
      </dgm:t>
    </dgm:pt>
    <dgm:pt modelId="{6F2E6579-6D46-4575-9707-D0353EF0EEBE}" type="pres">
      <dgm:prSet presAssocID="{50A2BB3C-0D2D-410F-8D31-4643279908F3}" presName="root" presStyleCnt="0">
        <dgm:presLayoutVars>
          <dgm:dir/>
          <dgm:resizeHandles val="exact"/>
        </dgm:presLayoutVars>
      </dgm:prSet>
      <dgm:spPr/>
    </dgm:pt>
    <dgm:pt modelId="{522C9E44-B39E-4276-82C6-BEA29A1F4AFF}" type="pres">
      <dgm:prSet presAssocID="{9276B739-2020-4570-B9DA-763A7CE4714A}" presName="compNode" presStyleCnt="0"/>
      <dgm:spPr/>
    </dgm:pt>
    <dgm:pt modelId="{ED790DFF-3460-489A-A7A9-036D90EFCCD3}" type="pres">
      <dgm:prSet presAssocID="{9276B739-2020-4570-B9DA-763A7CE4714A}" presName="iconRect" presStyleLbl="node1" presStyleIdx="0" presStyleCnt="2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duous tree"/>
        </a:ext>
      </dgm:extLst>
    </dgm:pt>
    <dgm:pt modelId="{E28AB6B5-B7BB-44A8-BDA0-C2AE4A41905D}" type="pres">
      <dgm:prSet presAssocID="{9276B739-2020-4570-B9DA-763A7CE4714A}" presName="iconSpace" presStyleCnt="0"/>
      <dgm:spPr/>
    </dgm:pt>
    <dgm:pt modelId="{C6DC8981-79CC-4961-960D-FAF46DB289F3}" type="pres">
      <dgm:prSet presAssocID="{9276B739-2020-4570-B9DA-763A7CE4714A}" presName="parTx" presStyleLbl="revTx" presStyleIdx="0" presStyleCnt="4">
        <dgm:presLayoutVars>
          <dgm:chMax val="0"/>
          <dgm:chPref val="0"/>
        </dgm:presLayoutVars>
      </dgm:prSet>
      <dgm:spPr/>
    </dgm:pt>
    <dgm:pt modelId="{51202DC7-8568-4ABA-A3E5-E8EA4D370266}" type="pres">
      <dgm:prSet presAssocID="{9276B739-2020-4570-B9DA-763A7CE4714A}" presName="txSpace" presStyleCnt="0"/>
      <dgm:spPr/>
    </dgm:pt>
    <dgm:pt modelId="{89E38DE1-CB0E-48D9-983E-815159F3D142}" type="pres">
      <dgm:prSet presAssocID="{9276B739-2020-4570-B9DA-763A7CE4714A}" presName="desTx" presStyleLbl="revTx" presStyleIdx="1" presStyleCnt="4">
        <dgm:presLayoutVars/>
      </dgm:prSet>
      <dgm:spPr/>
    </dgm:pt>
    <dgm:pt modelId="{15321969-4AB9-4EC6-BF4D-2A76433D1964}" type="pres">
      <dgm:prSet presAssocID="{85A0A86D-4A48-44B6-894B-7069F1181284}" presName="sibTrans" presStyleCnt="0"/>
      <dgm:spPr/>
    </dgm:pt>
    <dgm:pt modelId="{27EF106A-C29A-4668-8EE2-B3B19E563E45}" type="pres">
      <dgm:prSet presAssocID="{CB14EBA4-DB22-4F56-8C32-E29D947E6ABA}" presName="compNode" presStyleCnt="0"/>
      <dgm:spPr/>
    </dgm:pt>
    <dgm:pt modelId="{0C0565E9-5E72-4D85-A384-749F026E160B}" type="pres">
      <dgm:prSet presAssocID="{CB14EBA4-DB22-4F56-8C32-E29D947E6ABA}" presName="iconRect" presStyleLbl="node1" presStyleIdx="1" presStyleCnt="2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593B91A5-8DA5-4C80-A502-EF690ACF673B}" type="pres">
      <dgm:prSet presAssocID="{CB14EBA4-DB22-4F56-8C32-E29D947E6ABA}" presName="iconSpace" presStyleCnt="0"/>
      <dgm:spPr/>
    </dgm:pt>
    <dgm:pt modelId="{B7A91ECD-B1BE-4491-B724-C2511FE67FB2}" type="pres">
      <dgm:prSet presAssocID="{CB14EBA4-DB22-4F56-8C32-E29D947E6ABA}" presName="parTx" presStyleLbl="revTx" presStyleIdx="2" presStyleCnt="4">
        <dgm:presLayoutVars>
          <dgm:chMax val="0"/>
          <dgm:chPref val="0"/>
        </dgm:presLayoutVars>
      </dgm:prSet>
      <dgm:spPr/>
    </dgm:pt>
    <dgm:pt modelId="{7C74F293-639A-4317-8A5D-EE9324DF09E2}" type="pres">
      <dgm:prSet presAssocID="{CB14EBA4-DB22-4F56-8C32-E29D947E6ABA}" presName="txSpace" presStyleCnt="0"/>
      <dgm:spPr/>
    </dgm:pt>
    <dgm:pt modelId="{AD9A513E-07A8-48E0-954B-7278EF1CB1F4}" type="pres">
      <dgm:prSet presAssocID="{CB14EBA4-DB22-4F56-8C32-E29D947E6ABA}" presName="desTx" presStyleLbl="revTx" presStyleIdx="3" presStyleCnt="4">
        <dgm:presLayoutVars/>
      </dgm:prSet>
      <dgm:spPr/>
    </dgm:pt>
  </dgm:ptLst>
  <dgm:cxnLst>
    <dgm:cxn modelId="{D1C14437-9767-4801-8286-94DBBE077182}" srcId="{50A2BB3C-0D2D-410F-8D31-4643279908F3}" destId="{CB14EBA4-DB22-4F56-8C32-E29D947E6ABA}" srcOrd="1" destOrd="0" parTransId="{35C80983-4C2E-4D18-B8CA-4BDCFC59EF7D}" sibTransId="{B51BEA22-4177-4D3E-A0FF-4D6818FC1A9E}"/>
    <dgm:cxn modelId="{2DE55F3A-8FD0-4BAA-BEBC-D0231FF98464}" type="presOf" srcId="{A2DBF35F-77E5-49E8-AC60-2BE52517C960}" destId="{AD9A513E-07A8-48E0-954B-7278EF1CB1F4}" srcOrd="0" destOrd="0" presId="urn:microsoft.com/office/officeart/2018/2/layout/IconLabelDescriptionList"/>
    <dgm:cxn modelId="{EBFB1A41-68A7-4387-8DC1-3528A79E2972}" type="presOf" srcId="{CB14EBA4-DB22-4F56-8C32-E29D947E6ABA}" destId="{B7A91ECD-B1BE-4491-B724-C2511FE67FB2}" srcOrd="0" destOrd="0" presId="urn:microsoft.com/office/officeart/2018/2/layout/IconLabelDescriptionList"/>
    <dgm:cxn modelId="{3D63F56A-17C1-4F9D-A735-7785D977ACC9}" srcId="{CB14EBA4-DB22-4F56-8C32-E29D947E6ABA}" destId="{A2DBF35F-77E5-49E8-AC60-2BE52517C960}" srcOrd="0" destOrd="0" parTransId="{F111735E-E6ED-49B2-A286-1181934B43FB}" sibTransId="{D60507F7-DEC2-4BC5-90F7-2B7B3C4364C1}"/>
    <dgm:cxn modelId="{0DBBB553-5EE0-4D18-A4C9-2A2E53E93DD5}" srcId="{9276B739-2020-4570-B9DA-763A7CE4714A}" destId="{1F673C2A-998B-446A-B37F-7F30063E0277}" srcOrd="1" destOrd="0" parTransId="{A34A537E-3FD8-482B-99A4-B4F366966655}" sibTransId="{3EC86578-AC0B-484B-B491-23F6C494AADC}"/>
    <dgm:cxn modelId="{28748B79-13CE-460C-9D3B-2F525DC02229}" srcId="{50A2BB3C-0D2D-410F-8D31-4643279908F3}" destId="{9276B739-2020-4570-B9DA-763A7CE4714A}" srcOrd="0" destOrd="0" parTransId="{8A30D863-3AAC-46B0-A295-F82F74E60CED}" sibTransId="{85A0A86D-4A48-44B6-894B-7069F1181284}"/>
    <dgm:cxn modelId="{789D5984-BA8F-41CC-85F4-F38769788C8D}" type="presOf" srcId="{9276B739-2020-4570-B9DA-763A7CE4714A}" destId="{C6DC8981-79CC-4961-960D-FAF46DB289F3}" srcOrd="0" destOrd="0" presId="urn:microsoft.com/office/officeart/2018/2/layout/IconLabelDescriptionList"/>
    <dgm:cxn modelId="{BF7B609B-90C1-4ACC-9389-55C11E2ADB0B}" type="presOf" srcId="{46A7134C-8962-4E92-AEE3-00C4A7FCED40}" destId="{89E38DE1-CB0E-48D9-983E-815159F3D142}" srcOrd="0" destOrd="0" presId="urn:microsoft.com/office/officeart/2018/2/layout/IconLabelDescriptionList"/>
    <dgm:cxn modelId="{3DC753A4-064B-483D-8B5B-107DEF19BFE9}" type="presOf" srcId="{1F673C2A-998B-446A-B37F-7F30063E0277}" destId="{89E38DE1-CB0E-48D9-983E-815159F3D142}" srcOrd="0" destOrd="1" presId="urn:microsoft.com/office/officeart/2018/2/layout/IconLabelDescriptionList"/>
    <dgm:cxn modelId="{CBB841A5-5A53-4FEB-A489-545D90E21CE3}" srcId="{CB14EBA4-DB22-4F56-8C32-E29D947E6ABA}" destId="{87E5EC03-010E-4628-94EF-7BD1CBDC17B5}" srcOrd="1" destOrd="0" parTransId="{F05ACB8F-BF95-4549-8A39-1C8E9B6F4088}" sibTransId="{02F411F8-82E0-4839-97DD-6F920EAAAE19}"/>
    <dgm:cxn modelId="{0A48B3BF-CD26-4816-B71B-6077276EF11F}" type="presOf" srcId="{50A2BB3C-0D2D-410F-8D31-4643279908F3}" destId="{6F2E6579-6D46-4575-9707-D0353EF0EEBE}" srcOrd="0" destOrd="0" presId="urn:microsoft.com/office/officeart/2018/2/layout/IconLabelDescriptionList"/>
    <dgm:cxn modelId="{83EF9BF6-4DCF-4BD7-B473-659BDD8C4004}" type="presOf" srcId="{87E5EC03-010E-4628-94EF-7BD1CBDC17B5}" destId="{AD9A513E-07A8-48E0-954B-7278EF1CB1F4}" srcOrd="0" destOrd="1" presId="urn:microsoft.com/office/officeart/2018/2/layout/IconLabelDescriptionList"/>
    <dgm:cxn modelId="{467A1BF8-DDC8-4657-8C08-A370E6EA302D}" srcId="{9276B739-2020-4570-B9DA-763A7CE4714A}" destId="{46A7134C-8962-4E92-AEE3-00C4A7FCED40}" srcOrd="0" destOrd="0" parTransId="{FF2F81F1-9D51-44CA-9EC8-06CC9C4BC007}" sibTransId="{D383DAEE-D7F0-496E-B112-AB0E480F0991}"/>
    <dgm:cxn modelId="{EA1F008C-D8B9-4C29-AE86-582E0B29B9A1}" type="presParOf" srcId="{6F2E6579-6D46-4575-9707-D0353EF0EEBE}" destId="{522C9E44-B39E-4276-82C6-BEA29A1F4AFF}" srcOrd="0" destOrd="0" presId="urn:microsoft.com/office/officeart/2018/2/layout/IconLabelDescriptionList"/>
    <dgm:cxn modelId="{F54CDDE4-2794-4710-8DDC-A1FD73ED5369}" type="presParOf" srcId="{522C9E44-B39E-4276-82C6-BEA29A1F4AFF}" destId="{ED790DFF-3460-489A-A7A9-036D90EFCCD3}" srcOrd="0" destOrd="0" presId="urn:microsoft.com/office/officeart/2018/2/layout/IconLabelDescriptionList"/>
    <dgm:cxn modelId="{2BD90191-F655-4D1D-8D83-17F4323C56B9}" type="presParOf" srcId="{522C9E44-B39E-4276-82C6-BEA29A1F4AFF}" destId="{E28AB6B5-B7BB-44A8-BDA0-C2AE4A41905D}" srcOrd="1" destOrd="0" presId="urn:microsoft.com/office/officeart/2018/2/layout/IconLabelDescriptionList"/>
    <dgm:cxn modelId="{005E8CB9-EBBE-4E52-80A9-5454B0C87120}" type="presParOf" srcId="{522C9E44-B39E-4276-82C6-BEA29A1F4AFF}" destId="{C6DC8981-79CC-4961-960D-FAF46DB289F3}" srcOrd="2" destOrd="0" presId="urn:microsoft.com/office/officeart/2018/2/layout/IconLabelDescriptionList"/>
    <dgm:cxn modelId="{32C4B639-7548-4763-8B4B-E9C5A943D2C1}" type="presParOf" srcId="{522C9E44-B39E-4276-82C6-BEA29A1F4AFF}" destId="{51202DC7-8568-4ABA-A3E5-E8EA4D370266}" srcOrd="3" destOrd="0" presId="urn:microsoft.com/office/officeart/2018/2/layout/IconLabelDescriptionList"/>
    <dgm:cxn modelId="{C6AC9FB0-FB1D-499B-AF45-E7449F16643F}" type="presParOf" srcId="{522C9E44-B39E-4276-82C6-BEA29A1F4AFF}" destId="{89E38DE1-CB0E-48D9-983E-815159F3D142}" srcOrd="4" destOrd="0" presId="urn:microsoft.com/office/officeart/2018/2/layout/IconLabelDescriptionList"/>
    <dgm:cxn modelId="{A29EB4F1-A994-418B-B6AF-BB8E152E3F17}" type="presParOf" srcId="{6F2E6579-6D46-4575-9707-D0353EF0EEBE}" destId="{15321969-4AB9-4EC6-BF4D-2A76433D1964}" srcOrd="1" destOrd="0" presId="urn:microsoft.com/office/officeart/2018/2/layout/IconLabelDescriptionList"/>
    <dgm:cxn modelId="{438EDA34-DE70-4116-A2C8-3D88DC1766C1}" type="presParOf" srcId="{6F2E6579-6D46-4575-9707-D0353EF0EEBE}" destId="{27EF106A-C29A-4668-8EE2-B3B19E563E45}" srcOrd="2" destOrd="0" presId="urn:microsoft.com/office/officeart/2018/2/layout/IconLabelDescriptionList"/>
    <dgm:cxn modelId="{6979FEE2-3043-4E25-A6EF-0E89C4CD6848}" type="presParOf" srcId="{27EF106A-C29A-4668-8EE2-B3B19E563E45}" destId="{0C0565E9-5E72-4D85-A384-749F026E160B}" srcOrd="0" destOrd="0" presId="urn:microsoft.com/office/officeart/2018/2/layout/IconLabelDescriptionList"/>
    <dgm:cxn modelId="{47B50EB7-1F7B-488B-9197-6A70A44C463C}" type="presParOf" srcId="{27EF106A-C29A-4668-8EE2-B3B19E563E45}" destId="{593B91A5-8DA5-4C80-A502-EF690ACF673B}" srcOrd="1" destOrd="0" presId="urn:microsoft.com/office/officeart/2018/2/layout/IconLabelDescriptionList"/>
    <dgm:cxn modelId="{B5B6602A-3EB3-4C3E-910C-9A6638DB9575}" type="presParOf" srcId="{27EF106A-C29A-4668-8EE2-B3B19E563E45}" destId="{B7A91ECD-B1BE-4491-B724-C2511FE67FB2}" srcOrd="2" destOrd="0" presId="urn:microsoft.com/office/officeart/2018/2/layout/IconLabelDescriptionList"/>
    <dgm:cxn modelId="{C3C35A1B-492E-49D2-AA0D-83716FDA40E1}" type="presParOf" srcId="{27EF106A-C29A-4668-8EE2-B3B19E563E45}" destId="{7C74F293-639A-4317-8A5D-EE9324DF09E2}" srcOrd="3" destOrd="0" presId="urn:microsoft.com/office/officeart/2018/2/layout/IconLabelDescriptionList"/>
    <dgm:cxn modelId="{A7473211-89D5-4616-8D82-6089F8F55CC7}" type="presParOf" srcId="{27EF106A-C29A-4668-8EE2-B3B19E563E45}" destId="{AD9A513E-07A8-48E0-954B-7278EF1CB1F4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50A2BB3C-0D2D-410F-8D31-4643279908F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754B1BFF-F5C2-49CE-AB1A-3741FCE1406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Verify</a:t>
          </a:r>
        </a:p>
      </dgm:t>
    </dgm:pt>
    <dgm:pt modelId="{92D41A73-CB6F-4BF2-B47B-FBAFCBF48406}" type="parTrans" cxnId="{A20E3DDA-E011-4321-8B9C-1BF8BB3AAAF2}">
      <dgm:prSet/>
      <dgm:spPr/>
      <dgm:t>
        <a:bodyPr/>
        <a:lstStyle/>
        <a:p>
          <a:endParaRPr lang="tr-TR"/>
        </a:p>
      </dgm:t>
    </dgm:pt>
    <dgm:pt modelId="{73E64CC2-9E78-4021-8A73-F14C70917455}" type="sibTrans" cxnId="{A20E3DDA-E011-4321-8B9C-1BF8BB3AAAF2}">
      <dgm:prSet/>
      <dgm:spPr/>
      <dgm:t>
        <a:bodyPr/>
        <a:lstStyle/>
        <a:p>
          <a:endParaRPr lang="tr-TR"/>
        </a:p>
      </dgm:t>
    </dgm:pt>
    <dgm:pt modelId="{2AE7686D-E939-401F-B58A-B51D7BA8649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very efficient in verification</a:t>
          </a:r>
        </a:p>
      </dgm:t>
    </dgm:pt>
    <dgm:pt modelId="{162EACB9-A309-4B4C-B9B3-0D8647721187}" type="parTrans" cxnId="{9C19A2C7-7A3E-45C5-86C7-625F63FC7F9C}">
      <dgm:prSet/>
      <dgm:spPr/>
      <dgm:t>
        <a:bodyPr/>
        <a:lstStyle/>
        <a:p>
          <a:endParaRPr lang="tr-TR"/>
        </a:p>
      </dgm:t>
    </dgm:pt>
    <dgm:pt modelId="{5E88F675-5606-4466-B2FA-BF926167CA6D}" type="sibTrans" cxnId="{9C19A2C7-7A3E-45C5-86C7-625F63FC7F9C}">
      <dgm:prSet/>
      <dgm:spPr/>
      <dgm:t>
        <a:bodyPr/>
        <a:lstStyle/>
        <a:p>
          <a:endParaRPr lang="tr-TR"/>
        </a:p>
      </dgm:t>
    </dgm:pt>
    <dgm:pt modelId="{9BCDF397-30DC-446B-AE4D-E65CEA0E6C8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if a </a:t>
          </a:r>
          <a:r>
            <a:rPr lang="en-US"/>
            <a:t>transaction</a:t>
          </a:r>
          <a:endParaRPr lang="tr-TR"/>
        </a:p>
      </dgm:t>
    </dgm:pt>
    <dgm:pt modelId="{B29D9387-2C6F-4F19-96D9-E070F65DAFF5}" type="parTrans" cxnId="{80B7C5F9-D3AA-40BA-9377-1AAB4C88D94E}">
      <dgm:prSet/>
      <dgm:spPr/>
      <dgm:t>
        <a:bodyPr/>
        <a:lstStyle/>
        <a:p>
          <a:endParaRPr lang="tr-TR"/>
        </a:p>
      </dgm:t>
    </dgm:pt>
    <dgm:pt modelId="{D77FE63C-3912-487E-A4BB-B50554E9F04D}" type="sibTrans" cxnId="{80B7C5F9-D3AA-40BA-9377-1AAB4C88D94E}">
      <dgm:prSet/>
      <dgm:spPr/>
      <dgm:t>
        <a:bodyPr/>
        <a:lstStyle/>
        <a:p>
          <a:endParaRPr lang="tr-TR"/>
        </a:p>
      </dgm:t>
    </dgm:pt>
    <dgm:pt modelId="{5F5F78AF-86B5-4EBF-8463-0DC20CE7B60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is </a:t>
          </a:r>
          <a:r>
            <a:rPr lang="en-US"/>
            <a:t>included in a block</a:t>
          </a:r>
          <a:endParaRPr lang="tr-TR"/>
        </a:p>
      </dgm:t>
    </dgm:pt>
    <dgm:pt modelId="{8DFC1B9E-DCF6-46C3-9561-EF03D484B004}" type="parTrans" cxnId="{5D2A1388-2483-4CDD-8113-D44EC234BEB7}">
      <dgm:prSet/>
      <dgm:spPr/>
      <dgm:t>
        <a:bodyPr/>
        <a:lstStyle/>
        <a:p>
          <a:endParaRPr lang="tr-TR"/>
        </a:p>
      </dgm:t>
    </dgm:pt>
    <dgm:pt modelId="{2EDEBF30-08C6-4B73-AE4C-6CAF59037530}" type="sibTrans" cxnId="{5D2A1388-2483-4CDD-8113-D44EC234BEB7}">
      <dgm:prSet/>
      <dgm:spPr/>
      <dgm:t>
        <a:bodyPr/>
        <a:lstStyle/>
        <a:p>
          <a:endParaRPr lang="tr-TR"/>
        </a:p>
      </dgm:t>
    </dgm:pt>
    <dgm:pt modelId="{E8EB0DDE-C792-4566-BF76-B997E503866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Efficient</a:t>
          </a:r>
        </a:p>
      </dgm:t>
    </dgm:pt>
    <dgm:pt modelId="{AE2E1A9E-CB56-4A12-95A3-23F58D304E7D}" type="parTrans" cxnId="{F52B0F3E-75FF-4BE5-A5A0-68EBF0E9E089}">
      <dgm:prSet/>
      <dgm:spPr/>
      <dgm:t>
        <a:bodyPr/>
        <a:lstStyle/>
        <a:p>
          <a:endParaRPr lang="tr-TR"/>
        </a:p>
      </dgm:t>
    </dgm:pt>
    <dgm:pt modelId="{7BAE9B49-2C33-4B41-99B9-D82FA47916AA}" type="sibTrans" cxnId="{F52B0F3E-75FF-4BE5-A5A0-68EBF0E9E089}">
      <dgm:prSet/>
      <dgm:spPr/>
      <dgm:t>
        <a:bodyPr/>
        <a:lstStyle/>
        <a:p>
          <a:endParaRPr lang="tr-TR"/>
        </a:p>
      </dgm:t>
    </dgm:pt>
    <dgm:pt modelId="{6F2E6579-6D46-4575-9707-D0353EF0EEBE}" type="pres">
      <dgm:prSet presAssocID="{50A2BB3C-0D2D-410F-8D31-4643279908F3}" presName="root" presStyleCnt="0">
        <dgm:presLayoutVars>
          <dgm:dir/>
          <dgm:resizeHandles val="exact"/>
        </dgm:presLayoutVars>
      </dgm:prSet>
      <dgm:spPr/>
    </dgm:pt>
    <dgm:pt modelId="{D370990C-CE9E-444D-BD6E-825183814C82}" type="pres">
      <dgm:prSet presAssocID="{754B1BFF-F5C2-49CE-AB1A-3741FCE14067}" presName="compNode" presStyleCnt="0"/>
      <dgm:spPr/>
    </dgm:pt>
    <dgm:pt modelId="{FD3A9673-7DB5-4DB3-8B6F-C69BE973D945}" type="pres">
      <dgm:prSet presAssocID="{754B1BFF-F5C2-49CE-AB1A-3741FCE1406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497273DA-7A95-4286-82B2-EBEE45C8D901}" type="pres">
      <dgm:prSet presAssocID="{754B1BFF-F5C2-49CE-AB1A-3741FCE14067}" presName="iconSpace" presStyleCnt="0"/>
      <dgm:spPr/>
    </dgm:pt>
    <dgm:pt modelId="{A5D2ECAC-3E26-464E-B8D9-915560FDEA5F}" type="pres">
      <dgm:prSet presAssocID="{754B1BFF-F5C2-49CE-AB1A-3741FCE14067}" presName="parTx" presStyleLbl="revTx" presStyleIdx="0" presStyleCnt="4">
        <dgm:presLayoutVars>
          <dgm:chMax val="0"/>
          <dgm:chPref val="0"/>
        </dgm:presLayoutVars>
      </dgm:prSet>
      <dgm:spPr/>
    </dgm:pt>
    <dgm:pt modelId="{BEAB1BBE-63E3-41E6-B7EA-2CAA6C11CE59}" type="pres">
      <dgm:prSet presAssocID="{754B1BFF-F5C2-49CE-AB1A-3741FCE14067}" presName="txSpace" presStyleCnt="0"/>
      <dgm:spPr/>
    </dgm:pt>
    <dgm:pt modelId="{8ECB5606-CFA7-41CB-9823-4874031AA03A}" type="pres">
      <dgm:prSet presAssocID="{754B1BFF-F5C2-49CE-AB1A-3741FCE14067}" presName="desTx" presStyleLbl="revTx" presStyleIdx="1" presStyleCnt="4">
        <dgm:presLayoutVars/>
      </dgm:prSet>
      <dgm:spPr/>
    </dgm:pt>
    <dgm:pt modelId="{7F1C908C-A208-4443-BA20-15496E5A6B39}" type="pres">
      <dgm:prSet presAssocID="{73E64CC2-9E78-4021-8A73-F14C70917455}" presName="sibTrans" presStyleCnt="0"/>
      <dgm:spPr/>
    </dgm:pt>
    <dgm:pt modelId="{88F8CF8E-A405-49C1-B171-7E21AC93F351}" type="pres">
      <dgm:prSet presAssocID="{E8EB0DDE-C792-4566-BF76-B997E503866A}" presName="compNode" presStyleCnt="0"/>
      <dgm:spPr/>
    </dgm:pt>
    <dgm:pt modelId="{D03F55D4-CB6A-4B68-A61B-1BA4FEDF7B93}" type="pres">
      <dgm:prSet presAssocID="{E8EB0DDE-C792-4566-BF76-B997E503866A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ullseye"/>
        </a:ext>
      </dgm:extLst>
    </dgm:pt>
    <dgm:pt modelId="{C60FBB0C-385C-40E8-99F7-F0666976F320}" type="pres">
      <dgm:prSet presAssocID="{E8EB0DDE-C792-4566-BF76-B997E503866A}" presName="iconSpace" presStyleCnt="0"/>
      <dgm:spPr/>
    </dgm:pt>
    <dgm:pt modelId="{22F3EF9A-7537-44E1-A13C-46ADB80B9B2D}" type="pres">
      <dgm:prSet presAssocID="{E8EB0DDE-C792-4566-BF76-B997E503866A}" presName="parTx" presStyleLbl="revTx" presStyleIdx="2" presStyleCnt="4">
        <dgm:presLayoutVars>
          <dgm:chMax val="0"/>
          <dgm:chPref val="0"/>
        </dgm:presLayoutVars>
      </dgm:prSet>
      <dgm:spPr/>
    </dgm:pt>
    <dgm:pt modelId="{4D610388-FFF3-4A8D-86FA-6E7BD01CE2F9}" type="pres">
      <dgm:prSet presAssocID="{E8EB0DDE-C792-4566-BF76-B997E503866A}" presName="txSpace" presStyleCnt="0"/>
      <dgm:spPr/>
    </dgm:pt>
    <dgm:pt modelId="{21E777BA-197A-4514-8486-152B32779EED}" type="pres">
      <dgm:prSet presAssocID="{E8EB0DDE-C792-4566-BF76-B997E503866A}" presName="desTx" presStyleLbl="revTx" presStyleIdx="3" presStyleCnt="4">
        <dgm:presLayoutVars/>
      </dgm:prSet>
      <dgm:spPr/>
    </dgm:pt>
  </dgm:ptLst>
  <dgm:cxnLst>
    <dgm:cxn modelId="{DA7EBF00-BD32-477D-98BC-3B12B44ED512}" type="presOf" srcId="{2AE7686D-E939-401F-B58A-B51D7BA86493}" destId="{21E777BA-197A-4514-8486-152B32779EED}" srcOrd="0" destOrd="0" presId="urn:microsoft.com/office/officeart/2018/2/layout/IconLabelDescriptionList"/>
    <dgm:cxn modelId="{627D311D-4BEA-46FD-8355-AA78724F7BD6}" type="presOf" srcId="{754B1BFF-F5C2-49CE-AB1A-3741FCE14067}" destId="{A5D2ECAC-3E26-464E-B8D9-915560FDEA5F}" srcOrd="0" destOrd="0" presId="urn:microsoft.com/office/officeart/2018/2/layout/IconLabelDescriptionList"/>
    <dgm:cxn modelId="{F4338A24-61FD-43B9-93D5-2DB21CE80334}" type="presOf" srcId="{9BCDF397-30DC-446B-AE4D-E65CEA0E6C83}" destId="{8ECB5606-CFA7-41CB-9823-4874031AA03A}" srcOrd="0" destOrd="0" presId="urn:microsoft.com/office/officeart/2018/2/layout/IconLabelDescriptionList"/>
    <dgm:cxn modelId="{F52B0F3E-75FF-4BE5-A5A0-68EBF0E9E089}" srcId="{50A2BB3C-0D2D-410F-8D31-4643279908F3}" destId="{E8EB0DDE-C792-4566-BF76-B997E503866A}" srcOrd="1" destOrd="0" parTransId="{AE2E1A9E-CB56-4A12-95A3-23F58D304E7D}" sibTransId="{7BAE9B49-2C33-4B41-99B9-D82FA47916AA}"/>
    <dgm:cxn modelId="{645AAC85-FBB0-4BC4-908D-095903220164}" type="presOf" srcId="{5F5F78AF-86B5-4EBF-8463-0DC20CE7B606}" destId="{8ECB5606-CFA7-41CB-9823-4874031AA03A}" srcOrd="0" destOrd="1" presId="urn:microsoft.com/office/officeart/2018/2/layout/IconLabelDescriptionList"/>
    <dgm:cxn modelId="{5D2A1388-2483-4CDD-8113-D44EC234BEB7}" srcId="{754B1BFF-F5C2-49CE-AB1A-3741FCE14067}" destId="{5F5F78AF-86B5-4EBF-8463-0DC20CE7B606}" srcOrd="1" destOrd="0" parTransId="{8DFC1B9E-DCF6-46C3-9561-EF03D484B004}" sibTransId="{2EDEBF30-08C6-4B73-AE4C-6CAF59037530}"/>
    <dgm:cxn modelId="{0A48B3BF-CD26-4816-B71B-6077276EF11F}" type="presOf" srcId="{50A2BB3C-0D2D-410F-8D31-4643279908F3}" destId="{6F2E6579-6D46-4575-9707-D0353EF0EEBE}" srcOrd="0" destOrd="0" presId="urn:microsoft.com/office/officeart/2018/2/layout/IconLabelDescriptionList"/>
    <dgm:cxn modelId="{9C19A2C7-7A3E-45C5-86C7-625F63FC7F9C}" srcId="{E8EB0DDE-C792-4566-BF76-B997E503866A}" destId="{2AE7686D-E939-401F-B58A-B51D7BA86493}" srcOrd="0" destOrd="0" parTransId="{162EACB9-A309-4B4C-B9B3-0D8647721187}" sibTransId="{5E88F675-5606-4466-B2FA-BF926167CA6D}"/>
    <dgm:cxn modelId="{7DFAC1D3-800A-4DFE-A160-C6D7A5C0B58B}" type="presOf" srcId="{E8EB0DDE-C792-4566-BF76-B997E503866A}" destId="{22F3EF9A-7537-44E1-A13C-46ADB80B9B2D}" srcOrd="0" destOrd="0" presId="urn:microsoft.com/office/officeart/2018/2/layout/IconLabelDescriptionList"/>
    <dgm:cxn modelId="{A20E3DDA-E011-4321-8B9C-1BF8BB3AAAF2}" srcId="{50A2BB3C-0D2D-410F-8D31-4643279908F3}" destId="{754B1BFF-F5C2-49CE-AB1A-3741FCE14067}" srcOrd="0" destOrd="0" parTransId="{92D41A73-CB6F-4BF2-B47B-FBAFCBF48406}" sibTransId="{73E64CC2-9E78-4021-8A73-F14C70917455}"/>
    <dgm:cxn modelId="{80B7C5F9-D3AA-40BA-9377-1AAB4C88D94E}" srcId="{754B1BFF-F5C2-49CE-AB1A-3741FCE14067}" destId="{9BCDF397-30DC-446B-AE4D-E65CEA0E6C83}" srcOrd="0" destOrd="0" parTransId="{B29D9387-2C6F-4F19-96D9-E070F65DAFF5}" sibTransId="{D77FE63C-3912-487E-A4BB-B50554E9F04D}"/>
    <dgm:cxn modelId="{A792F1DC-2080-493F-B2C2-4DAE44C23CF6}" type="presParOf" srcId="{6F2E6579-6D46-4575-9707-D0353EF0EEBE}" destId="{D370990C-CE9E-444D-BD6E-825183814C82}" srcOrd="0" destOrd="0" presId="urn:microsoft.com/office/officeart/2018/2/layout/IconLabelDescriptionList"/>
    <dgm:cxn modelId="{69B6D588-D07A-4DC5-8A79-0FED5A12A21A}" type="presParOf" srcId="{D370990C-CE9E-444D-BD6E-825183814C82}" destId="{FD3A9673-7DB5-4DB3-8B6F-C69BE973D945}" srcOrd="0" destOrd="0" presId="urn:microsoft.com/office/officeart/2018/2/layout/IconLabelDescriptionList"/>
    <dgm:cxn modelId="{D9B68EEB-C524-4072-9C24-785D369B3D65}" type="presParOf" srcId="{D370990C-CE9E-444D-BD6E-825183814C82}" destId="{497273DA-7A95-4286-82B2-EBEE45C8D901}" srcOrd="1" destOrd="0" presId="urn:microsoft.com/office/officeart/2018/2/layout/IconLabelDescriptionList"/>
    <dgm:cxn modelId="{C32138E6-775F-48AE-A45A-FD085B71DE92}" type="presParOf" srcId="{D370990C-CE9E-444D-BD6E-825183814C82}" destId="{A5D2ECAC-3E26-464E-B8D9-915560FDEA5F}" srcOrd="2" destOrd="0" presId="urn:microsoft.com/office/officeart/2018/2/layout/IconLabelDescriptionList"/>
    <dgm:cxn modelId="{8767C187-8529-402E-BBD2-FE24EE05FB01}" type="presParOf" srcId="{D370990C-CE9E-444D-BD6E-825183814C82}" destId="{BEAB1BBE-63E3-41E6-B7EA-2CAA6C11CE59}" srcOrd="3" destOrd="0" presId="urn:microsoft.com/office/officeart/2018/2/layout/IconLabelDescriptionList"/>
    <dgm:cxn modelId="{8F281DF0-3531-40F7-A968-5E369F060F14}" type="presParOf" srcId="{D370990C-CE9E-444D-BD6E-825183814C82}" destId="{8ECB5606-CFA7-41CB-9823-4874031AA03A}" srcOrd="4" destOrd="0" presId="urn:microsoft.com/office/officeart/2018/2/layout/IconLabelDescriptionList"/>
    <dgm:cxn modelId="{ECF54F08-42BD-4D92-920C-F037BAB39676}" type="presParOf" srcId="{6F2E6579-6D46-4575-9707-D0353EF0EEBE}" destId="{7F1C908C-A208-4443-BA20-15496E5A6B39}" srcOrd="1" destOrd="0" presId="urn:microsoft.com/office/officeart/2018/2/layout/IconLabelDescriptionList"/>
    <dgm:cxn modelId="{92177DDC-741E-4E04-846D-7BC345B3AC34}" type="presParOf" srcId="{6F2E6579-6D46-4575-9707-D0353EF0EEBE}" destId="{88F8CF8E-A405-49C1-B171-7E21AC93F351}" srcOrd="2" destOrd="0" presId="urn:microsoft.com/office/officeart/2018/2/layout/IconLabelDescriptionList"/>
    <dgm:cxn modelId="{240BEB98-FF8F-4867-9577-4B907DA4101E}" type="presParOf" srcId="{88F8CF8E-A405-49C1-B171-7E21AC93F351}" destId="{D03F55D4-CB6A-4B68-A61B-1BA4FEDF7B93}" srcOrd="0" destOrd="0" presId="urn:microsoft.com/office/officeart/2018/2/layout/IconLabelDescriptionList"/>
    <dgm:cxn modelId="{537426A9-7DEE-4B93-89F6-A4B306A63A60}" type="presParOf" srcId="{88F8CF8E-A405-49C1-B171-7E21AC93F351}" destId="{C60FBB0C-385C-40E8-99F7-F0666976F320}" srcOrd="1" destOrd="0" presId="urn:microsoft.com/office/officeart/2018/2/layout/IconLabelDescriptionList"/>
    <dgm:cxn modelId="{A10D7E43-73A6-4BE9-9C88-1B0662404E2E}" type="presParOf" srcId="{88F8CF8E-A405-49C1-B171-7E21AC93F351}" destId="{22F3EF9A-7537-44E1-A13C-46ADB80B9B2D}" srcOrd="2" destOrd="0" presId="urn:microsoft.com/office/officeart/2018/2/layout/IconLabelDescriptionList"/>
    <dgm:cxn modelId="{43A5BA7E-4879-405A-ABBF-19A8DC7B1E30}" type="presParOf" srcId="{88F8CF8E-A405-49C1-B171-7E21AC93F351}" destId="{4D610388-FFF3-4A8D-86FA-6E7BD01CE2F9}" srcOrd="3" destOrd="0" presId="urn:microsoft.com/office/officeart/2018/2/layout/IconLabelDescriptionList"/>
    <dgm:cxn modelId="{4A8FBDDD-C78F-4A56-9C2C-96D1C72C5F53}" type="presParOf" srcId="{88F8CF8E-A405-49C1-B171-7E21AC93F351}" destId="{21E777BA-197A-4514-8486-152B32779EE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AF2571EE-35BB-454A-8073-121AE7777734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tr-TR"/>
        </a:p>
      </dgm:t>
    </dgm:pt>
    <dgm:pt modelId="{EA39391A-D5D4-4CE3-8B78-EFABBCDF17B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Recursive hashing</a:t>
          </a:r>
        </a:p>
      </dgm:t>
    </dgm:pt>
    <dgm:pt modelId="{71D70122-F091-4AF0-9DB3-9554533FBC17}" type="parTrans" cxnId="{BD5B1293-51DB-4270-9382-0C3E0BBE9794}">
      <dgm:prSet/>
      <dgm:spPr/>
      <dgm:t>
        <a:bodyPr/>
        <a:lstStyle/>
        <a:p>
          <a:endParaRPr lang="tr-TR"/>
        </a:p>
      </dgm:t>
    </dgm:pt>
    <dgm:pt modelId="{412B65A9-08C0-4147-A409-709B4668FDA7}" type="sibTrans" cxnId="{BD5B1293-51DB-4270-9382-0C3E0BBE9794}">
      <dgm:prSet/>
      <dgm:spPr/>
      <dgm:t>
        <a:bodyPr/>
        <a:lstStyle/>
        <a:p>
          <a:endParaRPr lang="tr-TR"/>
        </a:p>
      </dgm:t>
    </dgm:pt>
    <dgm:pt modelId="{258E7D29-BCB3-4724-9698-915E8CE8987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merkle tree is </a:t>
          </a:r>
          <a:r>
            <a:rPr lang="en-US"/>
            <a:t>constructed </a:t>
          </a:r>
          <a:endParaRPr lang="tr-TR"/>
        </a:p>
      </dgm:t>
    </dgm:pt>
    <dgm:pt modelId="{BFD892A1-36D3-49AB-8F76-5A2A8E5B0344}" type="parTrans" cxnId="{7EFAF346-E55F-4CF9-8A89-05F99133F656}">
      <dgm:prSet/>
      <dgm:spPr/>
      <dgm:t>
        <a:bodyPr/>
        <a:lstStyle/>
        <a:p>
          <a:endParaRPr lang="tr-TR"/>
        </a:p>
      </dgm:t>
    </dgm:pt>
    <dgm:pt modelId="{2B4661F9-1D40-4FAC-A46E-40408A7996F5}" type="sibTrans" cxnId="{7EFAF346-E55F-4CF9-8A89-05F99133F656}">
      <dgm:prSet/>
      <dgm:spPr/>
      <dgm:t>
        <a:bodyPr/>
        <a:lstStyle/>
        <a:p>
          <a:endParaRPr lang="tr-TR"/>
        </a:p>
      </dgm:t>
    </dgm:pt>
    <dgm:pt modelId="{F221B103-6406-498F-A25A-1784CC8968B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recursively hashing pairs of nodes </a:t>
          </a:r>
          <a:endParaRPr lang="tr-TR"/>
        </a:p>
      </dgm:t>
    </dgm:pt>
    <dgm:pt modelId="{34034BFC-A81F-43D8-9A08-FB691EC85088}" type="parTrans" cxnId="{AFD47ADA-D5DD-4CB4-A9B8-550413F44E8E}">
      <dgm:prSet/>
      <dgm:spPr/>
      <dgm:t>
        <a:bodyPr/>
        <a:lstStyle/>
        <a:p>
          <a:endParaRPr lang="tr-TR"/>
        </a:p>
      </dgm:t>
    </dgm:pt>
    <dgm:pt modelId="{D286310F-0791-4DD9-B2F8-81C3706643F7}" type="sibTrans" cxnId="{AFD47ADA-D5DD-4CB4-A9B8-550413F44E8E}">
      <dgm:prSet/>
      <dgm:spPr/>
      <dgm:t>
        <a:bodyPr/>
        <a:lstStyle/>
        <a:p>
          <a:endParaRPr lang="tr-TR"/>
        </a:p>
      </dgm:t>
    </dgm:pt>
    <dgm:pt modelId="{FC8F2FE8-485F-42F1-9468-004C0A5932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Stop condition</a:t>
          </a:r>
        </a:p>
      </dgm:t>
    </dgm:pt>
    <dgm:pt modelId="{2ECBD904-AAFC-4E4C-B43E-256B8CCF4422}" type="parTrans" cxnId="{F00C0244-89D5-4353-9A8E-6376B676CA83}">
      <dgm:prSet/>
      <dgm:spPr/>
      <dgm:t>
        <a:bodyPr/>
        <a:lstStyle/>
        <a:p>
          <a:endParaRPr lang="tr-TR"/>
        </a:p>
      </dgm:t>
    </dgm:pt>
    <dgm:pt modelId="{6AFCDB91-E2B8-4928-B3D0-DD782C4AE425}" type="sibTrans" cxnId="{F00C0244-89D5-4353-9A8E-6376B676CA83}">
      <dgm:prSet/>
      <dgm:spPr/>
      <dgm:t>
        <a:bodyPr/>
        <a:lstStyle/>
        <a:p>
          <a:endParaRPr lang="tr-TR"/>
        </a:p>
      </dgm:t>
    </dgm:pt>
    <dgm:pt modelId="{C3A8808D-AB72-4424-866E-534141D9B4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there is only one hash </a:t>
          </a:r>
          <a:endParaRPr lang="tr-TR"/>
        </a:p>
      </dgm:t>
    </dgm:pt>
    <dgm:pt modelId="{770B54B4-C379-465F-9C8D-83B0032E066D}" type="parTrans" cxnId="{7913B3DE-E169-4E05-A7E0-6E40C06B2BC1}">
      <dgm:prSet/>
      <dgm:spPr/>
      <dgm:t>
        <a:bodyPr/>
        <a:lstStyle/>
        <a:p>
          <a:endParaRPr lang="tr-TR"/>
        </a:p>
      </dgm:t>
    </dgm:pt>
    <dgm:pt modelId="{CD7942F8-4FC8-40E4-BAAD-3C489F7C4BD5}" type="sibTrans" cxnId="{7913B3DE-E169-4E05-A7E0-6E40C06B2BC1}">
      <dgm:prSet/>
      <dgm:spPr/>
      <dgm:t>
        <a:bodyPr/>
        <a:lstStyle/>
        <a:p>
          <a:endParaRPr lang="tr-TR"/>
        </a:p>
      </dgm:t>
    </dgm:pt>
    <dgm:pt modelId="{E8168AD8-5101-4C3D-B1AB-B3B567F0FC3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called</a:t>
          </a:r>
          <a:r>
            <a:rPr lang="tr-TR"/>
            <a:t> </a:t>
          </a:r>
          <a:r>
            <a:rPr lang="en-US"/>
            <a:t>the </a:t>
          </a:r>
          <a:r>
            <a:rPr lang="en-US" i="1"/>
            <a:t>root</a:t>
          </a:r>
          <a:r>
            <a:rPr lang="en-US"/>
            <a:t>, or </a:t>
          </a:r>
          <a:r>
            <a:rPr lang="en-US" i="1"/>
            <a:t>merkle root</a:t>
          </a:r>
          <a:r>
            <a:rPr lang="en-US"/>
            <a:t>. </a:t>
          </a:r>
          <a:endParaRPr lang="tr-TR"/>
        </a:p>
      </dgm:t>
    </dgm:pt>
    <dgm:pt modelId="{60B35290-25EE-4614-B695-8E699D187D4A}" type="parTrans" cxnId="{0C3FB6E2-4295-42E7-BA83-B7D834E1F133}">
      <dgm:prSet/>
      <dgm:spPr/>
      <dgm:t>
        <a:bodyPr/>
        <a:lstStyle/>
        <a:p>
          <a:endParaRPr lang="tr-TR"/>
        </a:p>
      </dgm:t>
    </dgm:pt>
    <dgm:pt modelId="{FD882792-3B03-4EA0-9644-85403D9D8B4C}" type="sibTrans" cxnId="{0C3FB6E2-4295-42E7-BA83-B7D834E1F133}">
      <dgm:prSet/>
      <dgm:spPr/>
      <dgm:t>
        <a:bodyPr/>
        <a:lstStyle/>
        <a:p>
          <a:endParaRPr lang="tr-TR"/>
        </a:p>
      </dgm:t>
    </dgm:pt>
    <dgm:pt modelId="{2FA6192E-C3F3-4E8C-B2D7-DE1B15C860F6}" type="pres">
      <dgm:prSet presAssocID="{AF2571EE-35BB-454A-8073-121AE7777734}" presName="root" presStyleCnt="0">
        <dgm:presLayoutVars>
          <dgm:dir/>
          <dgm:resizeHandles val="exact"/>
        </dgm:presLayoutVars>
      </dgm:prSet>
      <dgm:spPr/>
    </dgm:pt>
    <dgm:pt modelId="{32769929-2344-4D64-8052-E472BDF7E5F1}" type="pres">
      <dgm:prSet presAssocID="{EA39391A-D5D4-4CE3-8B78-EFABBCDF17B2}" presName="compNode" presStyleCnt="0"/>
      <dgm:spPr/>
    </dgm:pt>
    <dgm:pt modelId="{DE99A057-2F93-4497-85FD-35FE87A94ED5}" type="pres">
      <dgm:prSet presAssocID="{EA39391A-D5D4-4CE3-8B78-EFABBCDF17B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5DDC439D-100A-485F-B17B-D78E9EFDD1D8}" type="pres">
      <dgm:prSet presAssocID="{EA39391A-D5D4-4CE3-8B78-EFABBCDF17B2}" presName="iconSpace" presStyleCnt="0"/>
      <dgm:spPr/>
    </dgm:pt>
    <dgm:pt modelId="{9E9D4E41-728B-4FBB-9B35-9A9564AB2833}" type="pres">
      <dgm:prSet presAssocID="{EA39391A-D5D4-4CE3-8B78-EFABBCDF17B2}" presName="parTx" presStyleLbl="revTx" presStyleIdx="0" presStyleCnt="4">
        <dgm:presLayoutVars>
          <dgm:chMax val="0"/>
          <dgm:chPref val="0"/>
        </dgm:presLayoutVars>
      </dgm:prSet>
      <dgm:spPr/>
    </dgm:pt>
    <dgm:pt modelId="{8E0F2857-2D04-4593-96D6-79E3664F67A2}" type="pres">
      <dgm:prSet presAssocID="{EA39391A-D5D4-4CE3-8B78-EFABBCDF17B2}" presName="txSpace" presStyleCnt="0"/>
      <dgm:spPr/>
    </dgm:pt>
    <dgm:pt modelId="{4F681EE7-94AC-4B5F-A716-118518C61CCC}" type="pres">
      <dgm:prSet presAssocID="{EA39391A-D5D4-4CE3-8B78-EFABBCDF17B2}" presName="desTx" presStyleLbl="revTx" presStyleIdx="1" presStyleCnt="4">
        <dgm:presLayoutVars/>
      </dgm:prSet>
      <dgm:spPr/>
    </dgm:pt>
    <dgm:pt modelId="{9C168894-36E7-4114-B7B9-E27F94AF99BC}" type="pres">
      <dgm:prSet presAssocID="{412B65A9-08C0-4147-A409-709B4668FDA7}" presName="sibTrans" presStyleCnt="0"/>
      <dgm:spPr/>
    </dgm:pt>
    <dgm:pt modelId="{232103F9-C4BB-41BA-8C16-489B73220177}" type="pres">
      <dgm:prSet presAssocID="{FC8F2FE8-485F-42F1-9468-004C0A593297}" presName="compNode" presStyleCnt="0"/>
      <dgm:spPr/>
    </dgm:pt>
    <dgm:pt modelId="{D9E5A5D8-6FCD-4DF1-9DA3-6F1C1DD0EF45}" type="pres">
      <dgm:prSet presAssocID="{FC8F2FE8-485F-42F1-9468-004C0A59329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fik lambası"/>
        </a:ext>
      </dgm:extLst>
    </dgm:pt>
    <dgm:pt modelId="{F46CE44F-F0CF-470B-9492-99A91C73AF4A}" type="pres">
      <dgm:prSet presAssocID="{FC8F2FE8-485F-42F1-9468-004C0A593297}" presName="iconSpace" presStyleCnt="0"/>
      <dgm:spPr/>
    </dgm:pt>
    <dgm:pt modelId="{1D7CF315-75C3-4D46-8F60-DACE346F9838}" type="pres">
      <dgm:prSet presAssocID="{FC8F2FE8-485F-42F1-9468-004C0A593297}" presName="parTx" presStyleLbl="revTx" presStyleIdx="2" presStyleCnt="4">
        <dgm:presLayoutVars>
          <dgm:chMax val="0"/>
          <dgm:chPref val="0"/>
        </dgm:presLayoutVars>
      </dgm:prSet>
      <dgm:spPr/>
    </dgm:pt>
    <dgm:pt modelId="{A3308E74-AE3B-4F44-B546-797F77A9F204}" type="pres">
      <dgm:prSet presAssocID="{FC8F2FE8-485F-42F1-9468-004C0A593297}" presName="txSpace" presStyleCnt="0"/>
      <dgm:spPr/>
    </dgm:pt>
    <dgm:pt modelId="{524FF48C-1CCE-4414-9C82-61F94055A740}" type="pres">
      <dgm:prSet presAssocID="{FC8F2FE8-485F-42F1-9468-004C0A593297}" presName="desTx" presStyleLbl="revTx" presStyleIdx="3" presStyleCnt="4">
        <dgm:presLayoutVars/>
      </dgm:prSet>
      <dgm:spPr/>
    </dgm:pt>
  </dgm:ptLst>
  <dgm:cxnLst>
    <dgm:cxn modelId="{4010A612-2847-440B-8DED-0925738A3CB1}" type="presOf" srcId="{C3A8808D-AB72-4424-866E-534141D9B4A9}" destId="{524FF48C-1CCE-4414-9C82-61F94055A740}" srcOrd="0" destOrd="0" presId="urn:microsoft.com/office/officeart/2018/2/layout/IconLabelDescriptionList"/>
    <dgm:cxn modelId="{3BE04C38-D1CF-4237-9591-A33DFE59E6F2}" type="presOf" srcId="{AF2571EE-35BB-454A-8073-121AE7777734}" destId="{2FA6192E-C3F3-4E8C-B2D7-DE1B15C860F6}" srcOrd="0" destOrd="0" presId="urn:microsoft.com/office/officeart/2018/2/layout/IconLabelDescriptionList"/>
    <dgm:cxn modelId="{C76DFD40-6F5B-4DFE-A745-0340F22DB1E2}" type="presOf" srcId="{F221B103-6406-498F-A25A-1784CC8968B3}" destId="{4F681EE7-94AC-4B5F-A716-118518C61CCC}" srcOrd="0" destOrd="1" presId="urn:microsoft.com/office/officeart/2018/2/layout/IconLabelDescriptionList"/>
    <dgm:cxn modelId="{F00C0244-89D5-4353-9A8E-6376B676CA83}" srcId="{AF2571EE-35BB-454A-8073-121AE7777734}" destId="{FC8F2FE8-485F-42F1-9468-004C0A593297}" srcOrd="1" destOrd="0" parTransId="{2ECBD904-AAFC-4E4C-B43E-256B8CCF4422}" sibTransId="{6AFCDB91-E2B8-4928-B3D0-DD782C4AE425}"/>
    <dgm:cxn modelId="{7EFAF346-E55F-4CF9-8A89-05F99133F656}" srcId="{EA39391A-D5D4-4CE3-8B78-EFABBCDF17B2}" destId="{258E7D29-BCB3-4724-9698-915E8CE89872}" srcOrd="0" destOrd="0" parTransId="{BFD892A1-36D3-49AB-8F76-5A2A8E5B0344}" sibTransId="{2B4661F9-1D40-4FAC-A46E-40408A7996F5}"/>
    <dgm:cxn modelId="{B52C7675-54FB-451C-A7B6-451C2D4E5D7A}" type="presOf" srcId="{E8168AD8-5101-4C3D-B1AB-B3B567F0FC3F}" destId="{524FF48C-1CCE-4414-9C82-61F94055A740}" srcOrd="0" destOrd="1" presId="urn:microsoft.com/office/officeart/2018/2/layout/IconLabelDescriptionList"/>
    <dgm:cxn modelId="{EBF0A185-410A-4091-BDFE-261B10720617}" type="presOf" srcId="{FC8F2FE8-485F-42F1-9468-004C0A593297}" destId="{1D7CF315-75C3-4D46-8F60-DACE346F9838}" srcOrd="0" destOrd="0" presId="urn:microsoft.com/office/officeart/2018/2/layout/IconLabelDescriptionList"/>
    <dgm:cxn modelId="{BD5B1293-51DB-4270-9382-0C3E0BBE9794}" srcId="{AF2571EE-35BB-454A-8073-121AE7777734}" destId="{EA39391A-D5D4-4CE3-8B78-EFABBCDF17B2}" srcOrd="0" destOrd="0" parTransId="{71D70122-F091-4AF0-9DB3-9554533FBC17}" sibTransId="{412B65A9-08C0-4147-A409-709B4668FDA7}"/>
    <dgm:cxn modelId="{AFD47ADA-D5DD-4CB4-A9B8-550413F44E8E}" srcId="{EA39391A-D5D4-4CE3-8B78-EFABBCDF17B2}" destId="{F221B103-6406-498F-A25A-1784CC8968B3}" srcOrd="1" destOrd="0" parTransId="{34034BFC-A81F-43D8-9A08-FB691EC85088}" sibTransId="{D286310F-0791-4DD9-B2F8-81C3706643F7}"/>
    <dgm:cxn modelId="{7913B3DE-E169-4E05-A7E0-6E40C06B2BC1}" srcId="{FC8F2FE8-485F-42F1-9468-004C0A593297}" destId="{C3A8808D-AB72-4424-866E-534141D9B4A9}" srcOrd="0" destOrd="0" parTransId="{770B54B4-C379-465F-9C8D-83B0032E066D}" sibTransId="{CD7942F8-4FC8-40E4-BAAD-3C489F7C4BD5}"/>
    <dgm:cxn modelId="{0C3FB6E2-4295-42E7-BA83-B7D834E1F133}" srcId="{FC8F2FE8-485F-42F1-9468-004C0A593297}" destId="{E8168AD8-5101-4C3D-B1AB-B3B567F0FC3F}" srcOrd="1" destOrd="0" parTransId="{60B35290-25EE-4614-B695-8E699D187D4A}" sibTransId="{FD882792-3B03-4EA0-9644-85403D9D8B4C}"/>
    <dgm:cxn modelId="{6B9115F7-128D-4C8D-A3FA-9667373FF696}" type="presOf" srcId="{258E7D29-BCB3-4724-9698-915E8CE89872}" destId="{4F681EE7-94AC-4B5F-A716-118518C61CCC}" srcOrd="0" destOrd="0" presId="urn:microsoft.com/office/officeart/2018/2/layout/IconLabelDescriptionList"/>
    <dgm:cxn modelId="{04B58BF7-86D7-4DB5-A2CE-7BB7B8B2E680}" type="presOf" srcId="{EA39391A-D5D4-4CE3-8B78-EFABBCDF17B2}" destId="{9E9D4E41-728B-4FBB-9B35-9A9564AB2833}" srcOrd="0" destOrd="0" presId="urn:microsoft.com/office/officeart/2018/2/layout/IconLabelDescriptionList"/>
    <dgm:cxn modelId="{450C61D2-1319-4020-A7FE-F6A88875A770}" type="presParOf" srcId="{2FA6192E-C3F3-4E8C-B2D7-DE1B15C860F6}" destId="{32769929-2344-4D64-8052-E472BDF7E5F1}" srcOrd="0" destOrd="0" presId="urn:microsoft.com/office/officeart/2018/2/layout/IconLabelDescriptionList"/>
    <dgm:cxn modelId="{7CDB3AC6-EFA8-4C04-9A29-09F85E5D422D}" type="presParOf" srcId="{32769929-2344-4D64-8052-E472BDF7E5F1}" destId="{DE99A057-2F93-4497-85FD-35FE87A94ED5}" srcOrd="0" destOrd="0" presId="urn:microsoft.com/office/officeart/2018/2/layout/IconLabelDescriptionList"/>
    <dgm:cxn modelId="{AA845F29-1DEB-4085-A0E3-179896554E32}" type="presParOf" srcId="{32769929-2344-4D64-8052-E472BDF7E5F1}" destId="{5DDC439D-100A-485F-B17B-D78E9EFDD1D8}" srcOrd="1" destOrd="0" presId="urn:microsoft.com/office/officeart/2018/2/layout/IconLabelDescriptionList"/>
    <dgm:cxn modelId="{59773C16-E1DD-4B4C-BC7F-E5E3D7C1DCAC}" type="presParOf" srcId="{32769929-2344-4D64-8052-E472BDF7E5F1}" destId="{9E9D4E41-728B-4FBB-9B35-9A9564AB2833}" srcOrd="2" destOrd="0" presId="urn:microsoft.com/office/officeart/2018/2/layout/IconLabelDescriptionList"/>
    <dgm:cxn modelId="{E80171F3-9821-46E8-AA11-F65D25792595}" type="presParOf" srcId="{32769929-2344-4D64-8052-E472BDF7E5F1}" destId="{8E0F2857-2D04-4593-96D6-79E3664F67A2}" srcOrd="3" destOrd="0" presId="urn:microsoft.com/office/officeart/2018/2/layout/IconLabelDescriptionList"/>
    <dgm:cxn modelId="{60240A39-CDD6-4C0D-8BD9-26A63BAC0144}" type="presParOf" srcId="{32769929-2344-4D64-8052-E472BDF7E5F1}" destId="{4F681EE7-94AC-4B5F-A716-118518C61CCC}" srcOrd="4" destOrd="0" presId="urn:microsoft.com/office/officeart/2018/2/layout/IconLabelDescriptionList"/>
    <dgm:cxn modelId="{6D072649-4F5D-4072-A318-1CCEF97C80F6}" type="presParOf" srcId="{2FA6192E-C3F3-4E8C-B2D7-DE1B15C860F6}" destId="{9C168894-36E7-4114-B7B9-E27F94AF99BC}" srcOrd="1" destOrd="0" presId="urn:microsoft.com/office/officeart/2018/2/layout/IconLabelDescriptionList"/>
    <dgm:cxn modelId="{41D452EC-2F7A-4581-8DCF-BB13B65E2DE8}" type="presParOf" srcId="{2FA6192E-C3F3-4E8C-B2D7-DE1B15C860F6}" destId="{232103F9-C4BB-41BA-8C16-489B73220177}" srcOrd="2" destOrd="0" presId="urn:microsoft.com/office/officeart/2018/2/layout/IconLabelDescriptionList"/>
    <dgm:cxn modelId="{EE455C6C-A3C4-4CD3-A461-CBC69883FFD2}" type="presParOf" srcId="{232103F9-C4BB-41BA-8C16-489B73220177}" destId="{D9E5A5D8-6FCD-4DF1-9DA3-6F1C1DD0EF45}" srcOrd="0" destOrd="0" presId="urn:microsoft.com/office/officeart/2018/2/layout/IconLabelDescriptionList"/>
    <dgm:cxn modelId="{EB6552AB-5315-478E-8450-283A502821A2}" type="presParOf" srcId="{232103F9-C4BB-41BA-8C16-489B73220177}" destId="{F46CE44F-F0CF-470B-9492-99A91C73AF4A}" srcOrd="1" destOrd="0" presId="urn:microsoft.com/office/officeart/2018/2/layout/IconLabelDescriptionList"/>
    <dgm:cxn modelId="{5DCC26CD-6C17-4F66-BAE5-A68DE6F746D1}" type="presParOf" srcId="{232103F9-C4BB-41BA-8C16-489B73220177}" destId="{1D7CF315-75C3-4D46-8F60-DACE346F9838}" srcOrd="2" destOrd="0" presId="urn:microsoft.com/office/officeart/2018/2/layout/IconLabelDescriptionList"/>
    <dgm:cxn modelId="{82D8ADD9-0F61-419E-8E91-B6141BE8FE97}" type="presParOf" srcId="{232103F9-C4BB-41BA-8C16-489B73220177}" destId="{A3308E74-AE3B-4F44-B546-797F77A9F204}" srcOrd="3" destOrd="0" presId="urn:microsoft.com/office/officeart/2018/2/layout/IconLabelDescriptionList"/>
    <dgm:cxn modelId="{EE8F3113-31D5-4114-8FCA-0C5BA9BD5394}" type="presParOf" srcId="{232103F9-C4BB-41BA-8C16-489B73220177}" destId="{524FF48C-1CCE-4414-9C82-61F94055A740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AF2571EE-35BB-454A-8073-121AE7777734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tr-TR"/>
        </a:p>
      </dgm:t>
    </dgm:pt>
    <dgm:pt modelId="{AE970167-5F99-45BE-B97D-FFCB2449A49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Double-SHA256</a:t>
          </a:r>
        </a:p>
      </dgm:t>
    </dgm:pt>
    <dgm:pt modelId="{984947AB-5874-44E3-8CB4-332E968F1860}" type="parTrans" cxnId="{2DE806B9-599F-4429-964C-C4BFAA59A7F3}">
      <dgm:prSet/>
      <dgm:spPr/>
      <dgm:t>
        <a:bodyPr/>
        <a:lstStyle/>
        <a:p>
          <a:endParaRPr lang="tr-TR"/>
        </a:p>
      </dgm:t>
    </dgm:pt>
    <dgm:pt modelId="{4B928C86-ED99-4093-967D-869AEC2C83DC}" type="sibTrans" cxnId="{2DE806B9-599F-4429-964C-C4BFAA59A7F3}">
      <dgm:prSet/>
      <dgm:spPr/>
      <dgm:t>
        <a:bodyPr/>
        <a:lstStyle/>
        <a:p>
          <a:endParaRPr lang="tr-TR"/>
        </a:p>
      </dgm:t>
    </dgm:pt>
    <dgm:pt modelId="{A41403DC-1799-4C9C-9A48-344210E3DD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SHA256 applied twice</a:t>
          </a:r>
          <a:endParaRPr lang="tr-TR"/>
        </a:p>
      </dgm:t>
    </dgm:pt>
    <dgm:pt modelId="{3EF7C10A-D5D0-4FC3-A2AA-3C3492620813}" type="parTrans" cxnId="{EF1FDBF6-15D9-4422-A9E7-45FB013FA3BB}">
      <dgm:prSet/>
      <dgm:spPr/>
      <dgm:t>
        <a:bodyPr/>
        <a:lstStyle/>
        <a:p>
          <a:endParaRPr lang="tr-TR"/>
        </a:p>
      </dgm:t>
    </dgm:pt>
    <dgm:pt modelId="{59F70739-35A8-4601-A0EF-5182E5C29185}" type="sibTrans" cxnId="{EF1FDBF6-15D9-4422-A9E7-45FB013FA3BB}">
      <dgm:prSet/>
      <dgm:spPr/>
      <dgm:t>
        <a:bodyPr/>
        <a:lstStyle/>
        <a:p>
          <a:endParaRPr lang="tr-TR"/>
        </a:p>
      </dgm:t>
    </dgm:pt>
    <dgm:pt modelId="{CCC44E7B-4E02-49FD-9615-01E6CA7430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also known as double-SHA256</a:t>
          </a:r>
          <a:endParaRPr lang="tr-TR"/>
        </a:p>
      </dgm:t>
    </dgm:pt>
    <dgm:pt modelId="{6FF5CB54-F0DD-477D-B668-7FB709F14C70}" type="parTrans" cxnId="{03ECBBF8-F4D4-48DB-8950-B4618D70C6D8}">
      <dgm:prSet/>
      <dgm:spPr/>
      <dgm:t>
        <a:bodyPr/>
        <a:lstStyle/>
        <a:p>
          <a:endParaRPr lang="tr-TR"/>
        </a:p>
      </dgm:t>
    </dgm:pt>
    <dgm:pt modelId="{A520A181-1E82-470B-83B4-EAF4392D2C1D}" type="sibTrans" cxnId="{03ECBBF8-F4D4-48DB-8950-B4618D70C6D8}">
      <dgm:prSet/>
      <dgm:spPr/>
      <dgm:t>
        <a:bodyPr/>
        <a:lstStyle/>
        <a:p>
          <a:endParaRPr lang="tr-TR"/>
        </a:p>
      </dgm:t>
    </dgm:pt>
    <dgm:pt modelId="{F61763A4-6A99-4224-A7E8-4F7A04A9C52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Bottom-up construction</a:t>
          </a:r>
        </a:p>
      </dgm:t>
    </dgm:pt>
    <dgm:pt modelId="{0D8C32A7-2CBF-4583-AAFD-3C03CC8A2928}" type="parTrans" cxnId="{61731127-6B15-49BB-AA60-53AA947DF6F0}">
      <dgm:prSet/>
      <dgm:spPr/>
      <dgm:t>
        <a:bodyPr/>
        <a:lstStyle/>
        <a:p>
          <a:endParaRPr lang="tr-TR"/>
        </a:p>
      </dgm:t>
    </dgm:pt>
    <dgm:pt modelId="{6183FD22-A450-4EC0-9700-96573680F579}" type="sibTrans" cxnId="{61731127-6B15-49BB-AA60-53AA947DF6F0}">
      <dgm:prSet/>
      <dgm:spPr/>
      <dgm:t>
        <a:bodyPr/>
        <a:lstStyle/>
        <a:p>
          <a:endParaRPr lang="tr-TR"/>
        </a:p>
      </dgm:t>
    </dgm:pt>
    <dgm:pt modelId="{4F5FD785-E0A2-40B8-8A41-5ADF9BE8B74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Constructed bottom-up</a:t>
          </a:r>
        </a:p>
      </dgm:t>
    </dgm:pt>
    <dgm:pt modelId="{DAC056F5-C0FA-4214-A8CE-69E17779FFD3}" type="parTrans" cxnId="{687A80DA-445C-4ADF-98EF-E1FE517836DB}">
      <dgm:prSet/>
      <dgm:spPr/>
      <dgm:t>
        <a:bodyPr/>
        <a:lstStyle/>
        <a:p>
          <a:endParaRPr lang="tr-TR"/>
        </a:p>
      </dgm:t>
    </dgm:pt>
    <dgm:pt modelId="{6A9CE6AD-F551-4339-8614-38ABA83F91C6}" type="sibTrans" cxnId="{687A80DA-445C-4ADF-98EF-E1FE517836DB}">
      <dgm:prSet/>
      <dgm:spPr/>
      <dgm:t>
        <a:bodyPr/>
        <a:lstStyle/>
        <a:p>
          <a:endParaRPr lang="tr-TR"/>
        </a:p>
      </dgm:t>
    </dgm:pt>
    <dgm:pt modelId="{C7AEB767-4884-4176-B3C3-C652300BAB6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Starting with leaves</a:t>
          </a:r>
        </a:p>
      </dgm:t>
    </dgm:pt>
    <dgm:pt modelId="{3750A388-9121-48A2-A85F-B5B1CAF05B7D}" type="parTrans" cxnId="{0DB66B4E-1002-45A0-A9EB-BA7C6DA66E8F}">
      <dgm:prSet/>
      <dgm:spPr/>
      <dgm:t>
        <a:bodyPr/>
        <a:lstStyle/>
        <a:p>
          <a:endParaRPr lang="tr-TR"/>
        </a:p>
      </dgm:t>
    </dgm:pt>
    <dgm:pt modelId="{80EE4B3B-02ED-4407-98CB-499F9DDC2605}" type="sibTrans" cxnId="{0DB66B4E-1002-45A0-A9EB-BA7C6DA66E8F}">
      <dgm:prSet/>
      <dgm:spPr/>
      <dgm:t>
        <a:bodyPr/>
        <a:lstStyle/>
        <a:p>
          <a:endParaRPr lang="tr-TR"/>
        </a:p>
      </dgm:t>
    </dgm:pt>
    <dgm:pt modelId="{2FA6192E-C3F3-4E8C-B2D7-DE1B15C860F6}" type="pres">
      <dgm:prSet presAssocID="{AF2571EE-35BB-454A-8073-121AE7777734}" presName="root" presStyleCnt="0">
        <dgm:presLayoutVars>
          <dgm:dir/>
          <dgm:resizeHandles val="exact"/>
        </dgm:presLayoutVars>
      </dgm:prSet>
      <dgm:spPr/>
    </dgm:pt>
    <dgm:pt modelId="{B4CE760E-E139-44DF-BB03-7F3ECAAA152F}" type="pres">
      <dgm:prSet presAssocID="{AE970167-5F99-45BE-B97D-FFCB2449A49F}" presName="compNode" presStyleCnt="0"/>
      <dgm:spPr/>
    </dgm:pt>
    <dgm:pt modelId="{2FFBC79C-128A-4502-A109-08A999733EAC}" type="pres">
      <dgm:prSet presAssocID="{AE970167-5F99-45BE-B97D-FFCB2449A49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35D448F4-BD8E-4CB3-B8B7-15302E1AC77A}" type="pres">
      <dgm:prSet presAssocID="{AE970167-5F99-45BE-B97D-FFCB2449A49F}" presName="iconSpace" presStyleCnt="0"/>
      <dgm:spPr/>
    </dgm:pt>
    <dgm:pt modelId="{8E1D75E1-78FC-4644-9CF0-440D236CE1A6}" type="pres">
      <dgm:prSet presAssocID="{AE970167-5F99-45BE-B97D-FFCB2449A49F}" presName="parTx" presStyleLbl="revTx" presStyleIdx="0" presStyleCnt="4">
        <dgm:presLayoutVars>
          <dgm:chMax val="0"/>
          <dgm:chPref val="0"/>
        </dgm:presLayoutVars>
      </dgm:prSet>
      <dgm:spPr/>
    </dgm:pt>
    <dgm:pt modelId="{A7363BB6-D254-4675-9B55-620DBA0DE4E5}" type="pres">
      <dgm:prSet presAssocID="{AE970167-5F99-45BE-B97D-FFCB2449A49F}" presName="txSpace" presStyleCnt="0"/>
      <dgm:spPr/>
    </dgm:pt>
    <dgm:pt modelId="{5480C8E8-E0D8-40EA-B88A-C844797A646A}" type="pres">
      <dgm:prSet presAssocID="{AE970167-5F99-45BE-B97D-FFCB2449A49F}" presName="desTx" presStyleLbl="revTx" presStyleIdx="1" presStyleCnt="4">
        <dgm:presLayoutVars/>
      </dgm:prSet>
      <dgm:spPr/>
    </dgm:pt>
    <dgm:pt modelId="{5391B578-55A0-496C-AA86-4E47380C9F25}" type="pres">
      <dgm:prSet presAssocID="{4B928C86-ED99-4093-967D-869AEC2C83DC}" presName="sibTrans" presStyleCnt="0"/>
      <dgm:spPr/>
    </dgm:pt>
    <dgm:pt modelId="{DFB5F3EE-7514-4B3A-BEF9-34751A2E9FFC}" type="pres">
      <dgm:prSet presAssocID="{F61763A4-6A99-4224-A7E8-4F7A04A9C521}" presName="compNode" presStyleCnt="0"/>
      <dgm:spPr/>
    </dgm:pt>
    <dgm:pt modelId="{1EABFFBE-0EC8-4953-B205-79A7A3D6AB1E}" type="pres">
      <dgm:prSet presAssocID="{F61763A4-6A99-4224-A7E8-4F7A04A9C52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xcavator"/>
        </a:ext>
      </dgm:extLst>
    </dgm:pt>
    <dgm:pt modelId="{36EB2F81-D061-4A36-9BF5-EF737FED9C4C}" type="pres">
      <dgm:prSet presAssocID="{F61763A4-6A99-4224-A7E8-4F7A04A9C521}" presName="iconSpace" presStyleCnt="0"/>
      <dgm:spPr/>
    </dgm:pt>
    <dgm:pt modelId="{0D66215C-4EDC-4528-B39B-A84728F01B56}" type="pres">
      <dgm:prSet presAssocID="{F61763A4-6A99-4224-A7E8-4F7A04A9C521}" presName="parTx" presStyleLbl="revTx" presStyleIdx="2" presStyleCnt="4">
        <dgm:presLayoutVars>
          <dgm:chMax val="0"/>
          <dgm:chPref val="0"/>
        </dgm:presLayoutVars>
      </dgm:prSet>
      <dgm:spPr/>
    </dgm:pt>
    <dgm:pt modelId="{16ABE189-1358-447E-A19B-9359EED2402B}" type="pres">
      <dgm:prSet presAssocID="{F61763A4-6A99-4224-A7E8-4F7A04A9C521}" presName="txSpace" presStyleCnt="0"/>
      <dgm:spPr/>
    </dgm:pt>
    <dgm:pt modelId="{E3978A35-00F6-4C64-9F00-55E648A4D7E7}" type="pres">
      <dgm:prSet presAssocID="{F61763A4-6A99-4224-A7E8-4F7A04A9C521}" presName="desTx" presStyleLbl="revTx" presStyleIdx="3" presStyleCnt="4">
        <dgm:presLayoutVars/>
      </dgm:prSet>
      <dgm:spPr/>
    </dgm:pt>
  </dgm:ptLst>
  <dgm:cxnLst>
    <dgm:cxn modelId="{B59A601F-F537-47CB-B323-0DAC99D5E3D6}" type="presOf" srcId="{CCC44E7B-4E02-49FD-9615-01E6CA743013}" destId="{5480C8E8-E0D8-40EA-B88A-C844797A646A}" srcOrd="0" destOrd="1" presId="urn:microsoft.com/office/officeart/2018/2/layout/IconLabelDescriptionList"/>
    <dgm:cxn modelId="{61731127-6B15-49BB-AA60-53AA947DF6F0}" srcId="{AF2571EE-35BB-454A-8073-121AE7777734}" destId="{F61763A4-6A99-4224-A7E8-4F7A04A9C521}" srcOrd="1" destOrd="0" parTransId="{0D8C32A7-2CBF-4583-AAFD-3C03CC8A2928}" sibTransId="{6183FD22-A450-4EC0-9700-96573680F579}"/>
    <dgm:cxn modelId="{3BE04C38-D1CF-4237-9591-A33DFE59E6F2}" type="presOf" srcId="{AF2571EE-35BB-454A-8073-121AE7777734}" destId="{2FA6192E-C3F3-4E8C-B2D7-DE1B15C860F6}" srcOrd="0" destOrd="0" presId="urn:microsoft.com/office/officeart/2018/2/layout/IconLabelDescriptionList"/>
    <dgm:cxn modelId="{0DB66B4E-1002-45A0-A9EB-BA7C6DA66E8F}" srcId="{F61763A4-6A99-4224-A7E8-4F7A04A9C521}" destId="{C7AEB767-4884-4176-B3C3-C652300BAB61}" srcOrd="1" destOrd="0" parTransId="{3750A388-9121-48A2-A85F-B5B1CAF05B7D}" sibTransId="{80EE4B3B-02ED-4407-98CB-499F9DDC2605}"/>
    <dgm:cxn modelId="{24D2F4A4-D5CA-4FD1-8E19-D912FB0DCD41}" type="presOf" srcId="{C7AEB767-4884-4176-B3C3-C652300BAB61}" destId="{E3978A35-00F6-4C64-9F00-55E648A4D7E7}" srcOrd="0" destOrd="1" presId="urn:microsoft.com/office/officeart/2018/2/layout/IconLabelDescriptionList"/>
    <dgm:cxn modelId="{2DE806B9-599F-4429-964C-C4BFAA59A7F3}" srcId="{AF2571EE-35BB-454A-8073-121AE7777734}" destId="{AE970167-5F99-45BE-B97D-FFCB2449A49F}" srcOrd="0" destOrd="0" parTransId="{984947AB-5874-44E3-8CB4-332E968F1860}" sibTransId="{4B928C86-ED99-4093-967D-869AEC2C83DC}"/>
    <dgm:cxn modelId="{C101D2C1-AAE0-42A8-B807-8E510C458BF3}" type="presOf" srcId="{A41403DC-1799-4C9C-9A48-344210E3DDD2}" destId="{5480C8E8-E0D8-40EA-B88A-C844797A646A}" srcOrd="0" destOrd="0" presId="urn:microsoft.com/office/officeart/2018/2/layout/IconLabelDescriptionList"/>
    <dgm:cxn modelId="{687A80DA-445C-4ADF-98EF-E1FE517836DB}" srcId="{F61763A4-6A99-4224-A7E8-4F7A04A9C521}" destId="{4F5FD785-E0A2-40B8-8A41-5ADF9BE8B747}" srcOrd="0" destOrd="0" parTransId="{DAC056F5-C0FA-4214-A8CE-69E17779FFD3}" sibTransId="{6A9CE6AD-F551-4339-8614-38ABA83F91C6}"/>
    <dgm:cxn modelId="{AEA211F5-4D8A-43D0-B21E-5BFDA036C1F9}" type="presOf" srcId="{4F5FD785-E0A2-40B8-8A41-5ADF9BE8B747}" destId="{E3978A35-00F6-4C64-9F00-55E648A4D7E7}" srcOrd="0" destOrd="0" presId="urn:microsoft.com/office/officeart/2018/2/layout/IconLabelDescriptionList"/>
    <dgm:cxn modelId="{EF1FDBF6-15D9-4422-A9E7-45FB013FA3BB}" srcId="{AE970167-5F99-45BE-B97D-FFCB2449A49F}" destId="{A41403DC-1799-4C9C-9A48-344210E3DDD2}" srcOrd="0" destOrd="0" parTransId="{3EF7C10A-D5D0-4FC3-A2AA-3C3492620813}" sibTransId="{59F70739-35A8-4601-A0EF-5182E5C29185}"/>
    <dgm:cxn modelId="{03ECBBF8-F4D4-48DB-8950-B4618D70C6D8}" srcId="{AE970167-5F99-45BE-B97D-FFCB2449A49F}" destId="{CCC44E7B-4E02-49FD-9615-01E6CA743013}" srcOrd="1" destOrd="0" parTransId="{6FF5CB54-F0DD-477D-B668-7FB709F14C70}" sibTransId="{A520A181-1E82-470B-83B4-EAF4392D2C1D}"/>
    <dgm:cxn modelId="{E05AC5FB-4248-4DA6-8B7D-5495D55ADCBA}" type="presOf" srcId="{F61763A4-6A99-4224-A7E8-4F7A04A9C521}" destId="{0D66215C-4EDC-4528-B39B-A84728F01B56}" srcOrd="0" destOrd="0" presId="urn:microsoft.com/office/officeart/2018/2/layout/IconLabelDescriptionList"/>
    <dgm:cxn modelId="{E04EC9FB-80E4-4CB8-8C77-8925122C3B84}" type="presOf" srcId="{AE970167-5F99-45BE-B97D-FFCB2449A49F}" destId="{8E1D75E1-78FC-4644-9CF0-440D236CE1A6}" srcOrd="0" destOrd="0" presId="urn:microsoft.com/office/officeart/2018/2/layout/IconLabelDescriptionList"/>
    <dgm:cxn modelId="{7106EE6C-C30F-4619-9992-FE393360E869}" type="presParOf" srcId="{2FA6192E-C3F3-4E8C-B2D7-DE1B15C860F6}" destId="{B4CE760E-E139-44DF-BB03-7F3ECAAA152F}" srcOrd="0" destOrd="0" presId="urn:microsoft.com/office/officeart/2018/2/layout/IconLabelDescriptionList"/>
    <dgm:cxn modelId="{85BB503C-CB45-4EE0-BF04-1A965C56E1A5}" type="presParOf" srcId="{B4CE760E-E139-44DF-BB03-7F3ECAAA152F}" destId="{2FFBC79C-128A-4502-A109-08A999733EAC}" srcOrd="0" destOrd="0" presId="urn:microsoft.com/office/officeart/2018/2/layout/IconLabelDescriptionList"/>
    <dgm:cxn modelId="{763C15C5-8D6F-4C12-88C2-1AD8099CF73F}" type="presParOf" srcId="{B4CE760E-E139-44DF-BB03-7F3ECAAA152F}" destId="{35D448F4-BD8E-4CB3-B8B7-15302E1AC77A}" srcOrd="1" destOrd="0" presId="urn:microsoft.com/office/officeart/2018/2/layout/IconLabelDescriptionList"/>
    <dgm:cxn modelId="{60EC9828-EF90-47FB-B23E-1A99715BADCB}" type="presParOf" srcId="{B4CE760E-E139-44DF-BB03-7F3ECAAA152F}" destId="{8E1D75E1-78FC-4644-9CF0-440D236CE1A6}" srcOrd="2" destOrd="0" presId="urn:microsoft.com/office/officeart/2018/2/layout/IconLabelDescriptionList"/>
    <dgm:cxn modelId="{6C6C4E9F-3341-4AE5-BA43-E70566031ACE}" type="presParOf" srcId="{B4CE760E-E139-44DF-BB03-7F3ECAAA152F}" destId="{A7363BB6-D254-4675-9B55-620DBA0DE4E5}" srcOrd="3" destOrd="0" presId="urn:microsoft.com/office/officeart/2018/2/layout/IconLabelDescriptionList"/>
    <dgm:cxn modelId="{F812003F-1000-4BF4-AC3D-9083AF8CD11F}" type="presParOf" srcId="{B4CE760E-E139-44DF-BB03-7F3ECAAA152F}" destId="{5480C8E8-E0D8-40EA-B88A-C844797A646A}" srcOrd="4" destOrd="0" presId="urn:microsoft.com/office/officeart/2018/2/layout/IconLabelDescriptionList"/>
    <dgm:cxn modelId="{F654CB34-146E-4CBD-8BD9-347B87657B94}" type="presParOf" srcId="{2FA6192E-C3F3-4E8C-B2D7-DE1B15C860F6}" destId="{5391B578-55A0-496C-AA86-4E47380C9F25}" srcOrd="1" destOrd="0" presId="urn:microsoft.com/office/officeart/2018/2/layout/IconLabelDescriptionList"/>
    <dgm:cxn modelId="{98655277-AFB0-4222-BF08-D9EA1F158300}" type="presParOf" srcId="{2FA6192E-C3F3-4E8C-B2D7-DE1B15C860F6}" destId="{DFB5F3EE-7514-4B3A-BEF9-34751A2E9FFC}" srcOrd="2" destOrd="0" presId="urn:microsoft.com/office/officeart/2018/2/layout/IconLabelDescriptionList"/>
    <dgm:cxn modelId="{76255003-222A-4304-99DD-AE191A8DAD0D}" type="presParOf" srcId="{DFB5F3EE-7514-4B3A-BEF9-34751A2E9FFC}" destId="{1EABFFBE-0EC8-4953-B205-79A7A3D6AB1E}" srcOrd="0" destOrd="0" presId="urn:microsoft.com/office/officeart/2018/2/layout/IconLabelDescriptionList"/>
    <dgm:cxn modelId="{B1932FF3-DAB9-41CA-A4CE-38DEFCE6EC8F}" type="presParOf" srcId="{DFB5F3EE-7514-4B3A-BEF9-34751A2E9FFC}" destId="{36EB2F81-D061-4A36-9BF5-EF737FED9C4C}" srcOrd="1" destOrd="0" presId="urn:microsoft.com/office/officeart/2018/2/layout/IconLabelDescriptionList"/>
    <dgm:cxn modelId="{8D9DA0B6-5801-46EE-BD05-40AACC7856E6}" type="presParOf" srcId="{DFB5F3EE-7514-4B3A-BEF9-34751A2E9FFC}" destId="{0D66215C-4EDC-4528-B39B-A84728F01B56}" srcOrd="2" destOrd="0" presId="urn:microsoft.com/office/officeart/2018/2/layout/IconLabelDescriptionList"/>
    <dgm:cxn modelId="{453C4705-179B-4152-9D6B-82A689DC8B52}" type="presParOf" srcId="{DFB5F3EE-7514-4B3A-BEF9-34751A2E9FFC}" destId="{16ABE189-1358-447E-A19B-9359EED2402B}" srcOrd="3" destOrd="0" presId="urn:microsoft.com/office/officeart/2018/2/layout/IconLabelDescriptionList"/>
    <dgm:cxn modelId="{40B4FE66-7789-4F36-ACE4-5246F864DECD}" type="presParOf" srcId="{DFB5F3EE-7514-4B3A-BEF9-34751A2E9FFC}" destId="{E3978A35-00F6-4C64-9F00-55E648A4D7E7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9C1343D3-9499-4637-B8C8-425C8098704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B09D1A8E-0F91-4DF3-8F56-0094BF8E68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4 Transactions</a:t>
          </a:r>
        </a:p>
      </dgm:t>
    </dgm:pt>
    <dgm:pt modelId="{E972B969-C835-411E-BE21-481D98CE27DE}" type="parTrans" cxnId="{1502B8E0-EDE1-4841-8F49-310BDB4C4C5C}">
      <dgm:prSet/>
      <dgm:spPr/>
      <dgm:t>
        <a:bodyPr/>
        <a:lstStyle/>
        <a:p>
          <a:endParaRPr lang="tr-TR"/>
        </a:p>
      </dgm:t>
    </dgm:pt>
    <dgm:pt modelId="{CD7A9DF6-52BE-474E-B7D2-3D120B707090}" type="sibTrans" cxnId="{1502B8E0-EDE1-4841-8F49-310BDB4C4C5C}">
      <dgm:prSet/>
      <dgm:spPr/>
      <dgm:t>
        <a:bodyPr/>
        <a:lstStyle/>
        <a:p>
          <a:endParaRPr lang="tr-TR"/>
        </a:p>
      </dgm:t>
    </dgm:pt>
    <dgm:pt modelId="{21402406-7AD5-43CD-991A-5D43A12DA30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start with </a:t>
          </a:r>
          <a:r>
            <a:rPr lang="en-US"/>
            <a:t>four transactions, A, B, C, and D</a:t>
          </a:r>
          <a:endParaRPr lang="tr-TR"/>
        </a:p>
      </dgm:t>
    </dgm:pt>
    <dgm:pt modelId="{DA205774-BE4C-4D81-ADD1-32F6894F3841}" type="parTrans" cxnId="{82E2E642-A705-4D4F-88EE-B9785C4BCF68}">
      <dgm:prSet/>
      <dgm:spPr/>
      <dgm:t>
        <a:bodyPr/>
        <a:lstStyle/>
        <a:p>
          <a:endParaRPr lang="tr-TR"/>
        </a:p>
      </dgm:t>
    </dgm:pt>
    <dgm:pt modelId="{CD4468E6-2534-4511-BA76-E432E91F6125}" type="sibTrans" cxnId="{82E2E642-A705-4D4F-88EE-B9785C4BCF68}">
      <dgm:prSet/>
      <dgm:spPr/>
      <dgm:t>
        <a:bodyPr/>
        <a:lstStyle/>
        <a:p>
          <a:endParaRPr lang="tr-TR"/>
        </a:p>
      </dgm:t>
    </dgm:pt>
    <dgm:pt modelId="{A9E2BECC-6114-4047-8A53-186DAAE076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which form the </a:t>
          </a:r>
          <a:r>
            <a:rPr lang="en-US" i="1"/>
            <a:t>leaves </a:t>
          </a:r>
          <a:r>
            <a:rPr lang="en-US"/>
            <a:t>of the merkle tree</a:t>
          </a:r>
          <a:endParaRPr lang="tr-TR"/>
        </a:p>
      </dgm:t>
    </dgm:pt>
    <dgm:pt modelId="{7BCAB726-CB0F-4CF7-8DA6-23DCA944B5F0}" type="parTrans" cxnId="{A0FA18DC-0039-4919-AD5D-D8B2804D2F69}">
      <dgm:prSet/>
      <dgm:spPr/>
      <dgm:t>
        <a:bodyPr/>
        <a:lstStyle/>
        <a:p>
          <a:endParaRPr lang="tr-TR"/>
        </a:p>
      </dgm:t>
    </dgm:pt>
    <dgm:pt modelId="{E6388725-0A81-4508-BB14-9A50A792289B}" type="sibTrans" cxnId="{A0FA18DC-0039-4919-AD5D-D8B2804D2F69}">
      <dgm:prSet/>
      <dgm:spPr/>
      <dgm:t>
        <a:bodyPr/>
        <a:lstStyle/>
        <a:p>
          <a:endParaRPr lang="tr-TR"/>
        </a:p>
      </dgm:t>
    </dgm:pt>
    <dgm:pt modelId="{872E4468-4C3C-4219-8C95-4BFD9EF64CC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Transaction</a:t>
          </a:r>
          <a:r>
            <a:rPr lang="tr-TR" dirty="0"/>
            <a:t> </a:t>
          </a:r>
          <a:r>
            <a:rPr lang="tr-TR" dirty="0" err="1"/>
            <a:t>Hash</a:t>
          </a:r>
          <a:endParaRPr lang="tr-TR" dirty="0"/>
        </a:p>
      </dgm:t>
    </dgm:pt>
    <dgm:pt modelId="{A553B64D-B922-4A59-8018-7813CB539631}" type="parTrans" cxnId="{A0FD47A7-C1D6-48FD-BA23-3525FDAD5205}">
      <dgm:prSet/>
      <dgm:spPr/>
      <dgm:t>
        <a:bodyPr/>
        <a:lstStyle/>
        <a:p>
          <a:endParaRPr lang="tr-TR"/>
        </a:p>
      </dgm:t>
    </dgm:pt>
    <dgm:pt modelId="{D2705895-FFB5-4FF0-ACE2-66E388C0EC9C}" type="sibTrans" cxnId="{A0FD47A7-C1D6-48FD-BA23-3525FDAD5205}">
      <dgm:prSet/>
      <dgm:spPr/>
      <dgm:t>
        <a:bodyPr/>
        <a:lstStyle/>
        <a:p>
          <a:endParaRPr lang="tr-TR"/>
        </a:p>
      </dgm:t>
    </dgm:pt>
    <dgm:pt modelId="{A77DB607-4142-489D-B199-4BDF814014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transactions are</a:t>
          </a:r>
          <a:endParaRPr lang="tr-TR" dirty="0"/>
        </a:p>
      </dgm:t>
    </dgm:pt>
    <dgm:pt modelId="{DE9C568F-9D68-48EB-B404-F6ECD5300D6B}" type="parTrans" cxnId="{E6A6E71F-6749-4A81-BA75-C700F3F80289}">
      <dgm:prSet/>
      <dgm:spPr/>
      <dgm:t>
        <a:bodyPr/>
        <a:lstStyle/>
        <a:p>
          <a:endParaRPr lang="tr-TR"/>
        </a:p>
      </dgm:t>
    </dgm:pt>
    <dgm:pt modelId="{893F3DEF-3230-45FB-862B-E06665C66310}" type="sibTrans" cxnId="{E6A6E71F-6749-4A81-BA75-C700F3F80289}">
      <dgm:prSet/>
      <dgm:spPr/>
      <dgm:t>
        <a:bodyPr/>
        <a:lstStyle/>
        <a:p>
          <a:endParaRPr lang="tr-TR"/>
        </a:p>
      </dgm:t>
    </dgm:pt>
    <dgm:pt modelId="{E479449E-C011-4D25-8124-0187818FA7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not</a:t>
          </a:r>
          <a:r>
            <a:rPr lang="en-US" dirty="0"/>
            <a:t> stored in the </a:t>
          </a:r>
          <a:r>
            <a:rPr lang="en-US" dirty="0" err="1"/>
            <a:t>merkle</a:t>
          </a:r>
          <a:r>
            <a:rPr lang="en-US" dirty="0"/>
            <a:t> tree</a:t>
          </a:r>
          <a:endParaRPr lang="tr-TR" dirty="0"/>
        </a:p>
      </dgm:t>
    </dgm:pt>
    <dgm:pt modelId="{19B0C730-6539-47E9-9104-5DCD068FEB39}" type="parTrans" cxnId="{5952A3D1-B1EE-4BF1-AB6A-3A171E322B51}">
      <dgm:prSet/>
      <dgm:spPr/>
      <dgm:t>
        <a:bodyPr/>
        <a:lstStyle/>
        <a:p>
          <a:endParaRPr lang="tr-TR"/>
        </a:p>
      </dgm:t>
    </dgm:pt>
    <dgm:pt modelId="{965E9699-F247-4E9D-9413-B23207BD372C}" type="sibTrans" cxnId="{5952A3D1-B1EE-4BF1-AB6A-3A171E322B51}">
      <dgm:prSet/>
      <dgm:spPr/>
      <dgm:t>
        <a:bodyPr/>
        <a:lstStyle/>
        <a:p>
          <a:endParaRPr lang="tr-TR"/>
        </a:p>
      </dgm:t>
    </dgm:pt>
    <dgm:pt modelId="{D57EEFEA-D1E8-4C5C-B197-A2EC37B625F4}" type="pres">
      <dgm:prSet presAssocID="{9C1343D3-9499-4637-B8C8-425C8098704B}" presName="root" presStyleCnt="0">
        <dgm:presLayoutVars>
          <dgm:dir/>
          <dgm:resizeHandles val="exact"/>
        </dgm:presLayoutVars>
      </dgm:prSet>
      <dgm:spPr/>
    </dgm:pt>
    <dgm:pt modelId="{B5FE3443-BEB6-4F6E-AA94-B0FC528B1DC9}" type="pres">
      <dgm:prSet presAssocID="{B09D1A8E-0F91-4DF3-8F56-0094BF8E68E8}" presName="compNode" presStyleCnt="0"/>
      <dgm:spPr/>
    </dgm:pt>
    <dgm:pt modelId="{BA533113-F417-4649-9177-79C008310AF6}" type="pres">
      <dgm:prSet presAssocID="{B09D1A8E-0F91-4DF3-8F56-0094BF8E68E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1CB922FE-8888-4172-BBCB-4A51D9D34ACE}" type="pres">
      <dgm:prSet presAssocID="{B09D1A8E-0F91-4DF3-8F56-0094BF8E68E8}" presName="iconSpace" presStyleCnt="0"/>
      <dgm:spPr/>
    </dgm:pt>
    <dgm:pt modelId="{22B3B18F-D27A-4693-AFFC-32D6A77C3002}" type="pres">
      <dgm:prSet presAssocID="{B09D1A8E-0F91-4DF3-8F56-0094BF8E68E8}" presName="parTx" presStyleLbl="revTx" presStyleIdx="0" presStyleCnt="4">
        <dgm:presLayoutVars>
          <dgm:chMax val="0"/>
          <dgm:chPref val="0"/>
        </dgm:presLayoutVars>
      </dgm:prSet>
      <dgm:spPr/>
    </dgm:pt>
    <dgm:pt modelId="{25F68111-157D-4328-ACFE-381978B8DDAD}" type="pres">
      <dgm:prSet presAssocID="{B09D1A8E-0F91-4DF3-8F56-0094BF8E68E8}" presName="txSpace" presStyleCnt="0"/>
      <dgm:spPr/>
    </dgm:pt>
    <dgm:pt modelId="{9E5CB8AD-9B5C-4D41-82D3-2BA6B7BEE255}" type="pres">
      <dgm:prSet presAssocID="{B09D1A8E-0F91-4DF3-8F56-0094BF8E68E8}" presName="desTx" presStyleLbl="revTx" presStyleIdx="1" presStyleCnt="4">
        <dgm:presLayoutVars/>
      </dgm:prSet>
      <dgm:spPr/>
    </dgm:pt>
    <dgm:pt modelId="{736B9F72-59A7-4909-B284-1EC44547A2CB}" type="pres">
      <dgm:prSet presAssocID="{CD7A9DF6-52BE-474E-B7D2-3D120B707090}" presName="sibTrans" presStyleCnt="0"/>
      <dgm:spPr/>
    </dgm:pt>
    <dgm:pt modelId="{917CB7F9-3748-45B8-8DFF-DE95FD0EA5E2}" type="pres">
      <dgm:prSet presAssocID="{872E4468-4C3C-4219-8C95-4BFD9EF64CC0}" presName="compNode" presStyleCnt="0"/>
      <dgm:spPr/>
    </dgm:pt>
    <dgm:pt modelId="{53B7DD27-5371-4445-B72A-C86A21ACB3FC}" type="pres">
      <dgm:prSet presAssocID="{872E4468-4C3C-4219-8C95-4BFD9EF64CC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urt"/>
        </a:ext>
      </dgm:extLst>
    </dgm:pt>
    <dgm:pt modelId="{0DD294E0-AF66-4B14-8C93-F351127B8FAF}" type="pres">
      <dgm:prSet presAssocID="{872E4468-4C3C-4219-8C95-4BFD9EF64CC0}" presName="iconSpace" presStyleCnt="0"/>
      <dgm:spPr/>
    </dgm:pt>
    <dgm:pt modelId="{104976E3-7349-41B2-9037-28F3376DDC8F}" type="pres">
      <dgm:prSet presAssocID="{872E4468-4C3C-4219-8C95-4BFD9EF64CC0}" presName="parTx" presStyleLbl="revTx" presStyleIdx="2" presStyleCnt="4">
        <dgm:presLayoutVars>
          <dgm:chMax val="0"/>
          <dgm:chPref val="0"/>
        </dgm:presLayoutVars>
      </dgm:prSet>
      <dgm:spPr/>
    </dgm:pt>
    <dgm:pt modelId="{26FDB0DC-88F2-40E1-8CBD-B770C9F01B6D}" type="pres">
      <dgm:prSet presAssocID="{872E4468-4C3C-4219-8C95-4BFD9EF64CC0}" presName="txSpace" presStyleCnt="0"/>
      <dgm:spPr/>
    </dgm:pt>
    <dgm:pt modelId="{0E478C82-D27C-4F59-B985-A4D0C960F3A5}" type="pres">
      <dgm:prSet presAssocID="{872E4468-4C3C-4219-8C95-4BFD9EF64CC0}" presName="desTx" presStyleLbl="revTx" presStyleIdx="3" presStyleCnt="4">
        <dgm:presLayoutVars/>
      </dgm:prSet>
      <dgm:spPr/>
    </dgm:pt>
  </dgm:ptLst>
  <dgm:cxnLst>
    <dgm:cxn modelId="{DBCDB813-7710-4423-91B6-2E046822FA0E}" type="presOf" srcId="{21402406-7AD5-43CD-991A-5D43A12DA300}" destId="{9E5CB8AD-9B5C-4D41-82D3-2BA6B7BEE255}" srcOrd="0" destOrd="0" presId="urn:microsoft.com/office/officeart/2018/5/layout/CenteredIconLabelDescriptionList"/>
    <dgm:cxn modelId="{E6A6E71F-6749-4A81-BA75-C700F3F80289}" srcId="{872E4468-4C3C-4219-8C95-4BFD9EF64CC0}" destId="{A77DB607-4142-489D-B199-4BDF814014BD}" srcOrd="0" destOrd="0" parTransId="{DE9C568F-9D68-48EB-B404-F6ECD5300D6B}" sibTransId="{893F3DEF-3230-45FB-862B-E06665C66310}"/>
    <dgm:cxn modelId="{82E2E642-A705-4D4F-88EE-B9785C4BCF68}" srcId="{B09D1A8E-0F91-4DF3-8F56-0094BF8E68E8}" destId="{21402406-7AD5-43CD-991A-5D43A12DA300}" srcOrd="0" destOrd="0" parTransId="{DA205774-BE4C-4D81-ADD1-32F6894F3841}" sibTransId="{CD4468E6-2534-4511-BA76-E432E91F6125}"/>
    <dgm:cxn modelId="{845D594F-22B2-4565-9710-A76D12200D7A}" type="presOf" srcId="{A77DB607-4142-489D-B199-4BDF814014BD}" destId="{0E478C82-D27C-4F59-B985-A4D0C960F3A5}" srcOrd="0" destOrd="0" presId="urn:microsoft.com/office/officeart/2018/5/layout/CenteredIconLabelDescriptionList"/>
    <dgm:cxn modelId="{1E96D59B-964B-45BF-B7FB-1CAEA251C3D0}" type="presOf" srcId="{B09D1A8E-0F91-4DF3-8F56-0094BF8E68E8}" destId="{22B3B18F-D27A-4693-AFFC-32D6A77C3002}" srcOrd="0" destOrd="0" presId="urn:microsoft.com/office/officeart/2018/5/layout/CenteredIconLabelDescriptionList"/>
    <dgm:cxn modelId="{A0FD47A7-C1D6-48FD-BA23-3525FDAD5205}" srcId="{9C1343D3-9499-4637-B8C8-425C8098704B}" destId="{872E4468-4C3C-4219-8C95-4BFD9EF64CC0}" srcOrd="1" destOrd="0" parTransId="{A553B64D-B922-4A59-8018-7813CB539631}" sibTransId="{D2705895-FFB5-4FF0-ACE2-66E388C0EC9C}"/>
    <dgm:cxn modelId="{792633B4-A6D5-45B3-A0DB-4DC0B4257926}" type="presOf" srcId="{A9E2BECC-6114-4047-8A53-186DAAE0767F}" destId="{9E5CB8AD-9B5C-4D41-82D3-2BA6B7BEE255}" srcOrd="0" destOrd="1" presId="urn:microsoft.com/office/officeart/2018/5/layout/CenteredIconLabelDescriptionList"/>
    <dgm:cxn modelId="{4D41E1C6-BBD1-4B41-9AD5-7DDFA4C15968}" type="presOf" srcId="{E479449E-C011-4D25-8124-0187818FA759}" destId="{0E478C82-D27C-4F59-B985-A4D0C960F3A5}" srcOrd="0" destOrd="1" presId="urn:microsoft.com/office/officeart/2018/5/layout/CenteredIconLabelDescriptionList"/>
    <dgm:cxn modelId="{389A82CE-A94A-44ED-87A6-6E4C5E4ED3F1}" type="presOf" srcId="{9C1343D3-9499-4637-B8C8-425C8098704B}" destId="{D57EEFEA-D1E8-4C5C-B197-A2EC37B625F4}" srcOrd="0" destOrd="0" presId="urn:microsoft.com/office/officeart/2018/5/layout/CenteredIconLabelDescriptionList"/>
    <dgm:cxn modelId="{5952A3D1-B1EE-4BF1-AB6A-3A171E322B51}" srcId="{872E4468-4C3C-4219-8C95-4BFD9EF64CC0}" destId="{E479449E-C011-4D25-8124-0187818FA759}" srcOrd="1" destOrd="0" parTransId="{19B0C730-6539-47E9-9104-5DCD068FEB39}" sibTransId="{965E9699-F247-4E9D-9413-B23207BD372C}"/>
    <dgm:cxn modelId="{A0FA18DC-0039-4919-AD5D-D8B2804D2F69}" srcId="{B09D1A8E-0F91-4DF3-8F56-0094BF8E68E8}" destId="{A9E2BECC-6114-4047-8A53-186DAAE0767F}" srcOrd="1" destOrd="0" parTransId="{7BCAB726-CB0F-4CF7-8DA6-23DCA944B5F0}" sibTransId="{E6388725-0A81-4508-BB14-9A50A792289B}"/>
    <dgm:cxn modelId="{1502B8E0-EDE1-4841-8F49-310BDB4C4C5C}" srcId="{9C1343D3-9499-4637-B8C8-425C8098704B}" destId="{B09D1A8E-0F91-4DF3-8F56-0094BF8E68E8}" srcOrd="0" destOrd="0" parTransId="{E972B969-C835-411E-BE21-481D98CE27DE}" sibTransId="{CD7A9DF6-52BE-474E-B7D2-3D120B707090}"/>
    <dgm:cxn modelId="{4CA854F8-37F4-4535-B33F-EDF3B79A34FA}" type="presOf" srcId="{872E4468-4C3C-4219-8C95-4BFD9EF64CC0}" destId="{104976E3-7349-41B2-9037-28F3376DDC8F}" srcOrd="0" destOrd="0" presId="urn:microsoft.com/office/officeart/2018/5/layout/CenteredIconLabelDescriptionList"/>
    <dgm:cxn modelId="{DBD77012-C355-417D-9B3B-954AFE2A1238}" type="presParOf" srcId="{D57EEFEA-D1E8-4C5C-B197-A2EC37B625F4}" destId="{B5FE3443-BEB6-4F6E-AA94-B0FC528B1DC9}" srcOrd="0" destOrd="0" presId="urn:microsoft.com/office/officeart/2018/5/layout/CenteredIconLabelDescriptionList"/>
    <dgm:cxn modelId="{0455C81D-78FF-451C-BE3D-2F4FED80E679}" type="presParOf" srcId="{B5FE3443-BEB6-4F6E-AA94-B0FC528B1DC9}" destId="{BA533113-F417-4649-9177-79C008310AF6}" srcOrd="0" destOrd="0" presId="urn:microsoft.com/office/officeart/2018/5/layout/CenteredIconLabelDescriptionList"/>
    <dgm:cxn modelId="{15E310FA-67A3-4E49-8280-87E479FB5B5A}" type="presParOf" srcId="{B5FE3443-BEB6-4F6E-AA94-B0FC528B1DC9}" destId="{1CB922FE-8888-4172-BBCB-4A51D9D34ACE}" srcOrd="1" destOrd="0" presId="urn:microsoft.com/office/officeart/2018/5/layout/CenteredIconLabelDescriptionList"/>
    <dgm:cxn modelId="{CEC36410-AED2-4DC8-916E-21A3721F532F}" type="presParOf" srcId="{B5FE3443-BEB6-4F6E-AA94-B0FC528B1DC9}" destId="{22B3B18F-D27A-4693-AFFC-32D6A77C3002}" srcOrd="2" destOrd="0" presId="urn:microsoft.com/office/officeart/2018/5/layout/CenteredIconLabelDescriptionList"/>
    <dgm:cxn modelId="{DEFC9379-8D16-448F-818B-34574175FA32}" type="presParOf" srcId="{B5FE3443-BEB6-4F6E-AA94-B0FC528B1DC9}" destId="{25F68111-157D-4328-ACFE-381978B8DDAD}" srcOrd="3" destOrd="0" presId="urn:microsoft.com/office/officeart/2018/5/layout/CenteredIconLabelDescriptionList"/>
    <dgm:cxn modelId="{6A70BC3D-7CD0-4BC5-8382-568846789820}" type="presParOf" srcId="{B5FE3443-BEB6-4F6E-AA94-B0FC528B1DC9}" destId="{9E5CB8AD-9B5C-4D41-82D3-2BA6B7BEE255}" srcOrd="4" destOrd="0" presId="urn:microsoft.com/office/officeart/2018/5/layout/CenteredIconLabelDescriptionList"/>
    <dgm:cxn modelId="{3380D66B-0B10-4AF2-9D41-903E3355CD5A}" type="presParOf" srcId="{D57EEFEA-D1E8-4C5C-B197-A2EC37B625F4}" destId="{736B9F72-59A7-4909-B284-1EC44547A2CB}" srcOrd="1" destOrd="0" presId="urn:microsoft.com/office/officeart/2018/5/layout/CenteredIconLabelDescriptionList"/>
    <dgm:cxn modelId="{C105DDF4-0F24-400D-8530-A478BE17BADB}" type="presParOf" srcId="{D57EEFEA-D1E8-4C5C-B197-A2EC37B625F4}" destId="{917CB7F9-3748-45B8-8DFF-DE95FD0EA5E2}" srcOrd="2" destOrd="0" presId="urn:microsoft.com/office/officeart/2018/5/layout/CenteredIconLabelDescriptionList"/>
    <dgm:cxn modelId="{1033B624-D5BE-485F-AEDD-9500DCA837C7}" type="presParOf" srcId="{917CB7F9-3748-45B8-8DFF-DE95FD0EA5E2}" destId="{53B7DD27-5371-4445-B72A-C86A21ACB3FC}" srcOrd="0" destOrd="0" presId="urn:microsoft.com/office/officeart/2018/5/layout/CenteredIconLabelDescriptionList"/>
    <dgm:cxn modelId="{4CFDBCC3-1195-48E0-A6C9-AD6666564C2A}" type="presParOf" srcId="{917CB7F9-3748-45B8-8DFF-DE95FD0EA5E2}" destId="{0DD294E0-AF66-4B14-8C93-F351127B8FAF}" srcOrd="1" destOrd="0" presId="urn:microsoft.com/office/officeart/2018/5/layout/CenteredIconLabelDescriptionList"/>
    <dgm:cxn modelId="{1CDBFBDF-9743-4EF7-A51B-59AC29D8C999}" type="presParOf" srcId="{917CB7F9-3748-45B8-8DFF-DE95FD0EA5E2}" destId="{104976E3-7349-41B2-9037-28F3376DDC8F}" srcOrd="2" destOrd="0" presId="urn:microsoft.com/office/officeart/2018/5/layout/CenteredIconLabelDescriptionList"/>
    <dgm:cxn modelId="{9684E51C-CAAF-4875-84B1-A8B0F66C2359}" type="presParOf" srcId="{917CB7F9-3748-45B8-8DFF-DE95FD0EA5E2}" destId="{26FDB0DC-88F2-40E1-8CBD-B770C9F01B6D}" srcOrd="3" destOrd="0" presId="urn:microsoft.com/office/officeart/2018/5/layout/CenteredIconLabelDescriptionList"/>
    <dgm:cxn modelId="{BE50EC0B-8FA5-4699-82C9-ABD0A6339AE9}" type="presParOf" srcId="{917CB7F9-3748-45B8-8DFF-DE95FD0EA5E2}" destId="{0E478C82-D27C-4F59-B985-A4D0C960F3A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9C1343D3-9499-4637-B8C8-425C8098704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7BDA9E37-7696-4740-935C-B7F61B6DFEB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Hashing</a:t>
          </a:r>
        </a:p>
      </dgm:t>
    </dgm:pt>
    <dgm:pt modelId="{A6336A4B-EB1C-4D00-9FE1-546383D9E8DC}" type="parTrans" cxnId="{CB1A22AF-9B34-410B-822E-B89D66C97C29}">
      <dgm:prSet/>
      <dgm:spPr/>
      <dgm:t>
        <a:bodyPr/>
        <a:lstStyle/>
        <a:p>
          <a:endParaRPr lang="tr-TR"/>
        </a:p>
      </dgm:t>
    </dgm:pt>
    <dgm:pt modelId="{20E4C882-F28A-40F7-A20F-2E7716EADB9B}" type="sibTrans" cxnId="{CB1A22AF-9B34-410B-822E-B89D66C97C29}">
      <dgm:prSet/>
      <dgm:spPr/>
      <dgm:t>
        <a:bodyPr/>
        <a:lstStyle/>
        <a:p>
          <a:endParaRPr lang="tr-TR"/>
        </a:p>
      </dgm:t>
    </dgm:pt>
    <dgm:pt modelId="{EFDA3665-395C-422E-A8AD-708BF46595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resulting hash is stored in</a:t>
          </a:r>
          <a:endParaRPr lang="tr-TR"/>
        </a:p>
      </dgm:t>
    </dgm:pt>
    <dgm:pt modelId="{E06B8EAC-406A-4B8D-AF1E-91D589EE2F02}" type="parTrans" cxnId="{A742ACBB-9935-46D4-A1F2-5EF48637E4AA}">
      <dgm:prSet/>
      <dgm:spPr/>
      <dgm:t>
        <a:bodyPr/>
        <a:lstStyle/>
        <a:p>
          <a:endParaRPr lang="tr-TR"/>
        </a:p>
      </dgm:t>
    </dgm:pt>
    <dgm:pt modelId="{44DE6778-27AF-467A-86FB-873A2A760824}" type="sibTrans" cxnId="{A742ACBB-9935-46D4-A1F2-5EF48637E4AA}">
      <dgm:prSet/>
      <dgm:spPr/>
      <dgm:t>
        <a:bodyPr/>
        <a:lstStyle/>
        <a:p>
          <a:endParaRPr lang="tr-TR"/>
        </a:p>
      </dgm:t>
    </dgm:pt>
    <dgm:pt modelId="{6579AAE2-F4E9-423E-ACC6-B9784CB5FDF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</a:t>
          </a:r>
          <a:r>
            <a:rPr lang="tr-TR" baseline="-25000"/>
            <a:t>A</a:t>
          </a:r>
          <a:r>
            <a:rPr lang="tr-TR"/>
            <a:t> =</a:t>
          </a:r>
        </a:p>
      </dgm:t>
    </dgm:pt>
    <dgm:pt modelId="{5FF6C0C2-7570-4EBE-858C-B2F06C7D9E5D}" type="parTrans" cxnId="{98742521-3B92-45E8-86FB-D69A5BCC8822}">
      <dgm:prSet/>
      <dgm:spPr/>
      <dgm:t>
        <a:bodyPr/>
        <a:lstStyle/>
        <a:p>
          <a:endParaRPr lang="tr-TR"/>
        </a:p>
      </dgm:t>
    </dgm:pt>
    <dgm:pt modelId="{55798C4E-5B0A-4522-80C5-EC8ECBD78E9F}" type="sibTrans" cxnId="{98742521-3B92-45E8-86FB-D69A5BCC8822}">
      <dgm:prSet/>
      <dgm:spPr/>
      <dgm:t>
        <a:bodyPr/>
        <a:lstStyle/>
        <a:p>
          <a:endParaRPr lang="tr-TR"/>
        </a:p>
      </dgm:t>
    </dgm:pt>
    <dgm:pt modelId="{2BD4DAE2-3D55-4F80-B2CA-FC9139ADFE6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SHA256(SHA256(Transaction A))</a:t>
          </a:r>
        </a:p>
      </dgm:t>
    </dgm:pt>
    <dgm:pt modelId="{265E4930-25D3-4E86-8983-FD80D010EEE1}" type="parTrans" cxnId="{96B652BA-99DB-4251-BDE8-E21A75E1AA34}">
      <dgm:prSet/>
      <dgm:spPr/>
      <dgm:t>
        <a:bodyPr/>
        <a:lstStyle/>
        <a:p>
          <a:endParaRPr lang="tr-TR"/>
        </a:p>
      </dgm:t>
    </dgm:pt>
    <dgm:pt modelId="{6DCC6AA6-4F3D-4D6C-8C7B-A4EBBA0E464D}" type="sibTrans" cxnId="{96B652BA-99DB-4251-BDE8-E21A75E1AA34}">
      <dgm:prSet/>
      <dgm:spPr/>
      <dgm:t>
        <a:bodyPr/>
        <a:lstStyle/>
        <a:p>
          <a:endParaRPr lang="tr-TR"/>
        </a:p>
      </dgm:t>
    </dgm:pt>
    <dgm:pt modelId="{37A7D437-D91F-4E36-A380-D247A45034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each leaf node</a:t>
          </a:r>
          <a:endParaRPr lang="tr-TR"/>
        </a:p>
      </dgm:t>
    </dgm:pt>
    <dgm:pt modelId="{B9CAD7D9-C5C6-4E5A-B704-5EED5DD68346}" type="parTrans" cxnId="{4F7C1D9D-107F-43EE-8F4E-F807E152C354}">
      <dgm:prSet/>
      <dgm:spPr/>
      <dgm:t>
        <a:bodyPr/>
        <a:lstStyle/>
        <a:p>
          <a:endParaRPr lang="tr-TR"/>
        </a:p>
      </dgm:t>
    </dgm:pt>
    <dgm:pt modelId="{2BED4FEF-F683-404C-882B-18FC1193EF29}" type="sibTrans" cxnId="{4F7C1D9D-107F-43EE-8F4E-F807E152C354}">
      <dgm:prSet/>
      <dgm:spPr/>
      <dgm:t>
        <a:bodyPr/>
        <a:lstStyle/>
        <a:p>
          <a:endParaRPr lang="tr-TR"/>
        </a:p>
      </dgm:t>
    </dgm:pt>
    <dgm:pt modelId="{8D36607C-44E6-4515-B75D-02B6BA1BCA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as</a:t>
          </a:r>
          <a:endParaRPr lang="tr-TR"/>
        </a:p>
      </dgm:t>
    </dgm:pt>
    <dgm:pt modelId="{A3D615D7-E785-416B-BC63-913CC1E86AAC}" type="parTrans" cxnId="{6A20374A-54F4-4FB2-BFE8-C40330283279}">
      <dgm:prSet/>
      <dgm:spPr/>
      <dgm:t>
        <a:bodyPr/>
        <a:lstStyle/>
        <a:p>
          <a:endParaRPr lang="tr-TR"/>
        </a:p>
      </dgm:t>
    </dgm:pt>
    <dgm:pt modelId="{60AA93F1-B7AC-4E68-8986-0A2DB674C63F}" type="sibTrans" cxnId="{6A20374A-54F4-4FB2-BFE8-C40330283279}">
      <dgm:prSet/>
      <dgm:spPr/>
      <dgm:t>
        <a:bodyPr/>
        <a:lstStyle/>
        <a:p>
          <a:endParaRPr lang="tr-TR"/>
        </a:p>
      </dgm:t>
    </dgm:pt>
    <dgm:pt modelId="{91649391-113A-4D48-8230-2CF18DCF1DE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</a:t>
          </a:r>
          <a:r>
            <a:rPr lang="en-US" baseline="-25000" dirty="0"/>
            <a:t>A</a:t>
          </a:r>
          <a:r>
            <a:rPr lang="en-US" dirty="0"/>
            <a:t> </a:t>
          </a:r>
          <a:endParaRPr lang="tr-TR" dirty="0"/>
        </a:p>
      </dgm:t>
    </dgm:pt>
    <dgm:pt modelId="{1567B034-7722-4250-AC70-9BCDF6DD2A38}" type="parTrans" cxnId="{0DD4CF07-0E75-4883-B3BB-5BBF414DBF0E}">
      <dgm:prSet/>
      <dgm:spPr/>
      <dgm:t>
        <a:bodyPr/>
        <a:lstStyle/>
        <a:p>
          <a:endParaRPr lang="tr-TR"/>
        </a:p>
      </dgm:t>
    </dgm:pt>
    <dgm:pt modelId="{15FE8A70-EF19-452A-AE72-6E3E82C40DD9}" type="sibTrans" cxnId="{0DD4CF07-0E75-4883-B3BB-5BBF414DBF0E}">
      <dgm:prSet/>
      <dgm:spPr/>
      <dgm:t>
        <a:bodyPr/>
        <a:lstStyle/>
        <a:p>
          <a:endParaRPr lang="tr-TR"/>
        </a:p>
      </dgm:t>
    </dgm:pt>
    <dgm:pt modelId="{A153E005-D315-478F-9C2E-5A175024F0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</a:t>
          </a:r>
          <a:r>
            <a:rPr lang="en-US" baseline="-25000" dirty="0"/>
            <a:t>B</a:t>
          </a:r>
          <a:endParaRPr lang="tr-TR" dirty="0"/>
        </a:p>
      </dgm:t>
    </dgm:pt>
    <dgm:pt modelId="{FCF7FD9A-859A-4E18-91C1-74CFBEC9487A}" type="parTrans" cxnId="{6749F563-E427-47FB-8649-71356610108B}">
      <dgm:prSet/>
      <dgm:spPr/>
      <dgm:t>
        <a:bodyPr/>
        <a:lstStyle/>
        <a:p>
          <a:endParaRPr lang="tr-TR"/>
        </a:p>
      </dgm:t>
    </dgm:pt>
    <dgm:pt modelId="{206B1FD2-66C6-4B42-AC4F-22FAA5020B93}" type="sibTrans" cxnId="{6749F563-E427-47FB-8649-71356610108B}">
      <dgm:prSet/>
      <dgm:spPr/>
      <dgm:t>
        <a:bodyPr/>
        <a:lstStyle/>
        <a:p>
          <a:endParaRPr lang="tr-TR"/>
        </a:p>
      </dgm:t>
    </dgm:pt>
    <dgm:pt modelId="{40EBA745-C27B-48DE-869A-108F4EACE6B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</a:t>
          </a:r>
          <a:r>
            <a:rPr lang="en-US" baseline="-25000" dirty="0"/>
            <a:t>C</a:t>
          </a:r>
          <a:r>
            <a:rPr lang="en-US" dirty="0"/>
            <a:t> </a:t>
          </a:r>
          <a:endParaRPr lang="tr-TR" dirty="0"/>
        </a:p>
      </dgm:t>
    </dgm:pt>
    <dgm:pt modelId="{3215BE15-7019-4380-8FB8-EA731F11C18B}" type="parTrans" cxnId="{0AE61644-94E6-4AC4-8DEF-9BCB713B09B8}">
      <dgm:prSet/>
      <dgm:spPr/>
      <dgm:t>
        <a:bodyPr/>
        <a:lstStyle/>
        <a:p>
          <a:endParaRPr lang="tr-TR"/>
        </a:p>
      </dgm:t>
    </dgm:pt>
    <dgm:pt modelId="{2252946E-9233-44E6-A068-388B4F581FEC}" type="sibTrans" cxnId="{0AE61644-94E6-4AC4-8DEF-9BCB713B09B8}">
      <dgm:prSet/>
      <dgm:spPr/>
      <dgm:t>
        <a:bodyPr/>
        <a:lstStyle/>
        <a:p>
          <a:endParaRPr lang="tr-TR"/>
        </a:p>
      </dgm:t>
    </dgm:pt>
    <dgm:pt modelId="{2DA24EF2-5BBF-4671-9DDA-F6B816F104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</a:t>
          </a:r>
          <a:r>
            <a:rPr lang="en-US" baseline="-25000" dirty="0"/>
            <a:t>D</a:t>
          </a:r>
          <a:endParaRPr lang="tr-TR" dirty="0"/>
        </a:p>
      </dgm:t>
    </dgm:pt>
    <dgm:pt modelId="{118CFD95-59DF-41C1-949A-562290A1883B}" type="parTrans" cxnId="{457E6A27-DF1F-4158-BC3E-6B2B14AF5DDF}">
      <dgm:prSet/>
      <dgm:spPr/>
      <dgm:t>
        <a:bodyPr/>
        <a:lstStyle/>
        <a:p>
          <a:endParaRPr lang="tr-TR"/>
        </a:p>
      </dgm:t>
    </dgm:pt>
    <dgm:pt modelId="{A889D74F-D1F0-4E97-B350-9676F0567C8C}" type="sibTrans" cxnId="{457E6A27-DF1F-4158-BC3E-6B2B14AF5DDF}">
      <dgm:prSet/>
      <dgm:spPr/>
      <dgm:t>
        <a:bodyPr/>
        <a:lstStyle/>
        <a:p>
          <a:endParaRPr lang="tr-TR"/>
        </a:p>
      </dgm:t>
    </dgm:pt>
    <dgm:pt modelId="{D57EEFEA-D1E8-4C5C-B197-A2EC37B625F4}" type="pres">
      <dgm:prSet presAssocID="{9C1343D3-9499-4637-B8C8-425C8098704B}" presName="root" presStyleCnt="0">
        <dgm:presLayoutVars>
          <dgm:dir/>
          <dgm:resizeHandles val="exact"/>
        </dgm:presLayoutVars>
      </dgm:prSet>
      <dgm:spPr/>
    </dgm:pt>
    <dgm:pt modelId="{E5357323-9596-4058-967B-C7444B5C2E98}" type="pres">
      <dgm:prSet presAssocID="{7BDA9E37-7696-4740-935C-B7F61B6DFEBF}" presName="compNode" presStyleCnt="0"/>
      <dgm:spPr/>
    </dgm:pt>
    <dgm:pt modelId="{5839C6B9-C9A6-4E8B-AC90-C1CF27BCA2F5}" type="pres">
      <dgm:prSet presAssocID="{7BDA9E37-7696-4740-935C-B7F61B6DFEB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22246EDB-2534-49BB-A355-35A2A86374F2}" type="pres">
      <dgm:prSet presAssocID="{7BDA9E37-7696-4740-935C-B7F61B6DFEBF}" presName="iconSpace" presStyleCnt="0"/>
      <dgm:spPr/>
    </dgm:pt>
    <dgm:pt modelId="{5D68B7CF-6890-4AA8-AFA3-EFDFD9BB287A}" type="pres">
      <dgm:prSet presAssocID="{7BDA9E37-7696-4740-935C-B7F61B6DFEBF}" presName="parTx" presStyleLbl="revTx" presStyleIdx="0" presStyleCnt="6">
        <dgm:presLayoutVars>
          <dgm:chMax val="0"/>
          <dgm:chPref val="0"/>
        </dgm:presLayoutVars>
      </dgm:prSet>
      <dgm:spPr/>
    </dgm:pt>
    <dgm:pt modelId="{9C8D5420-09B2-4AED-9697-62483890626C}" type="pres">
      <dgm:prSet presAssocID="{7BDA9E37-7696-4740-935C-B7F61B6DFEBF}" presName="txSpace" presStyleCnt="0"/>
      <dgm:spPr/>
    </dgm:pt>
    <dgm:pt modelId="{E9532630-64D2-4528-93B0-AF965FDCC99C}" type="pres">
      <dgm:prSet presAssocID="{7BDA9E37-7696-4740-935C-B7F61B6DFEBF}" presName="desTx" presStyleLbl="revTx" presStyleIdx="1" presStyleCnt="6">
        <dgm:presLayoutVars/>
      </dgm:prSet>
      <dgm:spPr/>
    </dgm:pt>
    <dgm:pt modelId="{C6F1069C-DFF3-4A15-8186-8B02997EE24B}" type="pres">
      <dgm:prSet presAssocID="{20E4C882-F28A-40F7-A20F-2E7716EADB9B}" presName="sibTrans" presStyleCnt="0"/>
      <dgm:spPr/>
    </dgm:pt>
    <dgm:pt modelId="{932E81C0-EFC5-4E3D-B0D3-65C6F5AB19CF}" type="pres">
      <dgm:prSet presAssocID="{8D36607C-44E6-4515-B75D-02B6BA1BCA87}" presName="compNode" presStyleCnt="0"/>
      <dgm:spPr/>
    </dgm:pt>
    <dgm:pt modelId="{C3BE6C85-89A7-4853-A914-C08842D0B14A}" type="pres">
      <dgm:prSet presAssocID="{8D36607C-44E6-4515-B75D-02B6BA1BCA8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F8898CD0-2BD1-460B-8FA8-7D828B028A44}" type="pres">
      <dgm:prSet presAssocID="{8D36607C-44E6-4515-B75D-02B6BA1BCA87}" presName="iconSpace" presStyleCnt="0"/>
      <dgm:spPr/>
    </dgm:pt>
    <dgm:pt modelId="{65E0FDCF-93AE-4CF2-A09A-D0F3A22D0697}" type="pres">
      <dgm:prSet presAssocID="{8D36607C-44E6-4515-B75D-02B6BA1BCA87}" presName="parTx" presStyleLbl="revTx" presStyleIdx="2" presStyleCnt="6">
        <dgm:presLayoutVars>
          <dgm:chMax val="0"/>
          <dgm:chPref val="0"/>
        </dgm:presLayoutVars>
      </dgm:prSet>
      <dgm:spPr/>
    </dgm:pt>
    <dgm:pt modelId="{96D4232D-1E49-49D0-B7EB-08799C40E4A7}" type="pres">
      <dgm:prSet presAssocID="{8D36607C-44E6-4515-B75D-02B6BA1BCA87}" presName="txSpace" presStyleCnt="0"/>
      <dgm:spPr/>
    </dgm:pt>
    <dgm:pt modelId="{9C6EE303-4FB8-4222-A379-E31A2C98595B}" type="pres">
      <dgm:prSet presAssocID="{8D36607C-44E6-4515-B75D-02B6BA1BCA87}" presName="desTx" presStyleLbl="revTx" presStyleIdx="3" presStyleCnt="6">
        <dgm:presLayoutVars/>
      </dgm:prSet>
      <dgm:spPr/>
    </dgm:pt>
    <dgm:pt modelId="{324B7EC6-16B4-4D0D-9E01-9A4E31D63A18}" type="pres">
      <dgm:prSet presAssocID="{60AA93F1-B7AC-4E68-8986-0A2DB674C63F}" presName="sibTrans" presStyleCnt="0"/>
      <dgm:spPr/>
    </dgm:pt>
    <dgm:pt modelId="{DDDCEF64-AF87-4AF9-B74F-5975F33B07A7}" type="pres">
      <dgm:prSet presAssocID="{6579AAE2-F4E9-423E-ACC6-B9784CB5FDFE}" presName="compNode" presStyleCnt="0"/>
      <dgm:spPr/>
    </dgm:pt>
    <dgm:pt modelId="{73AC6F2A-EF24-48E0-AB5D-C783E23EA3AF}" type="pres">
      <dgm:prSet presAssocID="{6579AAE2-F4E9-423E-ACC6-B9784CB5FDF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DDD2468D-943C-41B5-B436-8496D21A1ACD}" type="pres">
      <dgm:prSet presAssocID="{6579AAE2-F4E9-423E-ACC6-B9784CB5FDFE}" presName="iconSpace" presStyleCnt="0"/>
      <dgm:spPr/>
    </dgm:pt>
    <dgm:pt modelId="{B49C2A0E-2E97-48B5-AA25-C1FBE1BD9D84}" type="pres">
      <dgm:prSet presAssocID="{6579AAE2-F4E9-423E-ACC6-B9784CB5FDFE}" presName="parTx" presStyleLbl="revTx" presStyleIdx="4" presStyleCnt="6">
        <dgm:presLayoutVars>
          <dgm:chMax val="0"/>
          <dgm:chPref val="0"/>
        </dgm:presLayoutVars>
      </dgm:prSet>
      <dgm:spPr/>
    </dgm:pt>
    <dgm:pt modelId="{826879FC-3C5D-4A5B-9A2B-7AEFB76BA6D9}" type="pres">
      <dgm:prSet presAssocID="{6579AAE2-F4E9-423E-ACC6-B9784CB5FDFE}" presName="txSpace" presStyleCnt="0"/>
      <dgm:spPr/>
    </dgm:pt>
    <dgm:pt modelId="{D6A23CE9-8F6F-42A2-8E63-0FB4F0FF697F}" type="pres">
      <dgm:prSet presAssocID="{6579AAE2-F4E9-423E-ACC6-B9784CB5FDFE}" presName="desTx" presStyleLbl="revTx" presStyleIdx="5" presStyleCnt="6">
        <dgm:presLayoutVars/>
      </dgm:prSet>
      <dgm:spPr/>
    </dgm:pt>
  </dgm:ptLst>
  <dgm:cxnLst>
    <dgm:cxn modelId="{0DD4CF07-0E75-4883-B3BB-5BBF414DBF0E}" srcId="{8D36607C-44E6-4515-B75D-02B6BA1BCA87}" destId="{91649391-113A-4D48-8230-2CF18DCF1DE8}" srcOrd="0" destOrd="0" parTransId="{1567B034-7722-4250-AC70-9BCDF6DD2A38}" sibTransId="{15FE8A70-EF19-452A-AE72-6E3E82C40DD9}"/>
    <dgm:cxn modelId="{98742521-3B92-45E8-86FB-D69A5BCC8822}" srcId="{9C1343D3-9499-4637-B8C8-425C8098704B}" destId="{6579AAE2-F4E9-423E-ACC6-B9784CB5FDFE}" srcOrd="2" destOrd="0" parTransId="{5FF6C0C2-7570-4EBE-858C-B2F06C7D9E5D}" sibTransId="{55798C4E-5B0A-4522-80C5-EC8ECBD78E9F}"/>
    <dgm:cxn modelId="{457E6A27-DF1F-4158-BC3E-6B2B14AF5DDF}" srcId="{8D36607C-44E6-4515-B75D-02B6BA1BCA87}" destId="{2DA24EF2-5BBF-4671-9DDA-F6B816F10484}" srcOrd="3" destOrd="0" parTransId="{118CFD95-59DF-41C1-949A-562290A1883B}" sibTransId="{A889D74F-D1F0-4E97-B350-9676F0567C8C}"/>
    <dgm:cxn modelId="{15AB8839-FE26-4658-BF96-2850800EC29F}" type="presOf" srcId="{40EBA745-C27B-48DE-869A-108F4EACE6B8}" destId="{9C6EE303-4FB8-4222-A379-E31A2C98595B}" srcOrd="0" destOrd="2" presId="urn:microsoft.com/office/officeart/2018/5/layout/CenteredIconLabelDescriptionList"/>
    <dgm:cxn modelId="{6749F563-E427-47FB-8649-71356610108B}" srcId="{8D36607C-44E6-4515-B75D-02B6BA1BCA87}" destId="{A153E005-D315-478F-9C2E-5A175024F06B}" srcOrd="1" destOrd="0" parTransId="{FCF7FD9A-859A-4E18-91C1-74CFBEC9487A}" sibTransId="{206B1FD2-66C6-4B42-AC4F-22FAA5020B93}"/>
    <dgm:cxn modelId="{0AE61644-94E6-4AC4-8DEF-9BCB713B09B8}" srcId="{8D36607C-44E6-4515-B75D-02B6BA1BCA87}" destId="{40EBA745-C27B-48DE-869A-108F4EACE6B8}" srcOrd="2" destOrd="0" parTransId="{3215BE15-7019-4380-8FB8-EA731F11C18B}" sibTransId="{2252946E-9233-44E6-A068-388B4F581FEC}"/>
    <dgm:cxn modelId="{C6934147-8BD8-4137-AF27-2A28F63F79D8}" type="presOf" srcId="{2BD4DAE2-3D55-4F80-B2CA-FC9139ADFE6C}" destId="{D6A23CE9-8F6F-42A2-8E63-0FB4F0FF697F}" srcOrd="0" destOrd="0" presId="urn:microsoft.com/office/officeart/2018/5/layout/CenteredIconLabelDescriptionList"/>
    <dgm:cxn modelId="{799F3648-6580-40D6-9B1F-D98ED4E049C7}" type="presOf" srcId="{37A7D437-D91F-4E36-A380-D247A45034DC}" destId="{E9532630-64D2-4528-93B0-AF965FDCC99C}" srcOrd="0" destOrd="1" presId="urn:microsoft.com/office/officeart/2018/5/layout/CenteredIconLabelDescriptionList"/>
    <dgm:cxn modelId="{6A20374A-54F4-4FB2-BFE8-C40330283279}" srcId="{9C1343D3-9499-4637-B8C8-425C8098704B}" destId="{8D36607C-44E6-4515-B75D-02B6BA1BCA87}" srcOrd="1" destOrd="0" parTransId="{A3D615D7-E785-416B-BC63-913CC1E86AAC}" sibTransId="{60AA93F1-B7AC-4E68-8986-0A2DB674C63F}"/>
    <dgm:cxn modelId="{A19F7D58-EAF7-40FB-A6C9-9A62C7C6EB61}" type="presOf" srcId="{EFDA3665-395C-422E-A8AD-708BF4659545}" destId="{E9532630-64D2-4528-93B0-AF965FDCC99C}" srcOrd="0" destOrd="0" presId="urn:microsoft.com/office/officeart/2018/5/layout/CenteredIconLabelDescriptionList"/>
    <dgm:cxn modelId="{85691E8C-CC97-4FE2-B794-9A9DB2008B50}" type="presOf" srcId="{2DA24EF2-5BBF-4671-9DDA-F6B816F10484}" destId="{9C6EE303-4FB8-4222-A379-E31A2C98595B}" srcOrd="0" destOrd="3" presId="urn:microsoft.com/office/officeart/2018/5/layout/CenteredIconLabelDescriptionList"/>
    <dgm:cxn modelId="{2274D790-21E6-4D31-8F6C-732D95D4A926}" type="presOf" srcId="{A153E005-D315-478F-9C2E-5A175024F06B}" destId="{9C6EE303-4FB8-4222-A379-E31A2C98595B}" srcOrd="0" destOrd="1" presId="urn:microsoft.com/office/officeart/2018/5/layout/CenteredIconLabelDescriptionList"/>
    <dgm:cxn modelId="{4F7C1D9D-107F-43EE-8F4E-F807E152C354}" srcId="{7BDA9E37-7696-4740-935C-B7F61B6DFEBF}" destId="{37A7D437-D91F-4E36-A380-D247A45034DC}" srcOrd="1" destOrd="0" parTransId="{B9CAD7D9-C5C6-4E5A-B704-5EED5DD68346}" sibTransId="{2BED4FEF-F683-404C-882B-18FC1193EF29}"/>
    <dgm:cxn modelId="{CB1A22AF-9B34-410B-822E-B89D66C97C29}" srcId="{9C1343D3-9499-4637-B8C8-425C8098704B}" destId="{7BDA9E37-7696-4740-935C-B7F61B6DFEBF}" srcOrd="0" destOrd="0" parTransId="{A6336A4B-EB1C-4D00-9FE1-546383D9E8DC}" sibTransId="{20E4C882-F28A-40F7-A20F-2E7716EADB9B}"/>
    <dgm:cxn modelId="{96B652BA-99DB-4251-BDE8-E21A75E1AA34}" srcId="{6579AAE2-F4E9-423E-ACC6-B9784CB5FDFE}" destId="{2BD4DAE2-3D55-4F80-B2CA-FC9139ADFE6C}" srcOrd="0" destOrd="0" parTransId="{265E4930-25D3-4E86-8983-FD80D010EEE1}" sibTransId="{6DCC6AA6-4F3D-4D6C-8C7B-A4EBBA0E464D}"/>
    <dgm:cxn modelId="{9526CCBA-C9D6-493C-BD08-73CCD493D6D2}" type="presOf" srcId="{6579AAE2-F4E9-423E-ACC6-B9784CB5FDFE}" destId="{B49C2A0E-2E97-48B5-AA25-C1FBE1BD9D84}" srcOrd="0" destOrd="0" presId="urn:microsoft.com/office/officeart/2018/5/layout/CenteredIconLabelDescriptionList"/>
    <dgm:cxn modelId="{A742ACBB-9935-46D4-A1F2-5EF48637E4AA}" srcId="{7BDA9E37-7696-4740-935C-B7F61B6DFEBF}" destId="{EFDA3665-395C-422E-A8AD-708BF4659545}" srcOrd="0" destOrd="0" parTransId="{E06B8EAC-406A-4B8D-AF1E-91D589EE2F02}" sibTransId="{44DE6778-27AF-467A-86FB-873A2A760824}"/>
    <dgm:cxn modelId="{4EAAFEBB-7868-424C-B01A-8553D3F82883}" type="presOf" srcId="{91649391-113A-4D48-8230-2CF18DCF1DE8}" destId="{9C6EE303-4FB8-4222-A379-E31A2C98595B}" srcOrd="0" destOrd="0" presId="urn:microsoft.com/office/officeart/2018/5/layout/CenteredIconLabelDescriptionList"/>
    <dgm:cxn modelId="{488826C7-1CCE-4D35-89E9-BC50C2ED54B0}" type="presOf" srcId="{7BDA9E37-7696-4740-935C-B7F61B6DFEBF}" destId="{5D68B7CF-6890-4AA8-AFA3-EFDFD9BB287A}" srcOrd="0" destOrd="0" presId="urn:microsoft.com/office/officeart/2018/5/layout/CenteredIconLabelDescriptionList"/>
    <dgm:cxn modelId="{3F203CCE-6F62-492E-A1EC-12E48C83415A}" type="presOf" srcId="{8D36607C-44E6-4515-B75D-02B6BA1BCA87}" destId="{65E0FDCF-93AE-4CF2-A09A-D0F3A22D0697}" srcOrd="0" destOrd="0" presId="urn:microsoft.com/office/officeart/2018/5/layout/CenteredIconLabelDescriptionList"/>
    <dgm:cxn modelId="{389A82CE-A94A-44ED-87A6-6E4C5E4ED3F1}" type="presOf" srcId="{9C1343D3-9499-4637-B8C8-425C8098704B}" destId="{D57EEFEA-D1E8-4C5C-B197-A2EC37B625F4}" srcOrd="0" destOrd="0" presId="urn:microsoft.com/office/officeart/2018/5/layout/CenteredIconLabelDescriptionList"/>
    <dgm:cxn modelId="{F32D9E11-91BA-4C7A-BA45-16A31CA75269}" type="presParOf" srcId="{D57EEFEA-D1E8-4C5C-B197-A2EC37B625F4}" destId="{E5357323-9596-4058-967B-C7444B5C2E98}" srcOrd="0" destOrd="0" presId="urn:microsoft.com/office/officeart/2018/5/layout/CenteredIconLabelDescriptionList"/>
    <dgm:cxn modelId="{26AAAC65-27DC-4260-812A-77DBFF183E67}" type="presParOf" srcId="{E5357323-9596-4058-967B-C7444B5C2E98}" destId="{5839C6B9-C9A6-4E8B-AC90-C1CF27BCA2F5}" srcOrd="0" destOrd="0" presId="urn:microsoft.com/office/officeart/2018/5/layout/CenteredIconLabelDescriptionList"/>
    <dgm:cxn modelId="{1D78AF0A-AE4E-4A1A-A608-AE88D584178F}" type="presParOf" srcId="{E5357323-9596-4058-967B-C7444B5C2E98}" destId="{22246EDB-2534-49BB-A355-35A2A86374F2}" srcOrd="1" destOrd="0" presId="urn:microsoft.com/office/officeart/2018/5/layout/CenteredIconLabelDescriptionList"/>
    <dgm:cxn modelId="{4B9B17BE-CAD7-46B6-8FA4-3ADF20F163C2}" type="presParOf" srcId="{E5357323-9596-4058-967B-C7444B5C2E98}" destId="{5D68B7CF-6890-4AA8-AFA3-EFDFD9BB287A}" srcOrd="2" destOrd="0" presId="urn:microsoft.com/office/officeart/2018/5/layout/CenteredIconLabelDescriptionList"/>
    <dgm:cxn modelId="{F78ABB96-5888-4C8B-A789-B68567C0C933}" type="presParOf" srcId="{E5357323-9596-4058-967B-C7444B5C2E98}" destId="{9C8D5420-09B2-4AED-9697-62483890626C}" srcOrd="3" destOrd="0" presId="urn:microsoft.com/office/officeart/2018/5/layout/CenteredIconLabelDescriptionList"/>
    <dgm:cxn modelId="{221A843B-BD6C-4628-A075-BB26F099C5EF}" type="presParOf" srcId="{E5357323-9596-4058-967B-C7444B5C2E98}" destId="{E9532630-64D2-4528-93B0-AF965FDCC99C}" srcOrd="4" destOrd="0" presId="urn:microsoft.com/office/officeart/2018/5/layout/CenteredIconLabelDescriptionList"/>
    <dgm:cxn modelId="{74F2B8AE-B911-43EE-BD3D-960041B72C87}" type="presParOf" srcId="{D57EEFEA-D1E8-4C5C-B197-A2EC37B625F4}" destId="{C6F1069C-DFF3-4A15-8186-8B02997EE24B}" srcOrd="1" destOrd="0" presId="urn:microsoft.com/office/officeart/2018/5/layout/CenteredIconLabelDescriptionList"/>
    <dgm:cxn modelId="{0C00F0EF-2E29-41B8-8633-878F1CFFBCD4}" type="presParOf" srcId="{D57EEFEA-D1E8-4C5C-B197-A2EC37B625F4}" destId="{932E81C0-EFC5-4E3D-B0D3-65C6F5AB19CF}" srcOrd="2" destOrd="0" presId="urn:microsoft.com/office/officeart/2018/5/layout/CenteredIconLabelDescriptionList"/>
    <dgm:cxn modelId="{48E0E882-F286-4BCD-A844-F5322F032E71}" type="presParOf" srcId="{932E81C0-EFC5-4E3D-B0D3-65C6F5AB19CF}" destId="{C3BE6C85-89A7-4853-A914-C08842D0B14A}" srcOrd="0" destOrd="0" presId="urn:microsoft.com/office/officeart/2018/5/layout/CenteredIconLabelDescriptionList"/>
    <dgm:cxn modelId="{EADE140F-76A2-463D-AC9E-F50504205CDA}" type="presParOf" srcId="{932E81C0-EFC5-4E3D-B0D3-65C6F5AB19CF}" destId="{F8898CD0-2BD1-460B-8FA8-7D828B028A44}" srcOrd="1" destOrd="0" presId="urn:microsoft.com/office/officeart/2018/5/layout/CenteredIconLabelDescriptionList"/>
    <dgm:cxn modelId="{BA226AE7-7A23-4D34-982F-84461289C61E}" type="presParOf" srcId="{932E81C0-EFC5-4E3D-B0D3-65C6F5AB19CF}" destId="{65E0FDCF-93AE-4CF2-A09A-D0F3A22D0697}" srcOrd="2" destOrd="0" presId="urn:microsoft.com/office/officeart/2018/5/layout/CenteredIconLabelDescriptionList"/>
    <dgm:cxn modelId="{291F3A8F-8BB4-44BE-A14D-7B6450AA7800}" type="presParOf" srcId="{932E81C0-EFC5-4E3D-B0D3-65C6F5AB19CF}" destId="{96D4232D-1E49-49D0-B7EB-08799C40E4A7}" srcOrd="3" destOrd="0" presId="urn:microsoft.com/office/officeart/2018/5/layout/CenteredIconLabelDescriptionList"/>
    <dgm:cxn modelId="{8F0DAAB5-E6B7-4C61-B2B0-483002CE6F43}" type="presParOf" srcId="{932E81C0-EFC5-4E3D-B0D3-65C6F5AB19CF}" destId="{9C6EE303-4FB8-4222-A379-E31A2C98595B}" srcOrd="4" destOrd="0" presId="urn:microsoft.com/office/officeart/2018/5/layout/CenteredIconLabelDescriptionList"/>
    <dgm:cxn modelId="{2968632C-BE9E-4AAB-93DE-2A160D8987CB}" type="presParOf" srcId="{D57EEFEA-D1E8-4C5C-B197-A2EC37B625F4}" destId="{324B7EC6-16B4-4D0D-9E01-9A4E31D63A18}" srcOrd="3" destOrd="0" presId="urn:microsoft.com/office/officeart/2018/5/layout/CenteredIconLabelDescriptionList"/>
    <dgm:cxn modelId="{137D76CF-D99B-4A9E-848A-6252A0A8D10A}" type="presParOf" srcId="{D57EEFEA-D1E8-4C5C-B197-A2EC37B625F4}" destId="{DDDCEF64-AF87-4AF9-B74F-5975F33B07A7}" srcOrd="4" destOrd="0" presId="urn:microsoft.com/office/officeart/2018/5/layout/CenteredIconLabelDescriptionList"/>
    <dgm:cxn modelId="{6D1ADB28-5F5C-4314-A6AD-82C627F435D9}" type="presParOf" srcId="{DDDCEF64-AF87-4AF9-B74F-5975F33B07A7}" destId="{73AC6F2A-EF24-48E0-AB5D-C783E23EA3AF}" srcOrd="0" destOrd="0" presId="urn:microsoft.com/office/officeart/2018/5/layout/CenteredIconLabelDescriptionList"/>
    <dgm:cxn modelId="{4C58445F-8D05-4B70-8EBC-A0E3A11A340C}" type="presParOf" srcId="{DDDCEF64-AF87-4AF9-B74F-5975F33B07A7}" destId="{DDD2468D-943C-41B5-B436-8496D21A1ACD}" srcOrd="1" destOrd="0" presId="urn:microsoft.com/office/officeart/2018/5/layout/CenteredIconLabelDescriptionList"/>
    <dgm:cxn modelId="{811F80C8-8B27-476D-B110-745C10C4C23B}" type="presParOf" srcId="{DDDCEF64-AF87-4AF9-B74F-5975F33B07A7}" destId="{B49C2A0E-2E97-48B5-AA25-C1FBE1BD9D84}" srcOrd="2" destOrd="0" presId="urn:microsoft.com/office/officeart/2018/5/layout/CenteredIconLabelDescriptionList"/>
    <dgm:cxn modelId="{9F0692D4-34DE-47C2-8C34-6812CD3984B3}" type="presParOf" srcId="{DDDCEF64-AF87-4AF9-B74F-5975F33B07A7}" destId="{826879FC-3C5D-4A5B-9A2B-7AEFB76BA6D9}" srcOrd="3" destOrd="0" presId="urn:microsoft.com/office/officeart/2018/5/layout/CenteredIconLabelDescriptionList"/>
    <dgm:cxn modelId="{329CBD0E-655F-4DF2-8292-8E7D79A1EC6B}" type="presParOf" srcId="{DDDCEF64-AF87-4AF9-B74F-5975F33B07A7}" destId="{D6A23CE9-8F6F-42A2-8E63-0FB4F0FF697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E48AAA5B-1E69-42FC-B994-CA2717FD76B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tr-TR"/>
        </a:p>
      </dgm:t>
    </dgm:pt>
    <dgm:pt modelId="{41BEB2D3-203B-44F3-B84B-1406D292CE0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Parent</a:t>
          </a:r>
        </a:p>
      </dgm:t>
    </dgm:pt>
    <dgm:pt modelId="{7CB632AE-E190-4610-B14B-D1DB4F47824B}" type="parTrans" cxnId="{9A1C5BF7-2FFB-46EE-BEDD-70C462655948}">
      <dgm:prSet/>
      <dgm:spPr/>
      <dgm:t>
        <a:bodyPr/>
        <a:lstStyle/>
        <a:p>
          <a:endParaRPr lang="tr-TR"/>
        </a:p>
      </dgm:t>
    </dgm:pt>
    <dgm:pt modelId="{1C28608F-45F8-4EF2-8928-76D5A5FA7543}" type="sibTrans" cxnId="{9A1C5BF7-2FFB-46EE-BEDD-70C462655948}">
      <dgm:prSet/>
      <dgm:spPr/>
      <dgm:t>
        <a:bodyPr/>
        <a:lstStyle/>
        <a:p>
          <a:endParaRPr lang="tr-TR"/>
        </a:p>
      </dgm:t>
    </dgm:pt>
    <dgm:pt modelId="{29B76698-8321-498A-B6B5-57D768008D0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Summary of</a:t>
          </a:r>
        </a:p>
      </dgm:t>
    </dgm:pt>
    <dgm:pt modelId="{EAA57F04-DBE5-444D-AC68-46C0FB06324A}" type="parTrans" cxnId="{722C8647-566D-4D4A-AF46-B472AB52076E}">
      <dgm:prSet/>
      <dgm:spPr/>
      <dgm:t>
        <a:bodyPr/>
        <a:lstStyle/>
        <a:p>
          <a:endParaRPr lang="tr-TR"/>
        </a:p>
      </dgm:t>
    </dgm:pt>
    <dgm:pt modelId="{3B558229-F3E1-40B2-B999-9BB36A9FBA43}" type="sibTrans" cxnId="{722C8647-566D-4D4A-AF46-B472AB52076E}">
      <dgm:prSet/>
      <dgm:spPr/>
      <dgm:t>
        <a:bodyPr/>
        <a:lstStyle/>
        <a:p>
          <a:endParaRPr lang="tr-TR"/>
        </a:p>
      </dgm:t>
    </dgm:pt>
    <dgm:pt modelId="{68FF580A-7DB9-47F7-829B-B3C7E01156B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Parent’s hash</a:t>
          </a:r>
        </a:p>
      </dgm:t>
    </dgm:pt>
    <dgm:pt modelId="{C2C5572B-0378-4A62-8890-6ABA1DBF244F}" type="parTrans" cxnId="{902354BF-6A15-4765-9E09-319CC93D6054}">
      <dgm:prSet/>
      <dgm:spPr/>
      <dgm:t>
        <a:bodyPr/>
        <a:lstStyle/>
        <a:p>
          <a:endParaRPr lang="tr-TR"/>
        </a:p>
      </dgm:t>
    </dgm:pt>
    <dgm:pt modelId="{BB00E091-E465-4D32-90DF-93E721AE2747}" type="sibTrans" cxnId="{902354BF-6A15-4765-9E09-319CC93D6054}">
      <dgm:prSet/>
      <dgm:spPr/>
      <dgm:t>
        <a:bodyPr/>
        <a:lstStyle/>
        <a:p>
          <a:endParaRPr lang="tr-TR"/>
        </a:p>
      </dgm:t>
    </dgm:pt>
    <dgm:pt modelId="{5E6B35B8-D7DD-40AB-AB20-C1F96D83B8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concatenating</a:t>
          </a:r>
          <a:r>
            <a:rPr lang="tr-TR"/>
            <a:t> </a:t>
          </a:r>
          <a:r>
            <a:rPr lang="en-US"/>
            <a:t>the two hashes</a:t>
          </a:r>
          <a:endParaRPr lang="tr-TR"/>
        </a:p>
      </dgm:t>
    </dgm:pt>
    <dgm:pt modelId="{6DE75D20-7942-4DF4-97E4-EC5973B7986F}" type="parTrans" cxnId="{5E82D9F3-F767-404A-9314-FC0DCBA33233}">
      <dgm:prSet/>
      <dgm:spPr/>
      <dgm:t>
        <a:bodyPr/>
        <a:lstStyle/>
        <a:p>
          <a:endParaRPr lang="tr-TR"/>
        </a:p>
      </dgm:t>
    </dgm:pt>
    <dgm:pt modelId="{FD56C5C7-281D-4DB8-B930-CCF3B62F47AD}" type="sibTrans" cxnId="{5E82D9F3-F767-404A-9314-FC0DCBA33233}">
      <dgm:prSet/>
      <dgm:spPr/>
      <dgm:t>
        <a:bodyPr/>
        <a:lstStyle/>
        <a:p>
          <a:endParaRPr lang="tr-TR"/>
        </a:p>
      </dgm:t>
    </dgm:pt>
    <dgm:pt modelId="{22C22609-1D20-436B-8287-4F3C809CE3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hashing them together</a:t>
          </a:r>
          <a:endParaRPr lang="tr-TR"/>
        </a:p>
      </dgm:t>
    </dgm:pt>
    <dgm:pt modelId="{47A50066-2AB0-4BA4-ADCB-74EC599A6C2A}" type="parTrans" cxnId="{E8D587CF-7691-4883-96F7-36004D58F29B}">
      <dgm:prSet/>
      <dgm:spPr/>
      <dgm:t>
        <a:bodyPr/>
        <a:lstStyle/>
        <a:p>
          <a:endParaRPr lang="tr-TR"/>
        </a:p>
      </dgm:t>
    </dgm:pt>
    <dgm:pt modelId="{A68DAFFD-BE65-4524-A1F3-1DAF4F4CB07A}" type="sibTrans" cxnId="{E8D587CF-7691-4883-96F7-36004D58F29B}">
      <dgm:prSet/>
      <dgm:spPr/>
      <dgm:t>
        <a:bodyPr/>
        <a:lstStyle/>
        <a:p>
          <a:endParaRPr lang="tr-TR"/>
        </a:p>
      </dgm:t>
    </dgm:pt>
    <dgm:pt modelId="{54F29209-E71D-4E2B-93E3-76C7F97913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s-ES"/>
            <a:t>H</a:t>
          </a:r>
          <a:r>
            <a:rPr lang="es-ES" baseline="-25000"/>
            <a:t>AB</a:t>
          </a:r>
          <a:endParaRPr lang="tr-TR" baseline="-25000"/>
        </a:p>
      </dgm:t>
    </dgm:pt>
    <dgm:pt modelId="{10723061-A7C3-41DF-AF14-734032C8D3A1}" type="parTrans" cxnId="{EAAB987D-4D66-49C5-B893-98C2EE350A4B}">
      <dgm:prSet/>
      <dgm:spPr/>
      <dgm:t>
        <a:bodyPr/>
        <a:lstStyle/>
        <a:p>
          <a:endParaRPr lang="tr-TR"/>
        </a:p>
      </dgm:t>
    </dgm:pt>
    <dgm:pt modelId="{2BEE14B7-0C6B-42A3-B63B-EBAC314EA996}" type="sibTrans" cxnId="{EAAB987D-4D66-49C5-B893-98C2EE350A4B}">
      <dgm:prSet/>
      <dgm:spPr/>
      <dgm:t>
        <a:bodyPr/>
        <a:lstStyle/>
        <a:p>
          <a:endParaRPr lang="tr-TR"/>
        </a:p>
      </dgm:t>
    </dgm:pt>
    <dgm:pt modelId="{43AF4B2C-6305-41AE-B013-41DF78EFD12B}">
      <dgm:prSet/>
      <dgm:spPr/>
      <dgm:t>
        <a:bodyPr/>
        <a:lstStyle/>
        <a:p>
          <a:pPr>
            <a:lnSpc>
              <a:spcPct val="100000"/>
            </a:lnSpc>
          </a:pPr>
          <a:r>
            <a:rPr lang="es-ES"/>
            <a:t>= SHA256(SHA256(HA + HB))</a:t>
          </a:r>
          <a:endParaRPr lang="tr-TR"/>
        </a:p>
      </dgm:t>
    </dgm:pt>
    <dgm:pt modelId="{48C532E9-D53B-42CC-9871-D3C528040CB4}" type="parTrans" cxnId="{7B81CDF3-71AC-41C6-84CD-38293DED193F}">
      <dgm:prSet/>
      <dgm:spPr/>
      <dgm:t>
        <a:bodyPr/>
        <a:lstStyle/>
        <a:p>
          <a:endParaRPr lang="tr-TR"/>
        </a:p>
      </dgm:t>
    </dgm:pt>
    <dgm:pt modelId="{6B11F1CB-D102-48CA-A4A2-70E317CF6239}" type="sibTrans" cxnId="{7B81CDF3-71AC-41C6-84CD-38293DED193F}">
      <dgm:prSet/>
      <dgm:spPr/>
      <dgm:t>
        <a:bodyPr/>
        <a:lstStyle/>
        <a:p>
          <a:endParaRPr lang="tr-TR"/>
        </a:p>
      </dgm:t>
    </dgm:pt>
    <dgm:pt modelId="{66DBC049-3041-485C-8D64-206D33BF088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Consecutive pairs of leaf nodes</a:t>
          </a:r>
          <a:endParaRPr lang="tr-TR"/>
        </a:p>
      </dgm:t>
    </dgm:pt>
    <dgm:pt modelId="{40B6D6AE-8ED6-4975-BA36-235445555266}" type="parTrans" cxnId="{8EC494D2-050B-402D-B4B5-F9058EACF3CC}">
      <dgm:prSet/>
      <dgm:spPr/>
    </dgm:pt>
    <dgm:pt modelId="{E8BE32B1-0BE5-411F-9CCB-A82109A1DBD5}" type="sibTrans" cxnId="{8EC494D2-050B-402D-B4B5-F9058EACF3CC}">
      <dgm:prSet/>
      <dgm:spPr/>
    </dgm:pt>
    <dgm:pt modelId="{D984F518-8072-4299-9731-73195EC19B22}" type="pres">
      <dgm:prSet presAssocID="{E48AAA5B-1E69-42FC-B994-CA2717FD76B3}" presName="root" presStyleCnt="0">
        <dgm:presLayoutVars>
          <dgm:dir/>
          <dgm:resizeHandles val="exact"/>
        </dgm:presLayoutVars>
      </dgm:prSet>
      <dgm:spPr/>
    </dgm:pt>
    <dgm:pt modelId="{1DA09D27-E3BC-4F41-A068-07D8515871BD}" type="pres">
      <dgm:prSet presAssocID="{41BEB2D3-203B-44F3-B84B-1406D292CE02}" presName="compNode" presStyleCnt="0"/>
      <dgm:spPr/>
    </dgm:pt>
    <dgm:pt modelId="{8C0F0CB3-758E-4DBC-903F-509F17B798CD}" type="pres">
      <dgm:prSet presAssocID="{41BEB2D3-203B-44F3-B84B-1406D292CE02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rent and Child"/>
        </a:ext>
      </dgm:extLst>
    </dgm:pt>
    <dgm:pt modelId="{ACAE36B4-A48E-43F0-81B5-2D2A7EDEB7E3}" type="pres">
      <dgm:prSet presAssocID="{41BEB2D3-203B-44F3-B84B-1406D292CE02}" presName="iconSpace" presStyleCnt="0"/>
      <dgm:spPr/>
    </dgm:pt>
    <dgm:pt modelId="{60F9DE5F-1AF9-4AD6-B522-9AB723574714}" type="pres">
      <dgm:prSet presAssocID="{41BEB2D3-203B-44F3-B84B-1406D292CE02}" presName="parTx" presStyleLbl="revTx" presStyleIdx="0" presStyleCnt="6">
        <dgm:presLayoutVars>
          <dgm:chMax val="0"/>
          <dgm:chPref val="0"/>
        </dgm:presLayoutVars>
      </dgm:prSet>
      <dgm:spPr/>
    </dgm:pt>
    <dgm:pt modelId="{D5F8A1A6-53E9-4F5B-AF78-96EF1363050D}" type="pres">
      <dgm:prSet presAssocID="{41BEB2D3-203B-44F3-B84B-1406D292CE02}" presName="txSpace" presStyleCnt="0"/>
      <dgm:spPr/>
    </dgm:pt>
    <dgm:pt modelId="{4F9E8D81-0636-466F-8D06-33723305376F}" type="pres">
      <dgm:prSet presAssocID="{41BEB2D3-203B-44F3-B84B-1406D292CE02}" presName="desTx" presStyleLbl="revTx" presStyleIdx="1" presStyleCnt="6">
        <dgm:presLayoutVars/>
      </dgm:prSet>
      <dgm:spPr/>
    </dgm:pt>
    <dgm:pt modelId="{E55BBD62-6627-44F9-9E08-B207C4F36FF4}" type="pres">
      <dgm:prSet presAssocID="{1C28608F-45F8-4EF2-8928-76D5A5FA7543}" presName="sibTrans" presStyleCnt="0"/>
      <dgm:spPr/>
    </dgm:pt>
    <dgm:pt modelId="{9AF85EF7-69A1-46A4-A946-6C9C6047ACCF}" type="pres">
      <dgm:prSet presAssocID="{68FF580A-7DB9-47F7-829B-B3C7E01156B9}" presName="compNode" presStyleCnt="0"/>
      <dgm:spPr/>
    </dgm:pt>
    <dgm:pt modelId="{B85C8478-D573-4027-8ABC-DEBBDC03F3A3}" type="pres">
      <dgm:prSet presAssocID="{68FF580A-7DB9-47F7-829B-B3C7E01156B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30E907FF-2FE7-4B47-964E-7FF427A4C385}" type="pres">
      <dgm:prSet presAssocID="{68FF580A-7DB9-47F7-829B-B3C7E01156B9}" presName="iconSpace" presStyleCnt="0"/>
      <dgm:spPr/>
    </dgm:pt>
    <dgm:pt modelId="{678C9C26-F004-4C5B-9ADE-02B078A43E62}" type="pres">
      <dgm:prSet presAssocID="{68FF580A-7DB9-47F7-829B-B3C7E01156B9}" presName="parTx" presStyleLbl="revTx" presStyleIdx="2" presStyleCnt="6">
        <dgm:presLayoutVars>
          <dgm:chMax val="0"/>
          <dgm:chPref val="0"/>
        </dgm:presLayoutVars>
      </dgm:prSet>
      <dgm:spPr/>
    </dgm:pt>
    <dgm:pt modelId="{8ABBBED0-6C9B-4BD5-AD55-3AAFFA277A2D}" type="pres">
      <dgm:prSet presAssocID="{68FF580A-7DB9-47F7-829B-B3C7E01156B9}" presName="txSpace" presStyleCnt="0"/>
      <dgm:spPr/>
    </dgm:pt>
    <dgm:pt modelId="{916E426F-ABAC-4412-8E41-F10A3EE1B023}" type="pres">
      <dgm:prSet presAssocID="{68FF580A-7DB9-47F7-829B-B3C7E01156B9}" presName="desTx" presStyleLbl="revTx" presStyleIdx="3" presStyleCnt="6">
        <dgm:presLayoutVars/>
      </dgm:prSet>
      <dgm:spPr/>
    </dgm:pt>
    <dgm:pt modelId="{E2FEFDAA-11FF-4E02-8110-531CD6A20F24}" type="pres">
      <dgm:prSet presAssocID="{BB00E091-E465-4D32-90DF-93E721AE2747}" presName="sibTrans" presStyleCnt="0"/>
      <dgm:spPr/>
    </dgm:pt>
    <dgm:pt modelId="{F00DB412-F07D-4C04-92CB-91D0D8E21B68}" type="pres">
      <dgm:prSet presAssocID="{54F29209-E71D-4E2B-93E3-76C7F979131C}" presName="compNode" presStyleCnt="0"/>
      <dgm:spPr/>
    </dgm:pt>
    <dgm:pt modelId="{CF918849-5CD8-4E10-8662-AC433E53ECE0}" type="pres">
      <dgm:prSet presAssocID="{54F29209-E71D-4E2B-93E3-76C7F979131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AB7A1A6B-F91F-4343-B315-85472072D6E7}" type="pres">
      <dgm:prSet presAssocID="{54F29209-E71D-4E2B-93E3-76C7F979131C}" presName="iconSpace" presStyleCnt="0"/>
      <dgm:spPr/>
    </dgm:pt>
    <dgm:pt modelId="{F5AF4A35-6B03-448E-B0E8-CB453930D099}" type="pres">
      <dgm:prSet presAssocID="{54F29209-E71D-4E2B-93E3-76C7F979131C}" presName="parTx" presStyleLbl="revTx" presStyleIdx="4" presStyleCnt="6">
        <dgm:presLayoutVars>
          <dgm:chMax val="0"/>
          <dgm:chPref val="0"/>
        </dgm:presLayoutVars>
      </dgm:prSet>
      <dgm:spPr/>
    </dgm:pt>
    <dgm:pt modelId="{DF39BCB8-1615-4D9C-A5AD-F2754975E681}" type="pres">
      <dgm:prSet presAssocID="{54F29209-E71D-4E2B-93E3-76C7F979131C}" presName="txSpace" presStyleCnt="0"/>
      <dgm:spPr/>
    </dgm:pt>
    <dgm:pt modelId="{6E48EA9B-F1D2-4982-92AD-12AC6B4698AC}" type="pres">
      <dgm:prSet presAssocID="{54F29209-E71D-4E2B-93E3-76C7F979131C}" presName="desTx" presStyleLbl="revTx" presStyleIdx="5" presStyleCnt="6">
        <dgm:presLayoutVars/>
      </dgm:prSet>
      <dgm:spPr/>
    </dgm:pt>
  </dgm:ptLst>
  <dgm:cxnLst>
    <dgm:cxn modelId="{EA081463-8EBD-42A6-8B10-8BA89D76AA6D}" type="presOf" srcId="{41BEB2D3-203B-44F3-B84B-1406D292CE02}" destId="{60F9DE5F-1AF9-4AD6-B522-9AB723574714}" srcOrd="0" destOrd="0" presId="urn:microsoft.com/office/officeart/2018/5/layout/CenteredIconLabelDescriptionList"/>
    <dgm:cxn modelId="{6CBF3464-EDA0-46DB-8087-8A8D28DE2572}" type="presOf" srcId="{22C22609-1D20-436B-8287-4F3C809CE34C}" destId="{916E426F-ABAC-4412-8E41-F10A3EE1B023}" srcOrd="0" destOrd="1" presId="urn:microsoft.com/office/officeart/2018/5/layout/CenteredIconLabelDescriptionList"/>
    <dgm:cxn modelId="{722C8647-566D-4D4A-AF46-B472AB52076E}" srcId="{41BEB2D3-203B-44F3-B84B-1406D292CE02}" destId="{29B76698-8321-498A-B6B5-57D768008D0C}" srcOrd="0" destOrd="0" parTransId="{EAA57F04-DBE5-444D-AC68-46C0FB06324A}" sibTransId="{3B558229-F3E1-40B2-B999-9BB36A9FBA43}"/>
    <dgm:cxn modelId="{EAAB987D-4D66-49C5-B893-98C2EE350A4B}" srcId="{E48AAA5B-1E69-42FC-B994-CA2717FD76B3}" destId="{54F29209-E71D-4E2B-93E3-76C7F979131C}" srcOrd="2" destOrd="0" parTransId="{10723061-A7C3-41DF-AF14-734032C8D3A1}" sibTransId="{2BEE14B7-0C6B-42A3-B63B-EBAC314EA996}"/>
    <dgm:cxn modelId="{E8C9FB9A-71E0-4E41-91E4-55E52B815515}" type="presOf" srcId="{68FF580A-7DB9-47F7-829B-B3C7E01156B9}" destId="{678C9C26-F004-4C5B-9ADE-02B078A43E62}" srcOrd="0" destOrd="0" presId="urn:microsoft.com/office/officeart/2018/5/layout/CenteredIconLabelDescriptionList"/>
    <dgm:cxn modelId="{E00A22B5-6BF2-4445-A526-D19244C38E83}" type="presOf" srcId="{66DBC049-3041-485C-8D64-206D33BF0882}" destId="{4F9E8D81-0636-466F-8D06-33723305376F}" srcOrd="0" destOrd="1" presId="urn:microsoft.com/office/officeart/2018/5/layout/CenteredIconLabelDescriptionList"/>
    <dgm:cxn modelId="{902354BF-6A15-4765-9E09-319CC93D6054}" srcId="{E48AAA5B-1E69-42FC-B994-CA2717FD76B3}" destId="{68FF580A-7DB9-47F7-829B-B3C7E01156B9}" srcOrd="1" destOrd="0" parTransId="{C2C5572B-0378-4A62-8890-6ABA1DBF244F}" sibTransId="{BB00E091-E465-4D32-90DF-93E721AE2747}"/>
    <dgm:cxn modelId="{6EA47CC6-1981-4AEA-A67B-94A45F9CED46}" type="presOf" srcId="{29B76698-8321-498A-B6B5-57D768008D0C}" destId="{4F9E8D81-0636-466F-8D06-33723305376F}" srcOrd="0" destOrd="0" presId="urn:microsoft.com/office/officeart/2018/5/layout/CenteredIconLabelDescriptionList"/>
    <dgm:cxn modelId="{AEA7F6C9-7F66-4BB3-AC3B-47610E8D5A12}" type="presOf" srcId="{E48AAA5B-1E69-42FC-B994-CA2717FD76B3}" destId="{D984F518-8072-4299-9731-73195EC19B22}" srcOrd="0" destOrd="0" presId="urn:microsoft.com/office/officeart/2018/5/layout/CenteredIconLabelDescriptionList"/>
    <dgm:cxn modelId="{E8D587CF-7691-4883-96F7-36004D58F29B}" srcId="{68FF580A-7DB9-47F7-829B-B3C7E01156B9}" destId="{22C22609-1D20-436B-8287-4F3C809CE34C}" srcOrd="1" destOrd="0" parTransId="{47A50066-2AB0-4BA4-ADCB-74EC599A6C2A}" sibTransId="{A68DAFFD-BE65-4524-A1F3-1DAF4F4CB07A}"/>
    <dgm:cxn modelId="{8EC494D2-050B-402D-B4B5-F9058EACF3CC}" srcId="{41BEB2D3-203B-44F3-B84B-1406D292CE02}" destId="{66DBC049-3041-485C-8D64-206D33BF0882}" srcOrd="1" destOrd="0" parTransId="{40B6D6AE-8ED6-4975-BA36-235445555266}" sibTransId="{E8BE32B1-0BE5-411F-9CCB-A82109A1DBD5}"/>
    <dgm:cxn modelId="{0F0DFAE7-4674-4F1D-A2AD-698E5821AEE7}" type="presOf" srcId="{5E6B35B8-D7DD-40AB-AB20-C1F96D83B815}" destId="{916E426F-ABAC-4412-8E41-F10A3EE1B023}" srcOrd="0" destOrd="0" presId="urn:microsoft.com/office/officeart/2018/5/layout/CenteredIconLabelDescriptionList"/>
    <dgm:cxn modelId="{7B81CDF3-71AC-41C6-84CD-38293DED193F}" srcId="{54F29209-E71D-4E2B-93E3-76C7F979131C}" destId="{43AF4B2C-6305-41AE-B013-41DF78EFD12B}" srcOrd="0" destOrd="0" parTransId="{48C532E9-D53B-42CC-9871-D3C528040CB4}" sibTransId="{6B11F1CB-D102-48CA-A4A2-70E317CF6239}"/>
    <dgm:cxn modelId="{5E82D9F3-F767-404A-9314-FC0DCBA33233}" srcId="{68FF580A-7DB9-47F7-829B-B3C7E01156B9}" destId="{5E6B35B8-D7DD-40AB-AB20-C1F96D83B815}" srcOrd="0" destOrd="0" parTransId="{6DE75D20-7942-4DF4-97E4-EC5973B7986F}" sibTransId="{FD56C5C7-281D-4DB8-B930-CCF3B62F47AD}"/>
    <dgm:cxn modelId="{9A1C5BF7-2FFB-46EE-BEDD-70C462655948}" srcId="{E48AAA5B-1E69-42FC-B994-CA2717FD76B3}" destId="{41BEB2D3-203B-44F3-B84B-1406D292CE02}" srcOrd="0" destOrd="0" parTransId="{7CB632AE-E190-4610-B14B-D1DB4F47824B}" sibTransId="{1C28608F-45F8-4EF2-8928-76D5A5FA7543}"/>
    <dgm:cxn modelId="{4364B8F9-B9F0-4CA2-A5EC-91809DAA013A}" type="presOf" srcId="{54F29209-E71D-4E2B-93E3-76C7F979131C}" destId="{F5AF4A35-6B03-448E-B0E8-CB453930D099}" srcOrd="0" destOrd="0" presId="urn:microsoft.com/office/officeart/2018/5/layout/CenteredIconLabelDescriptionList"/>
    <dgm:cxn modelId="{6A8AE8FF-8DF6-434B-A3D9-7327C07F876E}" type="presOf" srcId="{43AF4B2C-6305-41AE-B013-41DF78EFD12B}" destId="{6E48EA9B-F1D2-4982-92AD-12AC6B4698AC}" srcOrd="0" destOrd="0" presId="urn:microsoft.com/office/officeart/2018/5/layout/CenteredIconLabelDescriptionList"/>
    <dgm:cxn modelId="{8FF0626E-7BEB-4E15-9DAE-F5D54772E7CB}" type="presParOf" srcId="{D984F518-8072-4299-9731-73195EC19B22}" destId="{1DA09D27-E3BC-4F41-A068-07D8515871BD}" srcOrd="0" destOrd="0" presId="urn:microsoft.com/office/officeart/2018/5/layout/CenteredIconLabelDescriptionList"/>
    <dgm:cxn modelId="{D87B317F-BD99-4B9A-9DF5-C1DF784B8715}" type="presParOf" srcId="{1DA09D27-E3BC-4F41-A068-07D8515871BD}" destId="{8C0F0CB3-758E-4DBC-903F-509F17B798CD}" srcOrd="0" destOrd="0" presId="urn:microsoft.com/office/officeart/2018/5/layout/CenteredIconLabelDescriptionList"/>
    <dgm:cxn modelId="{9DC7A327-10E0-4151-AE11-D73DFA6B1626}" type="presParOf" srcId="{1DA09D27-E3BC-4F41-A068-07D8515871BD}" destId="{ACAE36B4-A48E-43F0-81B5-2D2A7EDEB7E3}" srcOrd="1" destOrd="0" presId="urn:microsoft.com/office/officeart/2018/5/layout/CenteredIconLabelDescriptionList"/>
    <dgm:cxn modelId="{8D20E70D-C5B5-4673-AAF2-30D8C1D4FA21}" type="presParOf" srcId="{1DA09D27-E3BC-4F41-A068-07D8515871BD}" destId="{60F9DE5F-1AF9-4AD6-B522-9AB723574714}" srcOrd="2" destOrd="0" presId="urn:microsoft.com/office/officeart/2018/5/layout/CenteredIconLabelDescriptionList"/>
    <dgm:cxn modelId="{0C27042F-1DE0-427C-9697-13A93B586892}" type="presParOf" srcId="{1DA09D27-E3BC-4F41-A068-07D8515871BD}" destId="{D5F8A1A6-53E9-4F5B-AF78-96EF1363050D}" srcOrd="3" destOrd="0" presId="urn:microsoft.com/office/officeart/2018/5/layout/CenteredIconLabelDescriptionList"/>
    <dgm:cxn modelId="{12DD46E3-A904-469D-A51A-AB653AF11176}" type="presParOf" srcId="{1DA09D27-E3BC-4F41-A068-07D8515871BD}" destId="{4F9E8D81-0636-466F-8D06-33723305376F}" srcOrd="4" destOrd="0" presId="urn:microsoft.com/office/officeart/2018/5/layout/CenteredIconLabelDescriptionList"/>
    <dgm:cxn modelId="{61BC8F23-9370-4921-BC27-272D97574EA5}" type="presParOf" srcId="{D984F518-8072-4299-9731-73195EC19B22}" destId="{E55BBD62-6627-44F9-9E08-B207C4F36FF4}" srcOrd="1" destOrd="0" presId="urn:microsoft.com/office/officeart/2018/5/layout/CenteredIconLabelDescriptionList"/>
    <dgm:cxn modelId="{2B3117CA-174E-499E-99B4-723B3D999AF8}" type="presParOf" srcId="{D984F518-8072-4299-9731-73195EC19B22}" destId="{9AF85EF7-69A1-46A4-A946-6C9C6047ACCF}" srcOrd="2" destOrd="0" presId="urn:microsoft.com/office/officeart/2018/5/layout/CenteredIconLabelDescriptionList"/>
    <dgm:cxn modelId="{7175EC0C-1B08-4408-9AF0-FBEF9DE71020}" type="presParOf" srcId="{9AF85EF7-69A1-46A4-A946-6C9C6047ACCF}" destId="{B85C8478-D573-4027-8ABC-DEBBDC03F3A3}" srcOrd="0" destOrd="0" presId="urn:microsoft.com/office/officeart/2018/5/layout/CenteredIconLabelDescriptionList"/>
    <dgm:cxn modelId="{B769A09C-B5B6-44A3-BCD8-C2DB4AB66320}" type="presParOf" srcId="{9AF85EF7-69A1-46A4-A946-6C9C6047ACCF}" destId="{30E907FF-2FE7-4B47-964E-7FF427A4C385}" srcOrd="1" destOrd="0" presId="urn:microsoft.com/office/officeart/2018/5/layout/CenteredIconLabelDescriptionList"/>
    <dgm:cxn modelId="{1935EDB1-76B2-4BD2-8499-47A5A16D073D}" type="presParOf" srcId="{9AF85EF7-69A1-46A4-A946-6C9C6047ACCF}" destId="{678C9C26-F004-4C5B-9ADE-02B078A43E62}" srcOrd="2" destOrd="0" presId="urn:microsoft.com/office/officeart/2018/5/layout/CenteredIconLabelDescriptionList"/>
    <dgm:cxn modelId="{D23EBCE9-F17A-4751-8870-F1F355BD208D}" type="presParOf" srcId="{9AF85EF7-69A1-46A4-A946-6C9C6047ACCF}" destId="{8ABBBED0-6C9B-4BD5-AD55-3AAFFA277A2D}" srcOrd="3" destOrd="0" presId="urn:microsoft.com/office/officeart/2018/5/layout/CenteredIconLabelDescriptionList"/>
    <dgm:cxn modelId="{7518A196-A5FA-47D8-8FA0-E90E174471C3}" type="presParOf" srcId="{9AF85EF7-69A1-46A4-A946-6C9C6047ACCF}" destId="{916E426F-ABAC-4412-8E41-F10A3EE1B023}" srcOrd="4" destOrd="0" presId="urn:microsoft.com/office/officeart/2018/5/layout/CenteredIconLabelDescriptionList"/>
    <dgm:cxn modelId="{DB9B8149-D599-4B96-A4AA-914CE353E83D}" type="presParOf" srcId="{D984F518-8072-4299-9731-73195EC19B22}" destId="{E2FEFDAA-11FF-4E02-8110-531CD6A20F24}" srcOrd="3" destOrd="0" presId="urn:microsoft.com/office/officeart/2018/5/layout/CenteredIconLabelDescriptionList"/>
    <dgm:cxn modelId="{ECD6F2BC-5858-4BD9-AEAA-BD1DC367AC0F}" type="presParOf" srcId="{D984F518-8072-4299-9731-73195EC19B22}" destId="{F00DB412-F07D-4C04-92CB-91D0D8E21B68}" srcOrd="4" destOrd="0" presId="urn:microsoft.com/office/officeart/2018/5/layout/CenteredIconLabelDescriptionList"/>
    <dgm:cxn modelId="{A30F424F-4092-4898-94A3-D6D6337CED54}" type="presParOf" srcId="{F00DB412-F07D-4C04-92CB-91D0D8E21B68}" destId="{CF918849-5CD8-4E10-8662-AC433E53ECE0}" srcOrd="0" destOrd="0" presId="urn:microsoft.com/office/officeart/2018/5/layout/CenteredIconLabelDescriptionList"/>
    <dgm:cxn modelId="{05C26F02-7F77-4BA7-AB56-2ACC0FFFAD3E}" type="presParOf" srcId="{F00DB412-F07D-4C04-92CB-91D0D8E21B68}" destId="{AB7A1A6B-F91F-4343-B315-85472072D6E7}" srcOrd="1" destOrd="0" presId="urn:microsoft.com/office/officeart/2018/5/layout/CenteredIconLabelDescriptionList"/>
    <dgm:cxn modelId="{560FE086-EB17-4D82-8255-8603183138E7}" type="presParOf" srcId="{F00DB412-F07D-4C04-92CB-91D0D8E21B68}" destId="{F5AF4A35-6B03-448E-B0E8-CB453930D099}" srcOrd="2" destOrd="0" presId="urn:microsoft.com/office/officeart/2018/5/layout/CenteredIconLabelDescriptionList"/>
    <dgm:cxn modelId="{15951706-CE55-4A55-9A20-BDB73EE1A5A6}" type="presParOf" srcId="{F00DB412-F07D-4C04-92CB-91D0D8E21B68}" destId="{DF39BCB8-1615-4D9C-A5AD-F2754975E681}" srcOrd="3" destOrd="0" presId="urn:microsoft.com/office/officeart/2018/5/layout/CenteredIconLabelDescriptionList"/>
    <dgm:cxn modelId="{E3896442-C8BE-4ACC-B4C0-41E2650311BC}" type="presParOf" srcId="{F00DB412-F07D-4C04-92CB-91D0D8E21B68}" destId="{6E48EA9B-F1D2-4982-92AD-12AC6B4698A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E48AAA5B-1E69-42FC-B994-CA2717FD76B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tr-TR"/>
        </a:p>
      </dgm:t>
    </dgm:pt>
    <dgm:pt modelId="{E413E893-3C05-4711-8622-0C079AFD012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Continue</a:t>
          </a:r>
        </a:p>
      </dgm:t>
    </dgm:pt>
    <dgm:pt modelId="{ED053810-BFE1-4CC3-941B-E0F7D5CD350B}" type="parTrans" cxnId="{B68DB539-8D0D-42D9-87C2-E4AC2681B05A}">
      <dgm:prSet/>
      <dgm:spPr/>
      <dgm:t>
        <a:bodyPr/>
        <a:lstStyle/>
        <a:p>
          <a:endParaRPr lang="tr-TR"/>
        </a:p>
      </dgm:t>
    </dgm:pt>
    <dgm:pt modelId="{538C88B0-D02D-421C-93EF-F8F26361694E}" type="sibTrans" cxnId="{B68DB539-8D0D-42D9-87C2-E4AC2681B05A}">
      <dgm:prSet/>
      <dgm:spPr/>
      <dgm:t>
        <a:bodyPr/>
        <a:lstStyle/>
        <a:p>
          <a:endParaRPr lang="tr-TR"/>
        </a:p>
      </dgm:t>
    </dgm:pt>
    <dgm:pt modelId="{EE3F2A3D-15AB-4B2C-BC05-DBC6C51659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process continues </a:t>
          </a:r>
          <a:endParaRPr lang="tr-TR"/>
        </a:p>
      </dgm:t>
    </dgm:pt>
    <dgm:pt modelId="{F39059EF-F41F-452D-A471-9B43D384FBD3}" type="parTrans" cxnId="{6F91C251-3C01-4C81-A466-10C290605E8C}">
      <dgm:prSet/>
      <dgm:spPr/>
      <dgm:t>
        <a:bodyPr/>
        <a:lstStyle/>
        <a:p>
          <a:endParaRPr lang="tr-TR"/>
        </a:p>
      </dgm:t>
    </dgm:pt>
    <dgm:pt modelId="{F67A33D0-2C5F-4C9C-A3B5-657DDD00198F}" type="sibTrans" cxnId="{6F91C251-3C01-4C81-A466-10C290605E8C}">
      <dgm:prSet/>
      <dgm:spPr/>
      <dgm:t>
        <a:bodyPr/>
        <a:lstStyle/>
        <a:p>
          <a:endParaRPr lang="tr-TR"/>
        </a:p>
      </dgm:t>
    </dgm:pt>
    <dgm:pt modelId="{22D9787F-0DDC-48B9-8FDF-BA6C3BE403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there is only one node at the top </a:t>
          </a:r>
          <a:endParaRPr lang="tr-TR"/>
        </a:p>
      </dgm:t>
    </dgm:pt>
    <dgm:pt modelId="{7B98A976-F200-4873-A27F-5634D2C54175}" type="parTrans" cxnId="{847649CE-124F-4C9E-9AEE-4DF0D5003C9A}">
      <dgm:prSet/>
      <dgm:spPr/>
      <dgm:t>
        <a:bodyPr/>
        <a:lstStyle/>
        <a:p>
          <a:endParaRPr lang="tr-TR"/>
        </a:p>
      </dgm:t>
    </dgm:pt>
    <dgm:pt modelId="{FD8B4155-8DCD-42B2-AA2A-B05059F2058E}" type="sibTrans" cxnId="{847649CE-124F-4C9E-9AEE-4DF0D5003C9A}">
      <dgm:prSet/>
      <dgm:spPr/>
      <dgm:t>
        <a:bodyPr/>
        <a:lstStyle/>
        <a:p>
          <a:endParaRPr lang="tr-TR"/>
        </a:p>
      </dgm:t>
    </dgm:pt>
    <dgm:pt modelId="{7C5126A3-38A4-40FF-96C6-24B1A29C9A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merkle root</a:t>
          </a:r>
        </a:p>
      </dgm:t>
    </dgm:pt>
    <dgm:pt modelId="{84058342-F6A1-4E5C-AA6A-96DD35C8860D}" type="parTrans" cxnId="{07E075B6-5733-4D9B-9B4A-4503ECA53047}">
      <dgm:prSet/>
      <dgm:spPr/>
      <dgm:t>
        <a:bodyPr/>
        <a:lstStyle/>
        <a:p>
          <a:endParaRPr lang="tr-TR"/>
        </a:p>
      </dgm:t>
    </dgm:pt>
    <dgm:pt modelId="{608CCC5B-93F8-4A59-88BB-D8B75BB9C773}" type="sibTrans" cxnId="{07E075B6-5733-4D9B-9B4A-4503ECA53047}">
      <dgm:prSet/>
      <dgm:spPr/>
      <dgm:t>
        <a:bodyPr/>
        <a:lstStyle/>
        <a:p>
          <a:endParaRPr lang="tr-TR"/>
        </a:p>
      </dgm:t>
    </dgm:pt>
    <dgm:pt modelId="{9D88D9C9-4504-43B0-A3C6-C99546AA2F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node known as the</a:t>
          </a:r>
          <a:r>
            <a:rPr lang="tr-TR"/>
            <a:t> merkle root</a:t>
          </a:r>
        </a:p>
      </dgm:t>
    </dgm:pt>
    <dgm:pt modelId="{F226A1B4-316E-4EAD-B99D-7D55EE93DA17}" type="parTrans" cxnId="{00A5FDA0-5E0E-46B6-A95E-4BB39D0C9181}">
      <dgm:prSet/>
      <dgm:spPr/>
      <dgm:t>
        <a:bodyPr/>
        <a:lstStyle/>
        <a:p>
          <a:endParaRPr lang="tr-TR"/>
        </a:p>
      </dgm:t>
    </dgm:pt>
    <dgm:pt modelId="{51668F11-233D-4BD0-B5CB-41F3E268859F}" type="sibTrans" cxnId="{00A5FDA0-5E0E-46B6-A95E-4BB39D0C9181}">
      <dgm:prSet/>
      <dgm:spPr/>
      <dgm:t>
        <a:bodyPr/>
        <a:lstStyle/>
        <a:p>
          <a:endParaRPr lang="tr-TR"/>
        </a:p>
      </dgm:t>
    </dgm:pt>
    <dgm:pt modelId="{D984F518-8072-4299-9731-73195EC19B22}" type="pres">
      <dgm:prSet presAssocID="{E48AAA5B-1E69-42FC-B994-CA2717FD76B3}" presName="root" presStyleCnt="0">
        <dgm:presLayoutVars>
          <dgm:dir/>
          <dgm:resizeHandles val="exact"/>
        </dgm:presLayoutVars>
      </dgm:prSet>
      <dgm:spPr/>
    </dgm:pt>
    <dgm:pt modelId="{4E5F7A48-CD04-4898-AE1E-C8ECDF9033E0}" type="pres">
      <dgm:prSet presAssocID="{E413E893-3C05-4711-8622-0C079AFD012B}" presName="compNode" presStyleCnt="0"/>
      <dgm:spPr/>
    </dgm:pt>
    <dgm:pt modelId="{950C432B-658D-44CB-B04F-96AE75556770}" type="pres">
      <dgm:prSet presAssocID="{E413E893-3C05-4711-8622-0C079AFD012B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eturn"/>
        </a:ext>
      </dgm:extLst>
    </dgm:pt>
    <dgm:pt modelId="{28AF4579-59FB-47A8-BB0E-EE45868A38A9}" type="pres">
      <dgm:prSet presAssocID="{E413E893-3C05-4711-8622-0C079AFD012B}" presName="iconSpace" presStyleCnt="0"/>
      <dgm:spPr/>
    </dgm:pt>
    <dgm:pt modelId="{BCE047DD-D6ED-4896-80C9-57AA84C53A1E}" type="pres">
      <dgm:prSet presAssocID="{E413E893-3C05-4711-8622-0C079AFD012B}" presName="parTx" presStyleLbl="revTx" presStyleIdx="0" presStyleCnt="4">
        <dgm:presLayoutVars>
          <dgm:chMax val="0"/>
          <dgm:chPref val="0"/>
        </dgm:presLayoutVars>
      </dgm:prSet>
      <dgm:spPr/>
    </dgm:pt>
    <dgm:pt modelId="{8840A471-F0D0-49B9-B004-528BD117DC69}" type="pres">
      <dgm:prSet presAssocID="{E413E893-3C05-4711-8622-0C079AFD012B}" presName="txSpace" presStyleCnt="0"/>
      <dgm:spPr/>
    </dgm:pt>
    <dgm:pt modelId="{9865AED2-BC9D-409C-AE51-D1665EED89A9}" type="pres">
      <dgm:prSet presAssocID="{E413E893-3C05-4711-8622-0C079AFD012B}" presName="desTx" presStyleLbl="revTx" presStyleIdx="1" presStyleCnt="4">
        <dgm:presLayoutVars/>
      </dgm:prSet>
      <dgm:spPr/>
    </dgm:pt>
    <dgm:pt modelId="{38410D0C-B515-4D6E-8313-1738A006949E}" type="pres">
      <dgm:prSet presAssocID="{538C88B0-D02D-421C-93EF-F8F26361694E}" presName="sibTrans" presStyleCnt="0"/>
      <dgm:spPr/>
    </dgm:pt>
    <dgm:pt modelId="{FDFCD947-DE60-46DE-952E-3C213F3717FD}" type="pres">
      <dgm:prSet presAssocID="{7C5126A3-38A4-40FF-96C6-24B1A29C9A1C}" presName="compNode" presStyleCnt="0"/>
      <dgm:spPr/>
    </dgm:pt>
    <dgm:pt modelId="{5F1D99EB-0CD4-4F70-940C-E77E99100BA6}" type="pres">
      <dgm:prSet presAssocID="{7C5126A3-38A4-40FF-96C6-24B1A29C9A1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ierarchy"/>
        </a:ext>
      </dgm:extLst>
    </dgm:pt>
    <dgm:pt modelId="{9FAFD42C-53E5-4DBC-9560-76F0DD5646B2}" type="pres">
      <dgm:prSet presAssocID="{7C5126A3-38A4-40FF-96C6-24B1A29C9A1C}" presName="iconSpace" presStyleCnt="0"/>
      <dgm:spPr/>
    </dgm:pt>
    <dgm:pt modelId="{C53EF38A-CEDC-4AFC-AACF-C8052DE3DD0F}" type="pres">
      <dgm:prSet presAssocID="{7C5126A3-38A4-40FF-96C6-24B1A29C9A1C}" presName="parTx" presStyleLbl="revTx" presStyleIdx="2" presStyleCnt="4">
        <dgm:presLayoutVars>
          <dgm:chMax val="0"/>
          <dgm:chPref val="0"/>
        </dgm:presLayoutVars>
      </dgm:prSet>
      <dgm:spPr/>
    </dgm:pt>
    <dgm:pt modelId="{40423508-C050-4A13-9A1B-4020C8208010}" type="pres">
      <dgm:prSet presAssocID="{7C5126A3-38A4-40FF-96C6-24B1A29C9A1C}" presName="txSpace" presStyleCnt="0"/>
      <dgm:spPr/>
    </dgm:pt>
    <dgm:pt modelId="{DEDD1C3C-8759-4E33-84E3-993810B86207}" type="pres">
      <dgm:prSet presAssocID="{7C5126A3-38A4-40FF-96C6-24B1A29C9A1C}" presName="desTx" presStyleLbl="revTx" presStyleIdx="3" presStyleCnt="4">
        <dgm:presLayoutVars/>
      </dgm:prSet>
      <dgm:spPr/>
    </dgm:pt>
  </dgm:ptLst>
  <dgm:cxnLst>
    <dgm:cxn modelId="{76905F07-81EE-45FE-9A14-852E111705FF}" type="presOf" srcId="{9D88D9C9-4504-43B0-A3C6-C99546AA2FCA}" destId="{DEDD1C3C-8759-4E33-84E3-993810B86207}" srcOrd="0" destOrd="0" presId="urn:microsoft.com/office/officeart/2018/5/layout/CenteredIconLabelDescriptionList"/>
    <dgm:cxn modelId="{C910500A-4416-40E8-B03E-A11D10E2528A}" type="presOf" srcId="{7C5126A3-38A4-40FF-96C6-24B1A29C9A1C}" destId="{C53EF38A-CEDC-4AFC-AACF-C8052DE3DD0F}" srcOrd="0" destOrd="0" presId="urn:microsoft.com/office/officeart/2018/5/layout/CenteredIconLabelDescriptionList"/>
    <dgm:cxn modelId="{B68DB539-8D0D-42D9-87C2-E4AC2681B05A}" srcId="{E48AAA5B-1E69-42FC-B994-CA2717FD76B3}" destId="{E413E893-3C05-4711-8622-0C079AFD012B}" srcOrd="0" destOrd="0" parTransId="{ED053810-BFE1-4CC3-941B-E0F7D5CD350B}" sibTransId="{538C88B0-D02D-421C-93EF-F8F26361694E}"/>
    <dgm:cxn modelId="{BAC40E41-1618-4A84-A5A8-935D95586023}" type="presOf" srcId="{E413E893-3C05-4711-8622-0C079AFD012B}" destId="{BCE047DD-D6ED-4896-80C9-57AA84C53A1E}" srcOrd="0" destOrd="0" presId="urn:microsoft.com/office/officeart/2018/5/layout/CenteredIconLabelDescriptionList"/>
    <dgm:cxn modelId="{6F91C251-3C01-4C81-A466-10C290605E8C}" srcId="{E413E893-3C05-4711-8622-0C079AFD012B}" destId="{EE3F2A3D-15AB-4B2C-BC05-DBC6C5165928}" srcOrd="0" destOrd="0" parTransId="{F39059EF-F41F-452D-A471-9B43D384FBD3}" sibTransId="{F67A33D0-2C5F-4C9C-A3B5-657DDD00198F}"/>
    <dgm:cxn modelId="{6221D875-4114-4773-BDDA-E4D313309BAB}" type="presOf" srcId="{22D9787F-0DDC-48B9-8FDF-BA6C3BE40375}" destId="{9865AED2-BC9D-409C-AE51-D1665EED89A9}" srcOrd="0" destOrd="1" presId="urn:microsoft.com/office/officeart/2018/5/layout/CenteredIconLabelDescriptionList"/>
    <dgm:cxn modelId="{00A5FDA0-5E0E-46B6-A95E-4BB39D0C9181}" srcId="{7C5126A3-38A4-40FF-96C6-24B1A29C9A1C}" destId="{9D88D9C9-4504-43B0-A3C6-C99546AA2FCA}" srcOrd="0" destOrd="0" parTransId="{F226A1B4-316E-4EAD-B99D-7D55EE93DA17}" sibTransId="{51668F11-233D-4BD0-B5CB-41F3E268859F}"/>
    <dgm:cxn modelId="{07E075B6-5733-4D9B-9B4A-4503ECA53047}" srcId="{E48AAA5B-1E69-42FC-B994-CA2717FD76B3}" destId="{7C5126A3-38A4-40FF-96C6-24B1A29C9A1C}" srcOrd="1" destOrd="0" parTransId="{84058342-F6A1-4E5C-AA6A-96DD35C8860D}" sibTransId="{608CCC5B-93F8-4A59-88BB-D8B75BB9C773}"/>
    <dgm:cxn modelId="{22DBB5C0-190E-4077-B508-1C5E4C528420}" type="presOf" srcId="{EE3F2A3D-15AB-4B2C-BC05-DBC6C5165928}" destId="{9865AED2-BC9D-409C-AE51-D1665EED89A9}" srcOrd="0" destOrd="0" presId="urn:microsoft.com/office/officeart/2018/5/layout/CenteredIconLabelDescriptionList"/>
    <dgm:cxn modelId="{AEA7F6C9-7F66-4BB3-AC3B-47610E8D5A12}" type="presOf" srcId="{E48AAA5B-1E69-42FC-B994-CA2717FD76B3}" destId="{D984F518-8072-4299-9731-73195EC19B22}" srcOrd="0" destOrd="0" presId="urn:microsoft.com/office/officeart/2018/5/layout/CenteredIconLabelDescriptionList"/>
    <dgm:cxn modelId="{847649CE-124F-4C9E-9AEE-4DF0D5003C9A}" srcId="{E413E893-3C05-4711-8622-0C079AFD012B}" destId="{22D9787F-0DDC-48B9-8FDF-BA6C3BE40375}" srcOrd="1" destOrd="0" parTransId="{7B98A976-F200-4873-A27F-5634D2C54175}" sibTransId="{FD8B4155-8DCD-42B2-AA2A-B05059F2058E}"/>
    <dgm:cxn modelId="{15B21DDB-8344-4C75-85D5-6D4E6B3060B3}" type="presParOf" srcId="{D984F518-8072-4299-9731-73195EC19B22}" destId="{4E5F7A48-CD04-4898-AE1E-C8ECDF9033E0}" srcOrd="0" destOrd="0" presId="urn:microsoft.com/office/officeart/2018/5/layout/CenteredIconLabelDescriptionList"/>
    <dgm:cxn modelId="{0A1B1F7B-17E2-4FFF-9095-60CE0D18A507}" type="presParOf" srcId="{4E5F7A48-CD04-4898-AE1E-C8ECDF9033E0}" destId="{950C432B-658D-44CB-B04F-96AE75556770}" srcOrd="0" destOrd="0" presId="urn:microsoft.com/office/officeart/2018/5/layout/CenteredIconLabelDescriptionList"/>
    <dgm:cxn modelId="{89155AAE-E058-46B9-B805-48D16E961167}" type="presParOf" srcId="{4E5F7A48-CD04-4898-AE1E-C8ECDF9033E0}" destId="{28AF4579-59FB-47A8-BB0E-EE45868A38A9}" srcOrd="1" destOrd="0" presId="urn:microsoft.com/office/officeart/2018/5/layout/CenteredIconLabelDescriptionList"/>
    <dgm:cxn modelId="{E57BD778-A62B-449D-852D-9E6920097AD7}" type="presParOf" srcId="{4E5F7A48-CD04-4898-AE1E-C8ECDF9033E0}" destId="{BCE047DD-D6ED-4896-80C9-57AA84C53A1E}" srcOrd="2" destOrd="0" presId="urn:microsoft.com/office/officeart/2018/5/layout/CenteredIconLabelDescriptionList"/>
    <dgm:cxn modelId="{B5A61507-08E3-4486-AD79-B3451E19FB6C}" type="presParOf" srcId="{4E5F7A48-CD04-4898-AE1E-C8ECDF9033E0}" destId="{8840A471-F0D0-49B9-B004-528BD117DC69}" srcOrd="3" destOrd="0" presId="urn:microsoft.com/office/officeart/2018/5/layout/CenteredIconLabelDescriptionList"/>
    <dgm:cxn modelId="{BA606F39-36A3-41E4-BFDA-591AD2F7C31A}" type="presParOf" srcId="{4E5F7A48-CD04-4898-AE1E-C8ECDF9033E0}" destId="{9865AED2-BC9D-409C-AE51-D1665EED89A9}" srcOrd="4" destOrd="0" presId="urn:microsoft.com/office/officeart/2018/5/layout/CenteredIconLabelDescriptionList"/>
    <dgm:cxn modelId="{19924843-A52D-4F02-BCD2-13293E3B8F56}" type="presParOf" srcId="{D984F518-8072-4299-9731-73195EC19B22}" destId="{38410D0C-B515-4D6E-8313-1738A006949E}" srcOrd="1" destOrd="0" presId="urn:microsoft.com/office/officeart/2018/5/layout/CenteredIconLabelDescriptionList"/>
    <dgm:cxn modelId="{391801FB-C4DF-4191-903F-694FA1405BD1}" type="presParOf" srcId="{D984F518-8072-4299-9731-73195EC19B22}" destId="{FDFCD947-DE60-46DE-952E-3C213F3717FD}" srcOrd="2" destOrd="0" presId="urn:microsoft.com/office/officeart/2018/5/layout/CenteredIconLabelDescriptionList"/>
    <dgm:cxn modelId="{64B186F8-32C6-46A3-A780-55245A6FFED6}" type="presParOf" srcId="{FDFCD947-DE60-46DE-952E-3C213F3717FD}" destId="{5F1D99EB-0CD4-4F70-940C-E77E99100BA6}" srcOrd="0" destOrd="0" presId="urn:microsoft.com/office/officeart/2018/5/layout/CenteredIconLabelDescriptionList"/>
    <dgm:cxn modelId="{34BED91E-6358-4D64-AC1A-A540E4F0C308}" type="presParOf" srcId="{FDFCD947-DE60-46DE-952E-3C213F3717FD}" destId="{9FAFD42C-53E5-4DBC-9560-76F0DD5646B2}" srcOrd="1" destOrd="0" presId="urn:microsoft.com/office/officeart/2018/5/layout/CenteredIconLabelDescriptionList"/>
    <dgm:cxn modelId="{160E2A91-BE6D-4207-98C7-2D1B6B288954}" type="presParOf" srcId="{FDFCD947-DE60-46DE-952E-3C213F3717FD}" destId="{C53EF38A-CEDC-4AFC-AACF-C8052DE3DD0F}" srcOrd="2" destOrd="0" presId="urn:microsoft.com/office/officeart/2018/5/layout/CenteredIconLabelDescriptionList"/>
    <dgm:cxn modelId="{E1FAF864-E31D-4954-82B9-49157E689B31}" type="presParOf" srcId="{FDFCD947-DE60-46DE-952E-3C213F3717FD}" destId="{40423508-C050-4A13-9A1B-4020C8208010}" srcOrd="3" destOrd="0" presId="urn:microsoft.com/office/officeart/2018/5/layout/CenteredIconLabelDescriptionList"/>
    <dgm:cxn modelId="{DC54C631-1651-4EF9-BBC9-8CB969290F3D}" type="presParOf" srcId="{FDFCD947-DE60-46DE-952E-3C213F3717FD}" destId="{DEDD1C3C-8759-4E33-84E3-993810B8620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99DF6ED2-E7AA-4892-9895-6A1409B395B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AAC492B6-1FC4-429B-BBEC-2A67E36A2E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Usage by SPV Nodes</a:t>
          </a:r>
        </a:p>
      </dgm:t>
    </dgm:pt>
    <dgm:pt modelId="{4EAAEAF4-8D9A-41B9-84C8-541A4B3B7794}" type="parTrans" cxnId="{AE418592-D9A8-4550-8C3A-B3FECA261689}">
      <dgm:prSet/>
      <dgm:spPr/>
      <dgm:t>
        <a:bodyPr/>
        <a:lstStyle/>
        <a:p>
          <a:endParaRPr lang="tr-TR" sz="2000"/>
        </a:p>
      </dgm:t>
    </dgm:pt>
    <dgm:pt modelId="{B824EB2C-C07F-4127-8FA8-8258328A4AC3}" type="sibTrans" cxnId="{AE418592-D9A8-4550-8C3A-B3FECA261689}">
      <dgm:prSet/>
      <dgm:spPr/>
      <dgm:t>
        <a:bodyPr/>
        <a:lstStyle/>
        <a:p>
          <a:endParaRPr lang="tr-TR"/>
        </a:p>
      </dgm:t>
    </dgm:pt>
    <dgm:pt modelId="{DEE8138C-59F3-4087-B747-3EE260D95E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Merkle trees are used 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extensively by SPV nodes. </a:t>
          </a:r>
          <a:endParaRPr lang="tr-TR" dirty="0"/>
        </a:p>
      </dgm:t>
    </dgm:pt>
    <dgm:pt modelId="{67E97D18-BD12-4481-9849-C87E9E234C55}" type="parTrans" cxnId="{C90BC187-C264-4CEA-9500-DD79F82E5A48}">
      <dgm:prSet/>
      <dgm:spPr/>
      <dgm:t>
        <a:bodyPr/>
        <a:lstStyle/>
        <a:p>
          <a:endParaRPr lang="tr-TR" sz="2000"/>
        </a:p>
      </dgm:t>
    </dgm:pt>
    <dgm:pt modelId="{7BD612A4-A725-4EE7-AD45-CC10C3E0E640}" type="sibTrans" cxnId="{C90BC187-C264-4CEA-9500-DD79F82E5A48}">
      <dgm:prSet/>
      <dgm:spPr/>
      <dgm:t>
        <a:bodyPr/>
        <a:lstStyle/>
        <a:p>
          <a:endParaRPr lang="tr-TR"/>
        </a:p>
      </dgm:t>
    </dgm:pt>
    <dgm:pt modelId="{A73BC305-D02F-4C1F-984B-0CCF0851DD5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Just Block Headers</a:t>
          </a:r>
        </a:p>
      </dgm:t>
    </dgm:pt>
    <dgm:pt modelId="{D88FC686-7FDA-47D4-AA41-D7D78D4B0831}" type="parTrans" cxnId="{36E2C0D6-FE85-4A52-A062-A46E188DB04C}">
      <dgm:prSet/>
      <dgm:spPr/>
      <dgm:t>
        <a:bodyPr/>
        <a:lstStyle/>
        <a:p>
          <a:endParaRPr lang="tr-TR" sz="2000"/>
        </a:p>
      </dgm:t>
    </dgm:pt>
    <dgm:pt modelId="{F7DBCE22-74F8-4887-ABF6-D806A02A95A0}" type="sibTrans" cxnId="{36E2C0D6-FE85-4A52-A062-A46E188DB04C}">
      <dgm:prSet/>
      <dgm:spPr/>
      <dgm:t>
        <a:bodyPr/>
        <a:lstStyle/>
        <a:p>
          <a:endParaRPr lang="tr-TR"/>
        </a:p>
      </dgm:t>
    </dgm:pt>
    <dgm:pt modelId="{72427547-5337-4015-BB64-87ECAB398DE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SPV nodes don’t have all transactions</a:t>
          </a:r>
          <a:r>
            <a:rPr lang="tr-TR"/>
            <a:t> </a:t>
          </a:r>
        </a:p>
      </dgm:t>
    </dgm:pt>
    <dgm:pt modelId="{31EDCEEC-701E-40AC-B2DB-416874A272BB}" type="parTrans" cxnId="{74FE8EBC-A7F0-41EA-9EAA-AFFEB98052EC}">
      <dgm:prSet/>
      <dgm:spPr/>
      <dgm:t>
        <a:bodyPr/>
        <a:lstStyle/>
        <a:p>
          <a:endParaRPr lang="tr-TR" sz="2000"/>
        </a:p>
      </dgm:t>
    </dgm:pt>
    <dgm:pt modelId="{E0F9A231-C624-4671-937F-B5E35002475F}" type="sibTrans" cxnId="{74FE8EBC-A7F0-41EA-9EAA-AFFEB98052EC}">
      <dgm:prSet/>
      <dgm:spPr/>
      <dgm:t>
        <a:bodyPr/>
        <a:lstStyle/>
        <a:p>
          <a:endParaRPr lang="tr-TR"/>
        </a:p>
      </dgm:t>
    </dgm:pt>
    <dgm:pt modelId="{60A5A94C-D656-45FD-8DC6-EE1D12AF9A3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do not download full blocks</a:t>
          </a:r>
          <a:endParaRPr lang="tr-TR" dirty="0"/>
        </a:p>
      </dgm:t>
    </dgm:pt>
    <dgm:pt modelId="{CB7D84B9-9A34-4483-A349-1394CB4974B6}" type="parTrans" cxnId="{E3F35244-D53F-4147-848C-6563EA95FEA1}">
      <dgm:prSet/>
      <dgm:spPr/>
      <dgm:t>
        <a:bodyPr/>
        <a:lstStyle/>
        <a:p>
          <a:endParaRPr lang="tr-TR" sz="2000"/>
        </a:p>
      </dgm:t>
    </dgm:pt>
    <dgm:pt modelId="{DE29507F-B1A9-415D-A95F-F1D3C4EBC034}" type="sibTrans" cxnId="{E3F35244-D53F-4147-848C-6563EA95FEA1}">
      <dgm:prSet/>
      <dgm:spPr/>
      <dgm:t>
        <a:bodyPr/>
        <a:lstStyle/>
        <a:p>
          <a:endParaRPr lang="tr-TR"/>
        </a:p>
      </dgm:t>
    </dgm:pt>
    <dgm:pt modelId="{C8B3CD16-B0F8-4A3D-A795-3C18298730D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just </a:t>
          </a:r>
          <a:r>
            <a:rPr lang="en-US" dirty="0"/>
            <a:t>block headers. </a:t>
          </a:r>
          <a:endParaRPr lang="tr-TR" dirty="0"/>
        </a:p>
      </dgm:t>
    </dgm:pt>
    <dgm:pt modelId="{1BACC42E-65EA-4DFA-86BA-57B7C466BC22}" type="parTrans" cxnId="{0792F3AF-C06D-43C3-9A3C-A47C79CA3315}">
      <dgm:prSet/>
      <dgm:spPr/>
      <dgm:t>
        <a:bodyPr/>
        <a:lstStyle/>
        <a:p>
          <a:endParaRPr lang="tr-TR"/>
        </a:p>
      </dgm:t>
    </dgm:pt>
    <dgm:pt modelId="{28A62C29-6A2E-445C-8385-D2D795E58A7C}" type="sibTrans" cxnId="{0792F3AF-C06D-43C3-9A3C-A47C79CA3315}">
      <dgm:prSet/>
      <dgm:spPr/>
      <dgm:t>
        <a:bodyPr/>
        <a:lstStyle/>
        <a:p>
          <a:endParaRPr lang="tr-TR"/>
        </a:p>
      </dgm:t>
    </dgm:pt>
    <dgm:pt modelId="{55767C29-DCD0-4040-8DCB-9562F5341FB7}" type="pres">
      <dgm:prSet presAssocID="{99DF6ED2-E7AA-4892-9895-6A1409B395BF}" presName="root" presStyleCnt="0">
        <dgm:presLayoutVars>
          <dgm:dir/>
          <dgm:resizeHandles val="exact"/>
        </dgm:presLayoutVars>
      </dgm:prSet>
      <dgm:spPr/>
    </dgm:pt>
    <dgm:pt modelId="{DF03639A-334D-4B7E-A101-5E81BC3266BA}" type="pres">
      <dgm:prSet presAssocID="{AAC492B6-1FC4-429B-BBEC-2A67E36A2E5C}" presName="compNode" presStyleCnt="0"/>
      <dgm:spPr/>
    </dgm:pt>
    <dgm:pt modelId="{081592FF-0741-4F0F-9121-86C6E3B80250}" type="pres">
      <dgm:prSet presAssocID="{AAC492B6-1FC4-429B-BBEC-2A67E36A2E5C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est scene"/>
        </a:ext>
      </dgm:extLst>
    </dgm:pt>
    <dgm:pt modelId="{6B0D2711-34D8-4729-B4B0-85C73206E78F}" type="pres">
      <dgm:prSet presAssocID="{AAC492B6-1FC4-429B-BBEC-2A67E36A2E5C}" presName="iconSpace" presStyleCnt="0"/>
      <dgm:spPr/>
    </dgm:pt>
    <dgm:pt modelId="{0878777E-5F7C-46C0-ACE1-C96147E4FBEC}" type="pres">
      <dgm:prSet presAssocID="{AAC492B6-1FC4-429B-BBEC-2A67E36A2E5C}" presName="parTx" presStyleLbl="revTx" presStyleIdx="0" presStyleCnt="4">
        <dgm:presLayoutVars>
          <dgm:chMax val="0"/>
          <dgm:chPref val="0"/>
        </dgm:presLayoutVars>
      </dgm:prSet>
      <dgm:spPr/>
    </dgm:pt>
    <dgm:pt modelId="{A4531C0E-565B-44D3-80A3-D52CBAF3177B}" type="pres">
      <dgm:prSet presAssocID="{AAC492B6-1FC4-429B-BBEC-2A67E36A2E5C}" presName="txSpace" presStyleCnt="0"/>
      <dgm:spPr/>
    </dgm:pt>
    <dgm:pt modelId="{35FFA01C-B2C4-41DC-A0A9-EB33606EAC3B}" type="pres">
      <dgm:prSet presAssocID="{AAC492B6-1FC4-429B-BBEC-2A67E36A2E5C}" presName="desTx" presStyleLbl="revTx" presStyleIdx="1" presStyleCnt="4">
        <dgm:presLayoutVars/>
      </dgm:prSet>
      <dgm:spPr/>
    </dgm:pt>
    <dgm:pt modelId="{05C48288-6D0F-411A-ACC8-AD717157B012}" type="pres">
      <dgm:prSet presAssocID="{B824EB2C-C07F-4127-8FA8-8258328A4AC3}" presName="sibTrans" presStyleCnt="0"/>
      <dgm:spPr/>
    </dgm:pt>
    <dgm:pt modelId="{3A5DAE9F-2FFA-4F74-96FA-2B0BE600297D}" type="pres">
      <dgm:prSet presAssocID="{A73BC305-D02F-4C1F-984B-0CCF0851DD5E}" presName="compNode" presStyleCnt="0"/>
      <dgm:spPr/>
    </dgm:pt>
    <dgm:pt modelId="{1F851095-5B2D-48D9-BE80-094081B6D8D4}" type="pres">
      <dgm:prSet presAssocID="{A73BC305-D02F-4C1F-984B-0CCF0851DD5E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yncing Cloud"/>
        </a:ext>
      </dgm:extLst>
    </dgm:pt>
    <dgm:pt modelId="{4C10271E-7A38-4C27-9F81-51B32EE6E132}" type="pres">
      <dgm:prSet presAssocID="{A73BC305-D02F-4C1F-984B-0CCF0851DD5E}" presName="iconSpace" presStyleCnt="0"/>
      <dgm:spPr/>
    </dgm:pt>
    <dgm:pt modelId="{02642D8A-F2D4-42D3-9B11-58C46E934F51}" type="pres">
      <dgm:prSet presAssocID="{A73BC305-D02F-4C1F-984B-0CCF0851DD5E}" presName="parTx" presStyleLbl="revTx" presStyleIdx="2" presStyleCnt="4">
        <dgm:presLayoutVars>
          <dgm:chMax val="0"/>
          <dgm:chPref val="0"/>
        </dgm:presLayoutVars>
      </dgm:prSet>
      <dgm:spPr/>
    </dgm:pt>
    <dgm:pt modelId="{8B6CBC64-940E-41C8-89C9-1D9578537FBD}" type="pres">
      <dgm:prSet presAssocID="{A73BC305-D02F-4C1F-984B-0CCF0851DD5E}" presName="txSpace" presStyleCnt="0"/>
      <dgm:spPr/>
    </dgm:pt>
    <dgm:pt modelId="{D33B635F-655A-448D-8664-DDDEF0A1044A}" type="pres">
      <dgm:prSet presAssocID="{A73BC305-D02F-4C1F-984B-0CCF0851DD5E}" presName="desTx" presStyleLbl="revTx" presStyleIdx="3" presStyleCnt="4">
        <dgm:presLayoutVars/>
      </dgm:prSet>
      <dgm:spPr/>
    </dgm:pt>
  </dgm:ptLst>
  <dgm:cxnLst>
    <dgm:cxn modelId="{4A543102-70EE-4270-BA54-6FA9CAC55D24}" type="presOf" srcId="{60A5A94C-D656-45FD-8DC6-EE1D12AF9A3A}" destId="{D33B635F-655A-448D-8664-DDDEF0A1044A}" srcOrd="0" destOrd="1" presId="urn:microsoft.com/office/officeart/2018/5/layout/CenteredIconLabelDescriptionList"/>
    <dgm:cxn modelId="{2D89B310-A893-4B90-8235-487A2D818AF3}" type="presOf" srcId="{72427547-5337-4015-BB64-87ECAB398DE4}" destId="{D33B635F-655A-448D-8664-DDDEF0A1044A}" srcOrd="0" destOrd="0" presId="urn:microsoft.com/office/officeart/2018/5/layout/CenteredIconLabelDescriptionList"/>
    <dgm:cxn modelId="{E3F35244-D53F-4147-848C-6563EA95FEA1}" srcId="{A73BC305-D02F-4C1F-984B-0CCF0851DD5E}" destId="{60A5A94C-D656-45FD-8DC6-EE1D12AF9A3A}" srcOrd="1" destOrd="0" parTransId="{CB7D84B9-9A34-4483-A349-1394CB4974B6}" sibTransId="{DE29507F-B1A9-415D-A95F-F1D3C4EBC034}"/>
    <dgm:cxn modelId="{EA65AA44-6022-4A96-A83C-79D476909751}" type="presOf" srcId="{99DF6ED2-E7AA-4892-9895-6A1409B395BF}" destId="{55767C29-DCD0-4040-8DCB-9562F5341FB7}" srcOrd="0" destOrd="0" presId="urn:microsoft.com/office/officeart/2018/5/layout/CenteredIconLabelDescriptionList"/>
    <dgm:cxn modelId="{C90BC187-C264-4CEA-9500-DD79F82E5A48}" srcId="{AAC492B6-1FC4-429B-BBEC-2A67E36A2E5C}" destId="{DEE8138C-59F3-4087-B747-3EE260D95EC5}" srcOrd="0" destOrd="0" parTransId="{67E97D18-BD12-4481-9849-C87E9E234C55}" sibTransId="{7BD612A4-A725-4EE7-AD45-CC10C3E0E640}"/>
    <dgm:cxn modelId="{AE418592-D9A8-4550-8C3A-B3FECA261689}" srcId="{99DF6ED2-E7AA-4892-9895-6A1409B395BF}" destId="{AAC492B6-1FC4-429B-BBEC-2A67E36A2E5C}" srcOrd="0" destOrd="0" parTransId="{4EAAEAF4-8D9A-41B9-84C8-541A4B3B7794}" sibTransId="{B824EB2C-C07F-4127-8FA8-8258328A4AC3}"/>
    <dgm:cxn modelId="{71F831A1-E4C2-45A7-A8ED-12ECD88A43F8}" type="presOf" srcId="{A73BC305-D02F-4C1F-984B-0CCF0851DD5E}" destId="{02642D8A-F2D4-42D3-9B11-58C46E934F51}" srcOrd="0" destOrd="0" presId="urn:microsoft.com/office/officeart/2018/5/layout/CenteredIconLabelDescriptionList"/>
    <dgm:cxn modelId="{0792F3AF-C06D-43C3-9A3C-A47C79CA3315}" srcId="{A73BC305-D02F-4C1F-984B-0CCF0851DD5E}" destId="{C8B3CD16-B0F8-4A3D-A795-3C18298730D1}" srcOrd="2" destOrd="0" parTransId="{1BACC42E-65EA-4DFA-86BA-57B7C466BC22}" sibTransId="{28A62C29-6A2E-445C-8385-D2D795E58A7C}"/>
    <dgm:cxn modelId="{74FE8EBC-A7F0-41EA-9EAA-AFFEB98052EC}" srcId="{A73BC305-D02F-4C1F-984B-0CCF0851DD5E}" destId="{72427547-5337-4015-BB64-87ECAB398DE4}" srcOrd="0" destOrd="0" parTransId="{31EDCEEC-701E-40AC-B2DB-416874A272BB}" sibTransId="{E0F9A231-C624-4671-937F-B5E35002475F}"/>
    <dgm:cxn modelId="{36E2C0D6-FE85-4A52-A062-A46E188DB04C}" srcId="{99DF6ED2-E7AA-4892-9895-6A1409B395BF}" destId="{A73BC305-D02F-4C1F-984B-0CCF0851DD5E}" srcOrd="1" destOrd="0" parTransId="{D88FC686-7FDA-47D4-AA41-D7D78D4B0831}" sibTransId="{F7DBCE22-74F8-4887-ABF6-D806A02A95A0}"/>
    <dgm:cxn modelId="{41B884DD-0CB7-4BD2-89E6-D74564895CF1}" type="presOf" srcId="{AAC492B6-1FC4-429B-BBEC-2A67E36A2E5C}" destId="{0878777E-5F7C-46C0-ACE1-C96147E4FBEC}" srcOrd="0" destOrd="0" presId="urn:microsoft.com/office/officeart/2018/5/layout/CenteredIconLabelDescriptionList"/>
    <dgm:cxn modelId="{A4F5F3DE-E7A6-4F7B-999A-60B86585859F}" type="presOf" srcId="{C8B3CD16-B0F8-4A3D-A795-3C18298730D1}" destId="{D33B635F-655A-448D-8664-DDDEF0A1044A}" srcOrd="0" destOrd="2" presId="urn:microsoft.com/office/officeart/2018/5/layout/CenteredIconLabelDescriptionList"/>
    <dgm:cxn modelId="{40C77EE9-D04B-418A-A223-4C9349BD80FB}" type="presOf" srcId="{DEE8138C-59F3-4087-B747-3EE260D95EC5}" destId="{35FFA01C-B2C4-41DC-A0A9-EB33606EAC3B}" srcOrd="0" destOrd="0" presId="urn:microsoft.com/office/officeart/2018/5/layout/CenteredIconLabelDescriptionList"/>
    <dgm:cxn modelId="{AB9ECD17-6860-4EA6-9282-438AB74EFD15}" type="presParOf" srcId="{55767C29-DCD0-4040-8DCB-9562F5341FB7}" destId="{DF03639A-334D-4B7E-A101-5E81BC3266BA}" srcOrd="0" destOrd="0" presId="urn:microsoft.com/office/officeart/2018/5/layout/CenteredIconLabelDescriptionList"/>
    <dgm:cxn modelId="{63C25C2E-85FD-4ECB-825F-1DA3A5BA1180}" type="presParOf" srcId="{DF03639A-334D-4B7E-A101-5E81BC3266BA}" destId="{081592FF-0741-4F0F-9121-86C6E3B80250}" srcOrd="0" destOrd="0" presId="urn:microsoft.com/office/officeart/2018/5/layout/CenteredIconLabelDescriptionList"/>
    <dgm:cxn modelId="{F91FB2DA-4C0B-4DE4-881E-1A605D06B3F9}" type="presParOf" srcId="{DF03639A-334D-4B7E-A101-5E81BC3266BA}" destId="{6B0D2711-34D8-4729-B4B0-85C73206E78F}" srcOrd="1" destOrd="0" presId="urn:microsoft.com/office/officeart/2018/5/layout/CenteredIconLabelDescriptionList"/>
    <dgm:cxn modelId="{4A867683-4255-4095-9442-446EB01F415A}" type="presParOf" srcId="{DF03639A-334D-4B7E-A101-5E81BC3266BA}" destId="{0878777E-5F7C-46C0-ACE1-C96147E4FBEC}" srcOrd="2" destOrd="0" presId="urn:microsoft.com/office/officeart/2018/5/layout/CenteredIconLabelDescriptionList"/>
    <dgm:cxn modelId="{4FB67F10-55B1-4F6F-A152-135DB851E90E}" type="presParOf" srcId="{DF03639A-334D-4B7E-A101-5E81BC3266BA}" destId="{A4531C0E-565B-44D3-80A3-D52CBAF3177B}" srcOrd="3" destOrd="0" presId="urn:microsoft.com/office/officeart/2018/5/layout/CenteredIconLabelDescriptionList"/>
    <dgm:cxn modelId="{4A72267C-7234-4CAF-AE8E-870CD309BD2C}" type="presParOf" srcId="{DF03639A-334D-4B7E-A101-5E81BC3266BA}" destId="{35FFA01C-B2C4-41DC-A0A9-EB33606EAC3B}" srcOrd="4" destOrd="0" presId="urn:microsoft.com/office/officeart/2018/5/layout/CenteredIconLabelDescriptionList"/>
    <dgm:cxn modelId="{7C641E0A-E928-47E4-972E-96A8B6A62C49}" type="presParOf" srcId="{55767C29-DCD0-4040-8DCB-9562F5341FB7}" destId="{05C48288-6D0F-411A-ACC8-AD717157B012}" srcOrd="1" destOrd="0" presId="urn:microsoft.com/office/officeart/2018/5/layout/CenteredIconLabelDescriptionList"/>
    <dgm:cxn modelId="{4D567955-3E80-46AD-A5B4-8DF6F979E42D}" type="presParOf" srcId="{55767C29-DCD0-4040-8DCB-9562F5341FB7}" destId="{3A5DAE9F-2FFA-4F74-96FA-2B0BE600297D}" srcOrd="2" destOrd="0" presId="urn:microsoft.com/office/officeart/2018/5/layout/CenteredIconLabelDescriptionList"/>
    <dgm:cxn modelId="{F9CDAFD1-EE5D-44C9-874D-EF701C88BD6B}" type="presParOf" srcId="{3A5DAE9F-2FFA-4F74-96FA-2B0BE600297D}" destId="{1F851095-5B2D-48D9-BE80-094081B6D8D4}" srcOrd="0" destOrd="0" presId="urn:microsoft.com/office/officeart/2018/5/layout/CenteredIconLabelDescriptionList"/>
    <dgm:cxn modelId="{60FA7F2A-AB79-4041-925C-FA76013F0DD3}" type="presParOf" srcId="{3A5DAE9F-2FFA-4F74-96FA-2B0BE600297D}" destId="{4C10271E-7A38-4C27-9F81-51B32EE6E132}" srcOrd="1" destOrd="0" presId="urn:microsoft.com/office/officeart/2018/5/layout/CenteredIconLabelDescriptionList"/>
    <dgm:cxn modelId="{CC957249-CF39-4406-96B9-A5DC9ADBA1DA}" type="presParOf" srcId="{3A5DAE9F-2FFA-4F74-96FA-2B0BE600297D}" destId="{02642D8A-F2D4-42D3-9B11-58C46E934F51}" srcOrd="2" destOrd="0" presId="urn:microsoft.com/office/officeart/2018/5/layout/CenteredIconLabelDescriptionList"/>
    <dgm:cxn modelId="{DF38283A-2454-4617-9A6C-976F470F2841}" type="presParOf" srcId="{3A5DAE9F-2FFA-4F74-96FA-2B0BE600297D}" destId="{8B6CBC64-940E-41C8-89C9-1D9578537FBD}" srcOrd="3" destOrd="0" presId="urn:microsoft.com/office/officeart/2018/5/layout/CenteredIconLabelDescriptionList"/>
    <dgm:cxn modelId="{6C15C9D2-C622-4D4C-A7A3-D831A8D95DBE}" type="presParOf" srcId="{3A5DAE9F-2FFA-4F74-96FA-2B0BE600297D}" destId="{D33B635F-655A-448D-8664-DDDEF0A1044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99DF6ED2-E7AA-4892-9895-6A1409B395B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02962AA6-85E2-4906-BFC4-5EE0248C4A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Verify with merkle path</a:t>
          </a:r>
        </a:p>
      </dgm:t>
    </dgm:pt>
    <dgm:pt modelId="{E6B2C37D-29D0-4AEF-A8BF-FF2143C127EA}" type="parTrans" cxnId="{ADFC44C9-4408-41EE-9379-29D82B7CF264}">
      <dgm:prSet/>
      <dgm:spPr/>
      <dgm:t>
        <a:bodyPr/>
        <a:lstStyle/>
        <a:p>
          <a:endParaRPr lang="tr-TR" sz="2000"/>
        </a:p>
      </dgm:t>
    </dgm:pt>
    <dgm:pt modelId="{C56FCC62-5396-4DE8-9581-89BA77376308}" type="sibTrans" cxnId="{ADFC44C9-4408-41EE-9379-29D82B7CF264}">
      <dgm:prSet/>
      <dgm:spPr/>
      <dgm:t>
        <a:bodyPr/>
        <a:lstStyle/>
        <a:p>
          <a:endParaRPr lang="tr-TR"/>
        </a:p>
      </dgm:t>
    </dgm:pt>
    <dgm:pt modelId="{7DD8FD0E-97C1-4FD1-8101-3F6D95C872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use an authentication path, or merkle path </a:t>
          </a:r>
          <a:endParaRPr lang="tr-TR"/>
        </a:p>
      </dgm:t>
    </dgm:pt>
    <dgm:pt modelId="{E6C282D3-224F-4C65-ACBC-96B3DC0FD784}" type="parTrans" cxnId="{EE294815-F320-451B-91D8-56B5E96FFFDC}">
      <dgm:prSet/>
      <dgm:spPr/>
      <dgm:t>
        <a:bodyPr/>
        <a:lstStyle/>
        <a:p>
          <a:endParaRPr lang="tr-TR" sz="2000"/>
        </a:p>
      </dgm:t>
    </dgm:pt>
    <dgm:pt modelId="{54A3E542-6ED9-4B61-AD81-037C7F6AFCF8}" type="sibTrans" cxnId="{EE294815-F320-451B-91D8-56B5E96FFFDC}">
      <dgm:prSet/>
      <dgm:spPr/>
      <dgm:t>
        <a:bodyPr/>
        <a:lstStyle/>
        <a:p>
          <a:endParaRPr lang="tr-TR"/>
        </a:p>
      </dgm:t>
    </dgm:pt>
    <dgm:pt modelId="{CBB9CAE0-503B-4FF7-8C62-E1C4442094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verify that a transaction</a:t>
          </a:r>
          <a:r>
            <a:rPr lang="tr-TR"/>
            <a:t> </a:t>
          </a:r>
          <a:r>
            <a:rPr lang="en-US"/>
            <a:t>is included in a block, </a:t>
          </a:r>
          <a:endParaRPr lang="tr-TR"/>
        </a:p>
      </dgm:t>
    </dgm:pt>
    <dgm:pt modelId="{BCE99AC1-5709-40FB-B8BD-6F888C8E2FFE}" type="parTrans" cxnId="{C234E199-920C-42A8-86F1-A503EBE029AA}">
      <dgm:prSet/>
      <dgm:spPr/>
      <dgm:t>
        <a:bodyPr/>
        <a:lstStyle/>
        <a:p>
          <a:endParaRPr lang="tr-TR" sz="2000"/>
        </a:p>
      </dgm:t>
    </dgm:pt>
    <dgm:pt modelId="{3BC1F0CB-9EF4-4A1E-8AF8-87BD745D656B}" type="sibTrans" cxnId="{C234E199-920C-42A8-86F1-A503EBE029AA}">
      <dgm:prSet/>
      <dgm:spPr/>
      <dgm:t>
        <a:bodyPr/>
        <a:lstStyle/>
        <a:p>
          <a:endParaRPr lang="tr-TR"/>
        </a:p>
      </dgm:t>
    </dgm:pt>
    <dgm:pt modelId="{B80DD99D-0E9C-41DF-ABA4-26464CB1E8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need to the blocks</a:t>
          </a:r>
        </a:p>
      </dgm:t>
    </dgm:pt>
    <dgm:pt modelId="{E1DBB443-068C-4DEA-8232-7CD293824700}" type="parTrans" cxnId="{EEC29095-DE2B-4C58-85A8-35C1D6208682}">
      <dgm:prSet/>
      <dgm:spPr/>
      <dgm:t>
        <a:bodyPr/>
        <a:lstStyle/>
        <a:p>
          <a:endParaRPr lang="tr-TR" sz="2000"/>
        </a:p>
      </dgm:t>
    </dgm:pt>
    <dgm:pt modelId="{1CB931E1-413D-4A7A-BDC6-A44D1C7EEE86}" type="sibTrans" cxnId="{EEC29095-DE2B-4C58-85A8-35C1D6208682}">
      <dgm:prSet/>
      <dgm:spPr/>
      <dgm:t>
        <a:bodyPr/>
        <a:lstStyle/>
        <a:p>
          <a:endParaRPr lang="tr-TR"/>
        </a:p>
      </dgm:t>
    </dgm:pt>
    <dgm:pt modelId="{8B58700C-ADCA-4808-8EA6-6CF26C821B9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having to download </a:t>
          </a:r>
          <a:endParaRPr lang="tr-TR"/>
        </a:p>
      </dgm:t>
    </dgm:pt>
    <dgm:pt modelId="{FDD8F1BE-4B55-4D63-8326-B29FD991AA4A}" type="parTrans" cxnId="{C2CCACCB-046A-426F-99B9-25E51CD83C99}">
      <dgm:prSet/>
      <dgm:spPr/>
      <dgm:t>
        <a:bodyPr/>
        <a:lstStyle/>
        <a:p>
          <a:endParaRPr lang="tr-TR" sz="2000"/>
        </a:p>
      </dgm:t>
    </dgm:pt>
    <dgm:pt modelId="{278C2705-56EA-40BA-A7AF-C9B80A776C7A}" type="sibTrans" cxnId="{C2CCACCB-046A-426F-99B9-25E51CD83C99}">
      <dgm:prSet/>
      <dgm:spPr/>
      <dgm:t>
        <a:bodyPr/>
        <a:lstStyle/>
        <a:p>
          <a:endParaRPr lang="tr-TR"/>
        </a:p>
      </dgm:t>
    </dgm:pt>
    <dgm:pt modelId="{FD912168-7428-4DC8-8536-EB03A55A300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 the transactions in the</a:t>
          </a:r>
          <a:r>
            <a:rPr lang="tr-TR"/>
            <a:t> </a:t>
          </a:r>
          <a:r>
            <a:rPr lang="en-US"/>
            <a:t>block</a:t>
          </a:r>
          <a:endParaRPr lang="tr-TR"/>
        </a:p>
      </dgm:t>
    </dgm:pt>
    <dgm:pt modelId="{866A80BC-D465-4AFB-BDE8-C53DBC4C6C6C}" type="parTrans" cxnId="{7F7A79A2-6B03-434A-97C0-ED57CE7CF1FC}">
      <dgm:prSet/>
      <dgm:spPr/>
      <dgm:t>
        <a:bodyPr/>
        <a:lstStyle/>
        <a:p>
          <a:endParaRPr lang="tr-TR" sz="2000"/>
        </a:p>
      </dgm:t>
    </dgm:pt>
    <dgm:pt modelId="{0334FCD9-2862-4FB2-B7D0-63098C6FC5BD}" type="sibTrans" cxnId="{7F7A79A2-6B03-434A-97C0-ED57CE7CF1FC}">
      <dgm:prSet/>
      <dgm:spPr/>
      <dgm:t>
        <a:bodyPr/>
        <a:lstStyle/>
        <a:p>
          <a:endParaRPr lang="tr-TR"/>
        </a:p>
      </dgm:t>
    </dgm:pt>
    <dgm:pt modelId="{55767C29-DCD0-4040-8DCB-9562F5341FB7}" type="pres">
      <dgm:prSet presAssocID="{99DF6ED2-E7AA-4892-9895-6A1409B395BF}" presName="root" presStyleCnt="0">
        <dgm:presLayoutVars>
          <dgm:dir/>
          <dgm:resizeHandles val="exact"/>
        </dgm:presLayoutVars>
      </dgm:prSet>
      <dgm:spPr/>
    </dgm:pt>
    <dgm:pt modelId="{5D2866A9-36F9-477C-95E9-462A9C2C938A}" type="pres">
      <dgm:prSet presAssocID="{02962AA6-85E2-4906-BFC4-5EE0248C4ACA}" presName="compNode" presStyleCnt="0"/>
      <dgm:spPr/>
    </dgm:pt>
    <dgm:pt modelId="{8F06A66A-65A7-4DBB-A64C-2BD7F083E44D}" type="pres">
      <dgm:prSet presAssocID="{02962AA6-85E2-4906-BFC4-5EE0248C4ACA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ABA9E3E2-50B0-467A-B58F-0CCD31F8B8E2}" type="pres">
      <dgm:prSet presAssocID="{02962AA6-85E2-4906-BFC4-5EE0248C4ACA}" presName="iconSpace" presStyleCnt="0"/>
      <dgm:spPr/>
    </dgm:pt>
    <dgm:pt modelId="{618018FE-6BBC-421F-9201-49060062D61A}" type="pres">
      <dgm:prSet presAssocID="{02962AA6-85E2-4906-BFC4-5EE0248C4ACA}" presName="parTx" presStyleLbl="revTx" presStyleIdx="0" presStyleCnt="4">
        <dgm:presLayoutVars>
          <dgm:chMax val="0"/>
          <dgm:chPref val="0"/>
        </dgm:presLayoutVars>
      </dgm:prSet>
      <dgm:spPr/>
    </dgm:pt>
    <dgm:pt modelId="{292B7173-1BC2-4A8B-8355-6E61F28DA712}" type="pres">
      <dgm:prSet presAssocID="{02962AA6-85E2-4906-BFC4-5EE0248C4ACA}" presName="txSpace" presStyleCnt="0"/>
      <dgm:spPr/>
    </dgm:pt>
    <dgm:pt modelId="{5C8059EE-EAFA-4EB1-B24C-986841C274CF}" type="pres">
      <dgm:prSet presAssocID="{02962AA6-85E2-4906-BFC4-5EE0248C4ACA}" presName="desTx" presStyleLbl="revTx" presStyleIdx="1" presStyleCnt="4">
        <dgm:presLayoutVars/>
      </dgm:prSet>
      <dgm:spPr/>
    </dgm:pt>
    <dgm:pt modelId="{A2279784-E8C0-4860-97AA-D5C7F4F288EF}" type="pres">
      <dgm:prSet presAssocID="{C56FCC62-5396-4DE8-9581-89BA77376308}" presName="sibTrans" presStyleCnt="0"/>
      <dgm:spPr/>
    </dgm:pt>
    <dgm:pt modelId="{F516EE92-F071-4488-8972-8C2B760BDF4B}" type="pres">
      <dgm:prSet presAssocID="{B80DD99D-0E9C-41DF-ABA4-26464CB1E873}" presName="compNode" presStyleCnt="0"/>
      <dgm:spPr/>
    </dgm:pt>
    <dgm:pt modelId="{EED203BC-B6B4-4972-B2EC-647562A1A053}" type="pres">
      <dgm:prSet presAssocID="{B80DD99D-0E9C-41DF-ABA4-26464CB1E873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CCEAE454-F805-4774-8317-12CDB4431494}" type="pres">
      <dgm:prSet presAssocID="{B80DD99D-0E9C-41DF-ABA4-26464CB1E873}" presName="iconSpace" presStyleCnt="0"/>
      <dgm:spPr/>
    </dgm:pt>
    <dgm:pt modelId="{8E89168E-24B4-4F31-BB3A-EB022C295787}" type="pres">
      <dgm:prSet presAssocID="{B80DD99D-0E9C-41DF-ABA4-26464CB1E873}" presName="parTx" presStyleLbl="revTx" presStyleIdx="2" presStyleCnt="4">
        <dgm:presLayoutVars>
          <dgm:chMax val="0"/>
          <dgm:chPref val="0"/>
        </dgm:presLayoutVars>
      </dgm:prSet>
      <dgm:spPr/>
    </dgm:pt>
    <dgm:pt modelId="{4CDE2E3B-6919-4DD1-B0EA-93EB16D6F2DC}" type="pres">
      <dgm:prSet presAssocID="{B80DD99D-0E9C-41DF-ABA4-26464CB1E873}" presName="txSpace" presStyleCnt="0"/>
      <dgm:spPr/>
    </dgm:pt>
    <dgm:pt modelId="{AE2B4879-E35A-42B4-91B8-1702A6AC7A90}" type="pres">
      <dgm:prSet presAssocID="{B80DD99D-0E9C-41DF-ABA4-26464CB1E873}" presName="desTx" presStyleLbl="revTx" presStyleIdx="3" presStyleCnt="4">
        <dgm:presLayoutVars/>
      </dgm:prSet>
      <dgm:spPr/>
    </dgm:pt>
  </dgm:ptLst>
  <dgm:cxnLst>
    <dgm:cxn modelId="{EE294815-F320-451B-91D8-56B5E96FFFDC}" srcId="{02962AA6-85E2-4906-BFC4-5EE0248C4ACA}" destId="{7DD8FD0E-97C1-4FD1-8101-3F6D95C872DD}" srcOrd="0" destOrd="0" parTransId="{E6C282D3-224F-4C65-ACBC-96B3DC0FD784}" sibTransId="{54A3E542-6ED9-4B61-AD81-037C7F6AFCF8}"/>
    <dgm:cxn modelId="{0898D125-4ED3-4120-B2F6-DEC0F5EEE0FD}" type="presOf" srcId="{FD912168-7428-4DC8-8536-EB03A55A300F}" destId="{AE2B4879-E35A-42B4-91B8-1702A6AC7A90}" srcOrd="0" destOrd="1" presId="urn:microsoft.com/office/officeart/2018/5/layout/CenteredIconLabelDescriptionList"/>
    <dgm:cxn modelId="{B148FE2F-F4B8-496A-A4B1-9732528D2D35}" type="presOf" srcId="{8B58700C-ADCA-4808-8EA6-6CF26C821B98}" destId="{AE2B4879-E35A-42B4-91B8-1702A6AC7A90}" srcOrd="0" destOrd="0" presId="urn:microsoft.com/office/officeart/2018/5/layout/CenteredIconLabelDescriptionList"/>
    <dgm:cxn modelId="{EA65AA44-6022-4A96-A83C-79D476909751}" type="presOf" srcId="{99DF6ED2-E7AA-4892-9895-6A1409B395BF}" destId="{55767C29-DCD0-4040-8DCB-9562F5341FB7}" srcOrd="0" destOrd="0" presId="urn:microsoft.com/office/officeart/2018/5/layout/CenteredIconLabelDescriptionList"/>
    <dgm:cxn modelId="{8EE4AC4A-66AF-48B6-97D9-AFEB191454DA}" type="presOf" srcId="{B80DD99D-0E9C-41DF-ABA4-26464CB1E873}" destId="{8E89168E-24B4-4F31-BB3A-EB022C295787}" srcOrd="0" destOrd="0" presId="urn:microsoft.com/office/officeart/2018/5/layout/CenteredIconLabelDescriptionList"/>
    <dgm:cxn modelId="{A6B90575-4772-43ED-B20C-481BF0C8481D}" type="presOf" srcId="{7DD8FD0E-97C1-4FD1-8101-3F6D95C872DD}" destId="{5C8059EE-EAFA-4EB1-B24C-986841C274CF}" srcOrd="0" destOrd="0" presId="urn:microsoft.com/office/officeart/2018/5/layout/CenteredIconLabelDescriptionList"/>
    <dgm:cxn modelId="{EEC29095-DE2B-4C58-85A8-35C1D6208682}" srcId="{99DF6ED2-E7AA-4892-9895-6A1409B395BF}" destId="{B80DD99D-0E9C-41DF-ABA4-26464CB1E873}" srcOrd="1" destOrd="0" parTransId="{E1DBB443-068C-4DEA-8232-7CD293824700}" sibTransId="{1CB931E1-413D-4A7A-BDC6-A44D1C7EEE86}"/>
    <dgm:cxn modelId="{C234E199-920C-42A8-86F1-A503EBE029AA}" srcId="{02962AA6-85E2-4906-BFC4-5EE0248C4ACA}" destId="{CBB9CAE0-503B-4FF7-8C62-E1C4442094F9}" srcOrd="1" destOrd="0" parTransId="{BCE99AC1-5709-40FB-B8BD-6F888C8E2FFE}" sibTransId="{3BC1F0CB-9EF4-4A1E-8AF8-87BD745D656B}"/>
    <dgm:cxn modelId="{7F7A79A2-6B03-434A-97C0-ED57CE7CF1FC}" srcId="{B80DD99D-0E9C-41DF-ABA4-26464CB1E873}" destId="{FD912168-7428-4DC8-8536-EB03A55A300F}" srcOrd="1" destOrd="0" parTransId="{866A80BC-D465-4AFB-BDE8-C53DBC4C6C6C}" sibTransId="{0334FCD9-2862-4FB2-B7D0-63098C6FC5BD}"/>
    <dgm:cxn modelId="{ADFC44C9-4408-41EE-9379-29D82B7CF264}" srcId="{99DF6ED2-E7AA-4892-9895-6A1409B395BF}" destId="{02962AA6-85E2-4906-BFC4-5EE0248C4ACA}" srcOrd="0" destOrd="0" parTransId="{E6B2C37D-29D0-4AEF-A8BF-FF2143C127EA}" sibTransId="{C56FCC62-5396-4DE8-9581-89BA77376308}"/>
    <dgm:cxn modelId="{C2CCACCB-046A-426F-99B9-25E51CD83C99}" srcId="{B80DD99D-0E9C-41DF-ABA4-26464CB1E873}" destId="{8B58700C-ADCA-4808-8EA6-6CF26C821B98}" srcOrd="0" destOrd="0" parTransId="{FDD8F1BE-4B55-4D63-8326-B29FD991AA4A}" sibTransId="{278C2705-56EA-40BA-A7AF-C9B80A776C7A}"/>
    <dgm:cxn modelId="{E6BC56E8-0951-4498-AD0C-9B7E11482B9C}" type="presOf" srcId="{CBB9CAE0-503B-4FF7-8C62-E1C4442094F9}" destId="{5C8059EE-EAFA-4EB1-B24C-986841C274CF}" srcOrd="0" destOrd="1" presId="urn:microsoft.com/office/officeart/2018/5/layout/CenteredIconLabelDescriptionList"/>
    <dgm:cxn modelId="{E4340BFE-143A-4555-8838-6B4FCB195B70}" type="presOf" srcId="{02962AA6-85E2-4906-BFC4-5EE0248C4ACA}" destId="{618018FE-6BBC-421F-9201-49060062D61A}" srcOrd="0" destOrd="0" presId="urn:microsoft.com/office/officeart/2018/5/layout/CenteredIconLabelDescriptionList"/>
    <dgm:cxn modelId="{B0C10F8F-EFAB-4793-8646-C2F89D2A1915}" type="presParOf" srcId="{55767C29-DCD0-4040-8DCB-9562F5341FB7}" destId="{5D2866A9-36F9-477C-95E9-462A9C2C938A}" srcOrd="0" destOrd="0" presId="urn:microsoft.com/office/officeart/2018/5/layout/CenteredIconLabelDescriptionList"/>
    <dgm:cxn modelId="{9A5656DC-C404-4E9B-B25B-B6D606ABCD4D}" type="presParOf" srcId="{5D2866A9-36F9-477C-95E9-462A9C2C938A}" destId="{8F06A66A-65A7-4DBB-A64C-2BD7F083E44D}" srcOrd="0" destOrd="0" presId="urn:microsoft.com/office/officeart/2018/5/layout/CenteredIconLabelDescriptionList"/>
    <dgm:cxn modelId="{48E06AE2-ECBE-4797-8D0C-E2C0D76A4F53}" type="presParOf" srcId="{5D2866A9-36F9-477C-95E9-462A9C2C938A}" destId="{ABA9E3E2-50B0-467A-B58F-0CCD31F8B8E2}" srcOrd="1" destOrd="0" presId="urn:microsoft.com/office/officeart/2018/5/layout/CenteredIconLabelDescriptionList"/>
    <dgm:cxn modelId="{6DB643C8-05F9-4043-BE50-1793ABD65AAF}" type="presParOf" srcId="{5D2866A9-36F9-477C-95E9-462A9C2C938A}" destId="{618018FE-6BBC-421F-9201-49060062D61A}" srcOrd="2" destOrd="0" presId="urn:microsoft.com/office/officeart/2018/5/layout/CenteredIconLabelDescriptionList"/>
    <dgm:cxn modelId="{27A76E65-3229-4A61-A061-ED49687AC201}" type="presParOf" srcId="{5D2866A9-36F9-477C-95E9-462A9C2C938A}" destId="{292B7173-1BC2-4A8B-8355-6E61F28DA712}" srcOrd="3" destOrd="0" presId="urn:microsoft.com/office/officeart/2018/5/layout/CenteredIconLabelDescriptionList"/>
    <dgm:cxn modelId="{0D9C7C2C-89DF-4B47-BC3F-DB57DB32A206}" type="presParOf" srcId="{5D2866A9-36F9-477C-95E9-462A9C2C938A}" destId="{5C8059EE-EAFA-4EB1-B24C-986841C274CF}" srcOrd="4" destOrd="0" presId="urn:microsoft.com/office/officeart/2018/5/layout/CenteredIconLabelDescriptionList"/>
    <dgm:cxn modelId="{9C9396F2-CB3C-40B3-9D31-8B822A53D849}" type="presParOf" srcId="{55767C29-DCD0-4040-8DCB-9562F5341FB7}" destId="{A2279784-E8C0-4860-97AA-D5C7F4F288EF}" srcOrd="1" destOrd="0" presId="urn:microsoft.com/office/officeart/2018/5/layout/CenteredIconLabelDescriptionList"/>
    <dgm:cxn modelId="{697C45A1-8B4A-46B6-B27F-EC164F54D216}" type="presParOf" srcId="{55767C29-DCD0-4040-8DCB-9562F5341FB7}" destId="{F516EE92-F071-4488-8972-8C2B760BDF4B}" srcOrd="2" destOrd="0" presId="urn:microsoft.com/office/officeart/2018/5/layout/CenteredIconLabelDescriptionList"/>
    <dgm:cxn modelId="{3D561797-B8B0-486A-B10F-020C1A32A4B1}" type="presParOf" srcId="{F516EE92-F071-4488-8972-8C2B760BDF4B}" destId="{EED203BC-B6B4-4972-B2EC-647562A1A053}" srcOrd="0" destOrd="0" presId="urn:microsoft.com/office/officeart/2018/5/layout/CenteredIconLabelDescriptionList"/>
    <dgm:cxn modelId="{744AEDF1-6349-4728-98C3-C8663D9DC9AE}" type="presParOf" srcId="{F516EE92-F071-4488-8972-8C2B760BDF4B}" destId="{CCEAE454-F805-4774-8317-12CDB4431494}" srcOrd="1" destOrd="0" presId="urn:microsoft.com/office/officeart/2018/5/layout/CenteredIconLabelDescriptionList"/>
    <dgm:cxn modelId="{ED2681D1-CE11-46FF-AB5D-DF180FC064DA}" type="presParOf" srcId="{F516EE92-F071-4488-8972-8C2B760BDF4B}" destId="{8E89168E-24B4-4F31-BB3A-EB022C295787}" srcOrd="2" destOrd="0" presId="urn:microsoft.com/office/officeart/2018/5/layout/CenteredIconLabelDescriptionList"/>
    <dgm:cxn modelId="{24638FB7-FBA1-4948-81F6-91FD609E2600}" type="presParOf" srcId="{F516EE92-F071-4488-8972-8C2B760BDF4B}" destId="{4CDE2E3B-6919-4DD1-B0EA-93EB16D6F2DC}" srcOrd="3" destOrd="0" presId="urn:microsoft.com/office/officeart/2018/5/layout/CenteredIconLabelDescriptionList"/>
    <dgm:cxn modelId="{369A89B7-8B2A-4C8F-8392-8022AA5AC1F3}" type="presParOf" srcId="{F516EE92-F071-4488-8972-8C2B760BDF4B}" destId="{AE2B4879-E35A-42B4-91B8-1702A6AC7A9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64C391A6-B775-44B0-A6FC-FECA2A0FA65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E025D019-1229-48D7-910F-85859A9A20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err="1"/>
            <a:t>merkle</a:t>
          </a:r>
          <a:r>
            <a:rPr lang="tr-TR"/>
            <a:t> </a:t>
          </a:r>
          <a:r>
            <a:rPr lang="en-US"/>
            <a:t>block message </a:t>
          </a:r>
          <a:endParaRPr lang="tr-TR"/>
        </a:p>
      </dgm:t>
    </dgm:pt>
    <dgm:pt modelId="{87ACBF76-1295-456B-99AA-FD5443B15ED0}" type="parTrans" cxnId="{FAD0D7FB-9BCA-4A53-9963-783C87157C93}">
      <dgm:prSet/>
      <dgm:spPr/>
      <dgm:t>
        <a:bodyPr/>
        <a:lstStyle/>
        <a:p>
          <a:endParaRPr lang="tr-TR"/>
        </a:p>
      </dgm:t>
    </dgm:pt>
    <dgm:pt modelId="{BD8FA6FC-A1B1-493F-BE25-8354C4D396EA}" type="sibTrans" cxnId="{FAD0D7FB-9BCA-4A53-9963-783C87157C93}">
      <dgm:prSet/>
      <dgm:spPr/>
      <dgm:t>
        <a:bodyPr/>
        <a:lstStyle/>
        <a:p>
          <a:endParaRPr lang="tr-TR"/>
        </a:p>
      </dgm:t>
    </dgm:pt>
    <dgm:pt modelId="{0FB7D190-111F-41F1-B7EB-9886C6D896D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a peer sees a transaction</a:t>
          </a:r>
          <a:endParaRPr lang="tr-TR"/>
        </a:p>
      </dgm:t>
    </dgm:pt>
    <dgm:pt modelId="{D9F0618C-44CD-44B5-B68B-F1E23C89D493}" type="parTrans" cxnId="{197215CD-2FA5-4A11-B7C9-4B93DC7AFC06}">
      <dgm:prSet/>
      <dgm:spPr/>
      <dgm:t>
        <a:bodyPr/>
        <a:lstStyle/>
        <a:p>
          <a:endParaRPr lang="tr-TR"/>
        </a:p>
      </dgm:t>
    </dgm:pt>
    <dgm:pt modelId="{10DD191A-4B19-40BF-9048-E330A50B8B75}" type="sibTrans" cxnId="{197215CD-2FA5-4A11-B7C9-4B93DC7AFC06}">
      <dgm:prSet/>
      <dgm:spPr/>
      <dgm:t>
        <a:bodyPr/>
        <a:lstStyle/>
        <a:p>
          <a:endParaRPr lang="tr-TR"/>
        </a:p>
      </dgm:t>
    </dgm:pt>
    <dgm:pt modelId="{47251C33-AD1E-4132-BCCA-A6F00109C96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it will send</a:t>
          </a:r>
          <a:endParaRPr lang="tr-TR"/>
        </a:p>
      </dgm:t>
    </dgm:pt>
    <dgm:pt modelId="{256944E6-B283-4FA7-A23D-9934737F972E}" type="parTrans" cxnId="{9AE08FD1-5A81-40A9-8C41-86A8B3FA7BC7}">
      <dgm:prSet/>
      <dgm:spPr/>
      <dgm:t>
        <a:bodyPr/>
        <a:lstStyle/>
        <a:p>
          <a:endParaRPr lang="tr-TR"/>
        </a:p>
      </dgm:t>
    </dgm:pt>
    <dgm:pt modelId="{5B583EAD-C731-419C-8B47-2F262E8D8ABB}" type="sibTrans" cxnId="{9AE08FD1-5A81-40A9-8C41-86A8B3FA7BC7}">
      <dgm:prSet/>
      <dgm:spPr/>
      <dgm:t>
        <a:bodyPr/>
        <a:lstStyle/>
        <a:p>
          <a:endParaRPr lang="tr-TR"/>
        </a:p>
      </dgm:t>
    </dgm:pt>
    <dgm:pt modelId="{7D18E919-CAAF-44B0-954A-046CE82B61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Content </a:t>
          </a:r>
        </a:p>
      </dgm:t>
    </dgm:pt>
    <dgm:pt modelId="{96DCDA3C-10BA-4336-B2C5-6A7E1C609580}" type="parTrans" cxnId="{AFE5ECA3-8C2C-4018-B048-033542F738B1}">
      <dgm:prSet/>
      <dgm:spPr/>
      <dgm:t>
        <a:bodyPr/>
        <a:lstStyle/>
        <a:p>
          <a:endParaRPr lang="tr-TR"/>
        </a:p>
      </dgm:t>
    </dgm:pt>
    <dgm:pt modelId="{60A4AB89-250C-4E62-839A-6778521A88AE}" type="sibTrans" cxnId="{AFE5ECA3-8C2C-4018-B048-033542F738B1}">
      <dgm:prSet/>
      <dgm:spPr/>
      <dgm:t>
        <a:bodyPr/>
        <a:lstStyle/>
        <a:p>
          <a:endParaRPr lang="tr-TR"/>
        </a:p>
      </dgm:t>
    </dgm:pt>
    <dgm:pt modelId="{F8ACBF3B-6FBF-49FE-8D3F-68D777A0BC8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block header 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a </a:t>
          </a:r>
          <a:r>
            <a:rPr lang="en-US" dirty="0" err="1"/>
            <a:t>merkle</a:t>
          </a:r>
          <a:r>
            <a:rPr lang="en-US" dirty="0"/>
            <a:t> path</a:t>
          </a:r>
          <a:r>
            <a:rPr lang="tr-TR" dirty="0"/>
            <a:t> </a:t>
          </a:r>
        </a:p>
      </dgm:t>
    </dgm:pt>
    <dgm:pt modelId="{F9F7EFE6-AE1B-4364-B59F-2C4EFB9ECBF8}" type="parTrans" cxnId="{515C0640-F20A-4BE9-9AF8-266C8EAD72DC}">
      <dgm:prSet/>
      <dgm:spPr/>
      <dgm:t>
        <a:bodyPr/>
        <a:lstStyle/>
        <a:p>
          <a:endParaRPr lang="tr-TR"/>
        </a:p>
      </dgm:t>
    </dgm:pt>
    <dgm:pt modelId="{A57C6ADE-47A1-40DA-9F37-3E0944622326}" type="sibTrans" cxnId="{515C0640-F20A-4BE9-9AF8-266C8EAD72DC}">
      <dgm:prSet/>
      <dgm:spPr/>
      <dgm:t>
        <a:bodyPr/>
        <a:lstStyle/>
        <a:p>
          <a:endParaRPr lang="tr-TR"/>
        </a:p>
      </dgm:t>
    </dgm:pt>
    <dgm:pt modelId="{7C4D0F8E-9428-46B5-8867-0CCBA8C9BD9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links the transaction 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to the </a:t>
          </a:r>
          <a:r>
            <a:rPr lang="en-US" dirty="0" err="1"/>
            <a:t>merkle</a:t>
          </a:r>
          <a:r>
            <a:rPr lang="en-US" dirty="0"/>
            <a:t> root</a:t>
          </a:r>
          <a:endParaRPr lang="tr-TR" dirty="0"/>
        </a:p>
      </dgm:t>
    </dgm:pt>
    <dgm:pt modelId="{AEE6A703-F3C5-4B25-AA16-E6A11BFC785B}" type="parTrans" cxnId="{DCF7B66F-2E3B-4FAB-84CE-BF0B1EE1206A}">
      <dgm:prSet/>
      <dgm:spPr/>
      <dgm:t>
        <a:bodyPr/>
        <a:lstStyle/>
        <a:p>
          <a:endParaRPr lang="tr-TR"/>
        </a:p>
      </dgm:t>
    </dgm:pt>
    <dgm:pt modelId="{C025BCEF-6672-4883-BD09-DB91EB94D100}" type="sibTrans" cxnId="{DCF7B66F-2E3B-4FAB-84CE-BF0B1EE1206A}">
      <dgm:prSet/>
      <dgm:spPr/>
      <dgm:t>
        <a:bodyPr/>
        <a:lstStyle/>
        <a:p>
          <a:endParaRPr lang="tr-TR"/>
        </a:p>
      </dgm:t>
    </dgm:pt>
    <dgm:pt modelId="{594EA8A8-9D97-4559-92DF-0F76CBD208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matches the bloom filter</a:t>
          </a:r>
          <a:endParaRPr lang="tr-TR"/>
        </a:p>
      </dgm:t>
    </dgm:pt>
    <dgm:pt modelId="{8171B0DE-6051-4659-B213-95D4E5DB1C69}" type="parTrans" cxnId="{A577AA11-7328-4D24-AC8E-0A57A5415A40}">
      <dgm:prSet/>
      <dgm:spPr/>
      <dgm:t>
        <a:bodyPr/>
        <a:lstStyle/>
        <a:p>
          <a:endParaRPr lang="tr-TR"/>
        </a:p>
      </dgm:t>
    </dgm:pt>
    <dgm:pt modelId="{4D9A3777-4DCA-4B4E-BADB-FC410EA7908F}" type="sibTrans" cxnId="{A577AA11-7328-4D24-AC8E-0A57A5415A40}">
      <dgm:prSet/>
      <dgm:spPr/>
      <dgm:t>
        <a:bodyPr/>
        <a:lstStyle/>
        <a:p>
          <a:endParaRPr lang="tr-TR"/>
        </a:p>
      </dgm:t>
    </dgm:pt>
    <dgm:pt modelId="{7C601D32-579A-43EB-9E3D-C92DBF8722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block</a:t>
          </a:r>
          <a:endParaRPr lang="tr-TR"/>
        </a:p>
      </dgm:t>
    </dgm:pt>
    <dgm:pt modelId="{6CDAB017-F00A-404C-9FEB-F111F1F57F60}" type="parTrans" cxnId="{8F43A7D5-48F9-4725-985C-039CF851F812}">
      <dgm:prSet/>
      <dgm:spPr/>
      <dgm:t>
        <a:bodyPr/>
        <a:lstStyle/>
        <a:p>
          <a:endParaRPr lang="tr-TR"/>
        </a:p>
      </dgm:t>
    </dgm:pt>
    <dgm:pt modelId="{69295D8A-FD4C-41D3-AE92-C90C74218608}" type="sibTrans" cxnId="{8F43A7D5-48F9-4725-985C-039CF851F812}">
      <dgm:prSet/>
      <dgm:spPr/>
      <dgm:t>
        <a:bodyPr/>
        <a:lstStyle/>
        <a:p>
          <a:endParaRPr lang="tr-TR"/>
        </a:p>
      </dgm:t>
    </dgm:pt>
    <dgm:pt modelId="{2B88192F-4BF4-4049-BD5F-241B89B832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a </a:t>
          </a:r>
          <a:r>
            <a:rPr lang="en-US" err="1"/>
            <a:t>merkleblock</a:t>
          </a:r>
          <a:r>
            <a:rPr lang="en-US"/>
            <a:t> message.</a:t>
          </a:r>
          <a:endParaRPr lang="tr-TR"/>
        </a:p>
      </dgm:t>
    </dgm:pt>
    <dgm:pt modelId="{EC517D7C-D9B0-4330-BCC2-4686DB8B6732}" type="parTrans" cxnId="{3FD0B8B8-6872-49DB-B717-DEC89C40DAC1}">
      <dgm:prSet/>
      <dgm:spPr/>
      <dgm:t>
        <a:bodyPr/>
        <a:lstStyle/>
        <a:p>
          <a:endParaRPr lang="tr-TR"/>
        </a:p>
      </dgm:t>
    </dgm:pt>
    <dgm:pt modelId="{E81AC696-BE04-4DE7-9AD4-B00AA1753569}" type="sibTrans" cxnId="{3FD0B8B8-6872-49DB-B717-DEC89C40DAC1}">
      <dgm:prSet/>
      <dgm:spPr/>
      <dgm:t>
        <a:bodyPr/>
        <a:lstStyle/>
        <a:p>
          <a:endParaRPr lang="tr-TR"/>
        </a:p>
      </dgm:t>
    </dgm:pt>
    <dgm:pt modelId="{5B3FD713-F65F-45F0-B756-0FA31221E240}" type="pres">
      <dgm:prSet presAssocID="{64C391A6-B775-44B0-A6FC-FECA2A0FA656}" presName="root" presStyleCnt="0">
        <dgm:presLayoutVars>
          <dgm:dir/>
          <dgm:resizeHandles val="exact"/>
        </dgm:presLayoutVars>
      </dgm:prSet>
      <dgm:spPr/>
    </dgm:pt>
    <dgm:pt modelId="{AA3EACEF-A403-437A-BADD-C1E6F573CABE}" type="pres">
      <dgm:prSet presAssocID="{E025D019-1229-48D7-910F-85859A9A2081}" presName="compNode" presStyleCnt="0"/>
      <dgm:spPr/>
    </dgm:pt>
    <dgm:pt modelId="{93861936-3A91-4EA3-8BA6-3E9BC4EF51DD}" type="pres">
      <dgm:prSet presAssocID="{E025D019-1229-48D7-910F-85859A9A208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A5A6C57-1AC2-46A6-9541-87055FB98F51}" type="pres">
      <dgm:prSet presAssocID="{E025D019-1229-48D7-910F-85859A9A2081}" presName="iconSpace" presStyleCnt="0"/>
      <dgm:spPr/>
    </dgm:pt>
    <dgm:pt modelId="{E1E4A1A1-323A-4098-A6AE-1819D03EDA4A}" type="pres">
      <dgm:prSet presAssocID="{E025D019-1229-48D7-910F-85859A9A2081}" presName="parTx" presStyleLbl="revTx" presStyleIdx="0" presStyleCnt="6">
        <dgm:presLayoutVars>
          <dgm:chMax val="0"/>
          <dgm:chPref val="0"/>
        </dgm:presLayoutVars>
      </dgm:prSet>
      <dgm:spPr/>
    </dgm:pt>
    <dgm:pt modelId="{1A7573AF-D595-44D9-BDED-8491B64C8EBE}" type="pres">
      <dgm:prSet presAssocID="{E025D019-1229-48D7-910F-85859A9A2081}" presName="txSpace" presStyleCnt="0"/>
      <dgm:spPr/>
    </dgm:pt>
    <dgm:pt modelId="{C8519089-4440-42A0-8EA9-77229A4ECB58}" type="pres">
      <dgm:prSet presAssocID="{E025D019-1229-48D7-910F-85859A9A2081}" presName="desTx" presStyleLbl="revTx" presStyleIdx="1" presStyleCnt="6">
        <dgm:presLayoutVars/>
      </dgm:prSet>
      <dgm:spPr/>
    </dgm:pt>
    <dgm:pt modelId="{AB027A9D-05C5-4B6C-9CDC-67574DDC590C}" type="pres">
      <dgm:prSet presAssocID="{BD8FA6FC-A1B1-493F-BE25-8354C4D396EA}" presName="sibTrans" presStyleCnt="0"/>
      <dgm:spPr/>
    </dgm:pt>
    <dgm:pt modelId="{82467718-5D80-4892-8F49-79CF00128660}" type="pres">
      <dgm:prSet presAssocID="{47251C33-AD1E-4132-BCCA-A6F00109C966}" presName="compNode" presStyleCnt="0"/>
      <dgm:spPr/>
    </dgm:pt>
    <dgm:pt modelId="{E5AD0362-6176-4E1F-914A-762A5CA83CC4}" type="pres">
      <dgm:prSet presAssocID="{47251C33-AD1E-4132-BCCA-A6F00109C96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ailbox"/>
        </a:ext>
      </dgm:extLst>
    </dgm:pt>
    <dgm:pt modelId="{CE53415F-FA7A-4DD2-9C46-50E74E31DED1}" type="pres">
      <dgm:prSet presAssocID="{47251C33-AD1E-4132-BCCA-A6F00109C966}" presName="iconSpace" presStyleCnt="0"/>
      <dgm:spPr/>
    </dgm:pt>
    <dgm:pt modelId="{51341301-5F12-4CB1-B422-D73CCB89A940}" type="pres">
      <dgm:prSet presAssocID="{47251C33-AD1E-4132-BCCA-A6F00109C966}" presName="parTx" presStyleLbl="revTx" presStyleIdx="2" presStyleCnt="6">
        <dgm:presLayoutVars>
          <dgm:chMax val="0"/>
          <dgm:chPref val="0"/>
        </dgm:presLayoutVars>
      </dgm:prSet>
      <dgm:spPr/>
    </dgm:pt>
    <dgm:pt modelId="{700ADA21-B49E-49DA-8C93-E705B7395BF2}" type="pres">
      <dgm:prSet presAssocID="{47251C33-AD1E-4132-BCCA-A6F00109C966}" presName="txSpace" presStyleCnt="0"/>
      <dgm:spPr/>
    </dgm:pt>
    <dgm:pt modelId="{0DE4ACF5-8DFA-4519-9A3F-338130CA2C32}" type="pres">
      <dgm:prSet presAssocID="{47251C33-AD1E-4132-BCCA-A6F00109C966}" presName="desTx" presStyleLbl="revTx" presStyleIdx="3" presStyleCnt="6">
        <dgm:presLayoutVars/>
      </dgm:prSet>
      <dgm:spPr/>
    </dgm:pt>
    <dgm:pt modelId="{3A54B26B-55C8-4A91-B8EB-3554B1A16AB3}" type="pres">
      <dgm:prSet presAssocID="{5B583EAD-C731-419C-8B47-2F262E8D8ABB}" presName="sibTrans" presStyleCnt="0"/>
      <dgm:spPr/>
    </dgm:pt>
    <dgm:pt modelId="{FEE7E1D5-BBF5-4599-BAF5-A795C9B23930}" type="pres">
      <dgm:prSet presAssocID="{7D18E919-CAAF-44B0-954A-046CE82B6130}" presName="compNode" presStyleCnt="0"/>
      <dgm:spPr/>
    </dgm:pt>
    <dgm:pt modelId="{2B74260F-A38E-48F9-BA18-7510B5793F12}" type="pres">
      <dgm:prSet presAssocID="{7D18E919-CAAF-44B0-954A-046CE82B613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669D100C-8DDD-46AA-A48E-3729A6C6EBBB}" type="pres">
      <dgm:prSet presAssocID="{7D18E919-CAAF-44B0-954A-046CE82B6130}" presName="iconSpace" presStyleCnt="0"/>
      <dgm:spPr/>
    </dgm:pt>
    <dgm:pt modelId="{59026E3B-5256-4B0B-ABBF-4B0DFCD2979D}" type="pres">
      <dgm:prSet presAssocID="{7D18E919-CAAF-44B0-954A-046CE82B6130}" presName="parTx" presStyleLbl="revTx" presStyleIdx="4" presStyleCnt="6">
        <dgm:presLayoutVars>
          <dgm:chMax val="0"/>
          <dgm:chPref val="0"/>
        </dgm:presLayoutVars>
      </dgm:prSet>
      <dgm:spPr/>
    </dgm:pt>
    <dgm:pt modelId="{A1228690-8832-487F-B3DA-9D76036DDE57}" type="pres">
      <dgm:prSet presAssocID="{7D18E919-CAAF-44B0-954A-046CE82B6130}" presName="txSpace" presStyleCnt="0"/>
      <dgm:spPr/>
    </dgm:pt>
    <dgm:pt modelId="{EA674641-DF45-47A9-B896-53AF60CBC8B3}" type="pres">
      <dgm:prSet presAssocID="{7D18E919-CAAF-44B0-954A-046CE82B6130}" presName="desTx" presStyleLbl="revTx" presStyleIdx="5" presStyleCnt="6">
        <dgm:presLayoutVars/>
      </dgm:prSet>
      <dgm:spPr/>
    </dgm:pt>
  </dgm:ptLst>
  <dgm:cxnLst>
    <dgm:cxn modelId="{A577AA11-7328-4D24-AC8E-0A57A5415A40}" srcId="{E025D019-1229-48D7-910F-85859A9A2081}" destId="{594EA8A8-9D97-4559-92DF-0F76CBD20814}" srcOrd="1" destOrd="0" parTransId="{8171B0DE-6051-4659-B213-95D4E5DB1C69}" sibTransId="{4D9A3777-4DCA-4B4E-BADB-FC410EA7908F}"/>
    <dgm:cxn modelId="{69E30318-F63F-4B33-972F-37DF17F9C42E}" type="presOf" srcId="{47251C33-AD1E-4132-BCCA-A6F00109C966}" destId="{51341301-5F12-4CB1-B422-D73CCB89A940}" srcOrd="0" destOrd="0" presId="urn:microsoft.com/office/officeart/2018/2/layout/IconLabelDescriptionList"/>
    <dgm:cxn modelId="{515C0640-F20A-4BE9-9AF8-266C8EAD72DC}" srcId="{7D18E919-CAAF-44B0-954A-046CE82B6130}" destId="{F8ACBF3B-6FBF-49FE-8D3F-68D777A0BC8D}" srcOrd="0" destOrd="0" parTransId="{F9F7EFE6-AE1B-4364-B59F-2C4EFB9ECBF8}" sibTransId="{A57C6ADE-47A1-40DA-9F37-3E0944622326}"/>
    <dgm:cxn modelId="{DCF7B66F-2E3B-4FAB-84CE-BF0B1EE1206A}" srcId="{7D18E919-CAAF-44B0-954A-046CE82B6130}" destId="{7C4D0F8E-9428-46B5-8867-0CCBA8C9BD98}" srcOrd="1" destOrd="0" parTransId="{AEE6A703-F3C5-4B25-AA16-E6A11BFC785B}" sibTransId="{C025BCEF-6672-4883-BD09-DB91EB94D100}"/>
    <dgm:cxn modelId="{3BFC8753-2815-4E5C-ABB8-EC9B0071EE39}" type="presOf" srcId="{7C601D32-579A-43EB-9E3D-C92DBF872284}" destId="{0DE4ACF5-8DFA-4519-9A3F-338130CA2C32}" srcOrd="0" destOrd="0" presId="urn:microsoft.com/office/officeart/2018/2/layout/IconLabelDescriptionList"/>
    <dgm:cxn modelId="{FACB3F7B-E549-4C1A-87EE-96EA1F014216}" type="presOf" srcId="{E025D019-1229-48D7-910F-85859A9A2081}" destId="{E1E4A1A1-323A-4098-A6AE-1819D03EDA4A}" srcOrd="0" destOrd="0" presId="urn:microsoft.com/office/officeart/2018/2/layout/IconLabelDescriptionList"/>
    <dgm:cxn modelId="{AFE5ECA3-8C2C-4018-B048-033542F738B1}" srcId="{64C391A6-B775-44B0-A6FC-FECA2A0FA656}" destId="{7D18E919-CAAF-44B0-954A-046CE82B6130}" srcOrd="2" destOrd="0" parTransId="{96DCDA3C-10BA-4336-B2C5-6A7E1C609580}" sibTransId="{60A4AB89-250C-4E62-839A-6778521A88AE}"/>
    <dgm:cxn modelId="{3FD0B8B8-6872-49DB-B717-DEC89C40DAC1}" srcId="{47251C33-AD1E-4132-BCCA-A6F00109C966}" destId="{2B88192F-4BF4-4049-BD5F-241B89B832E2}" srcOrd="1" destOrd="0" parTransId="{EC517D7C-D9B0-4330-BCC2-4686DB8B6732}" sibTransId="{E81AC696-BE04-4DE7-9AD4-B00AA1753569}"/>
    <dgm:cxn modelId="{D8CED0BA-5549-46BB-A21F-FC3AE78D889C}" type="presOf" srcId="{7D18E919-CAAF-44B0-954A-046CE82B6130}" destId="{59026E3B-5256-4B0B-ABBF-4B0DFCD2979D}" srcOrd="0" destOrd="0" presId="urn:microsoft.com/office/officeart/2018/2/layout/IconLabelDescriptionList"/>
    <dgm:cxn modelId="{03B5E4BC-9EB7-444A-A257-05856E2FAA01}" type="presOf" srcId="{0FB7D190-111F-41F1-B7EB-9886C6D896D8}" destId="{C8519089-4440-42A0-8EA9-77229A4ECB58}" srcOrd="0" destOrd="0" presId="urn:microsoft.com/office/officeart/2018/2/layout/IconLabelDescriptionList"/>
    <dgm:cxn modelId="{543F56C6-B6AC-499C-A8AA-066858E39C63}" type="presOf" srcId="{7C4D0F8E-9428-46B5-8867-0CCBA8C9BD98}" destId="{EA674641-DF45-47A9-B896-53AF60CBC8B3}" srcOrd="0" destOrd="1" presId="urn:microsoft.com/office/officeart/2018/2/layout/IconLabelDescriptionList"/>
    <dgm:cxn modelId="{197215CD-2FA5-4A11-B7C9-4B93DC7AFC06}" srcId="{E025D019-1229-48D7-910F-85859A9A2081}" destId="{0FB7D190-111F-41F1-B7EB-9886C6D896D8}" srcOrd="0" destOrd="0" parTransId="{D9F0618C-44CD-44B5-B68B-F1E23C89D493}" sibTransId="{10DD191A-4B19-40BF-9048-E330A50B8B75}"/>
    <dgm:cxn modelId="{9AE08FD1-5A81-40A9-8C41-86A8B3FA7BC7}" srcId="{64C391A6-B775-44B0-A6FC-FECA2A0FA656}" destId="{47251C33-AD1E-4132-BCCA-A6F00109C966}" srcOrd="1" destOrd="0" parTransId="{256944E6-B283-4FA7-A23D-9934737F972E}" sibTransId="{5B583EAD-C731-419C-8B47-2F262E8D8ABB}"/>
    <dgm:cxn modelId="{33E754D5-1028-4922-8FDF-D7F59AA9705E}" type="presOf" srcId="{2B88192F-4BF4-4049-BD5F-241B89B832E2}" destId="{0DE4ACF5-8DFA-4519-9A3F-338130CA2C32}" srcOrd="0" destOrd="1" presId="urn:microsoft.com/office/officeart/2018/2/layout/IconLabelDescriptionList"/>
    <dgm:cxn modelId="{8F43A7D5-48F9-4725-985C-039CF851F812}" srcId="{47251C33-AD1E-4132-BCCA-A6F00109C966}" destId="{7C601D32-579A-43EB-9E3D-C92DBF872284}" srcOrd="0" destOrd="0" parTransId="{6CDAB017-F00A-404C-9FEB-F111F1F57F60}" sibTransId="{69295D8A-FD4C-41D3-AE92-C90C74218608}"/>
    <dgm:cxn modelId="{5042C2DB-73C8-4B82-AA27-8C1D2643753F}" type="presOf" srcId="{F8ACBF3B-6FBF-49FE-8D3F-68D777A0BC8D}" destId="{EA674641-DF45-47A9-B896-53AF60CBC8B3}" srcOrd="0" destOrd="0" presId="urn:microsoft.com/office/officeart/2018/2/layout/IconLabelDescriptionList"/>
    <dgm:cxn modelId="{438679E7-FF33-4681-A93D-935DB7D61C3A}" type="presOf" srcId="{594EA8A8-9D97-4559-92DF-0F76CBD20814}" destId="{C8519089-4440-42A0-8EA9-77229A4ECB58}" srcOrd="0" destOrd="1" presId="urn:microsoft.com/office/officeart/2018/2/layout/IconLabelDescriptionList"/>
    <dgm:cxn modelId="{FAD0D7FB-9BCA-4A53-9963-783C87157C93}" srcId="{64C391A6-B775-44B0-A6FC-FECA2A0FA656}" destId="{E025D019-1229-48D7-910F-85859A9A2081}" srcOrd="0" destOrd="0" parTransId="{87ACBF76-1295-456B-99AA-FD5443B15ED0}" sibTransId="{BD8FA6FC-A1B1-493F-BE25-8354C4D396EA}"/>
    <dgm:cxn modelId="{A1E2A3FC-1679-4964-8BDE-EE6ABF7F1B9B}" type="presOf" srcId="{64C391A6-B775-44B0-A6FC-FECA2A0FA656}" destId="{5B3FD713-F65F-45F0-B756-0FA31221E240}" srcOrd="0" destOrd="0" presId="urn:microsoft.com/office/officeart/2018/2/layout/IconLabelDescriptionList"/>
    <dgm:cxn modelId="{80F01D00-1BF4-4D76-A36A-D20C8B231B72}" type="presParOf" srcId="{5B3FD713-F65F-45F0-B756-0FA31221E240}" destId="{AA3EACEF-A403-437A-BADD-C1E6F573CABE}" srcOrd="0" destOrd="0" presId="urn:microsoft.com/office/officeart/2018/2/layout/IconLabelDescriptionList"/>
    <dgm:cxn modelId="{937B2F0E-A117-4B70-B1DB-F56A013ADC3A}" type="presParOf" srcId="{AA3EACEF-A403-437A-BADD-C1E6F573CABE}" destId="{93861936-3A91-4EA3-8BA6-3E9BC4EF51DD}" srcOrd="0" destOrd="0" presId="urn:microsoft.com/office/officeart/2018/2/layout/IconLabelDescriptionList"/>
    <dgm:cxn modelId="{A01535D2-4705-4249-B577-5047C3F1E7FF}" type="presParOf" srcId="{AA3EACEF-A403-437A-BADD-C1E6F573CABE}" destId="{4A5A6C57-1AC2-46A6-9541-87055FB98F51}" srcOrd="1" destOrd="0" presId="urn:microsoft.com/office/officeart/2018/2/layout/IconLabelDescriptionList"/>
    <dgm:cxn modelId="{311903EE-6826-4988-9B3E-B2E696CDA222}" type="presParOf" srcId="{AA3EACEF-A403-437A-BADD-C1E6F573CABE}" destId="{E1E4A1A1-323A-4098-A6AE-1819D03EDA4A}" srcOrd="2" destOrd="0" presId="urn:microsoft.com/office/officeart/2018/2/layout/IconLabelDescriptionList"/>
    <dgm:cxn modelId="{0B86A8BC-78CC-4DBC-B571-7510CAD12D1C}" type="presParOf" srcId="{AA3EACEF-A403-437A-BADD-C1E6F573CABE}" destId="{1A7573AF-D595-44D9-BDED-8491B64C8EBE}" srcOrd="3" destOrd="0" presId="urn:microsoft.com/office/officeart/2018/2/layout/IconLabelDescriptionList"/>
    <dgm:cxn modelId="{704747B6-32B1-42B0-91A3-A4704254471F}" type="presParOf" srcId="{AA3EACEF-A403-437A-BADD-C1E6F573CABE}" destId="{C8519089-4440-42A0-8EA9-77229A4ECB58}" srcOrd="4" destOrd="0" presId="urn:microsoft.com/office/officeart/2018/2/layout/IconLabelDescriptionList"/>
    <dgm:cxn modelId="{64F59A24-D6BD-4EDF-85DB-DBB5BBD23DA8}" type="presParOf" srcId="{5B3FD713-F65F-45F0-B756-0FA31221E240}" destId="{AB027A9D-05C5-4B6C-9CDC-67574DDC590C}" srcOrd="1" destOrd="0" presId="urn:microsoft.com/office/officeart/2018/2/layout/IconLabelDescriptionList"/>
    <dgm:cxn modelId="{50A7282F-CF8D-4699-BD24-6194BBEBDC58}" type="presParOf" srcId="{5B3FD713-F65F-45F0-B756-0FA31221E240}" destId="{82467718-5D80-4892-8F49-79CF00128660}" srcOrd="2" destOrd="0" presId="urn:microsoft.com/office/officeart/2018/2/layout/IconLabelDescriptionList"/>
    <dgm:cxn modelId="{B14DABCF-E24A-47D8-8424-2C173C7E131F}" type="presParOf" srcId="{82467718-5D80-4892-8F49-79CF00128660}" destId="{E5AD0362-6176-4E1F-914A-762A5CA83CC4}" srcOrd="0" destOrd="0" presId="urn:microsoft.com/office/officeart/2018/2/layout/IconLabelDescriptionList"/>
    <dgm:cxn modelId="{2641EA36-9FEC-4791-9EA3-625241E3D489}" type="presParOf" srcId="{82467718-5D80-4892-8F49-79CF00128660}" destId="{CE53415F-FA7A-4DD2-9C46-50E74E31DED1}" srcOrd="1" destOrd="0" presId="urn:microsoft.com/office/officeart/2018/2/layout/IconLabelDescriptionList"/>
    <dgm:cxn modelId="{B0F7DBBB-D17E-4D17-9AF7-97B152A98A86}" type="presParOf" srcId="{82467718-5D80-4892-8F49-79CF00128660}" destId="{51341301-5F12-4CB1-B422-D73CCB89A940}" srcOrd="2" destOrd="0" presId="urn:microsoft.com/office/officeart/2018/2/layout/IconLabelDescriptionList"/>
    <dgm:cxn modelId="{5A3FE8C8-87FA-4FB4-A2C3-D82B338E37CA}" type="presParOf" srcId="{82467718-5D80-4892-8F49-79CF00128660}" destId="{700ADA21-B49E-49DA-8C93-E705B7395BF2}" srcOrd="3" destOrd="0" presId="urn:microsoft.com/office/officeart/2018/2/layout/IconLabelDescriptionList"/>
    <dgm:cxn modelId="{2039A6D5-7A8E-4286-AF66-3709E2BBD757}" type="presParOf" srcId="{82467718-5D80-4892-8F49-79CF00128660}" destId="{0DE4ACF5-8DFA-4519-9A3F-338130CA2C32}" srcOrd="4" destOrd="0" presId="urn:microsoft.com/office/officeart/2018/2/layout/IconLabelDescriptionList"/>
    <dgm:cxn modelId="{E7A86283-8E69-41DD-A7A7-6CAC5711F419}" type="presParOf" srcId="{5B3FD713-F65F-45F0-B756-0FA31221E240}" destId="{3A54B26B-55C8-4A91-B8EB-3554B1A16AB3}" srcOrd="3" destOrd="0" presId="urn:microsoft.com/office/officeart/2018/2/layout/IconLabelDescriptionList"/>
    <dgm:cxn modelId="{5921A449-D46D-40E5-A562-73E9AA679BA6}" type="presParOf" srcId="{5B3FD713-F65F-45F0-B756-0FA31221E240}" destId="{FEE7E1D5-BBF5-4599-BAF5-A795C9B23930}" srcOrd="4" destOrd="0" presId="urn:microsoft.com/office/officeart/2018/2/layout/IconLabelDescriptionList"/>
    <dgm:cxn modelId="{BA62BF16-6FDD-484C-B565-56A2B87ED929}" type="presParOf" srcId="{FEE7E1D5-BBF5-4599-BAF5-A795C9B23930}" destId="{2B74260F-A38E-48F9-BA18-7510B5793F12}" srcOrd="0" destOrd="0" presId="urn:microsoft.com/office/officeart/2018/2/layout/IconLabelDescriptionList"/>
    <dgm:cxn modelId="{921E0364-DF4C-422B-A8DD-5137A8866E68}" type="presParOf" srcId="{FEE7E1D5-BBF5-4599-BAF5-A795C9B23930}" destId="{669D100C-8DDD-46AA-A48E-3729A6C6EBBB}" srcOrd="1" destOrd="0" presId="urn:microsoft.com/office/officeart/2018/2/layout/IconLabelDescriptionList"/>
    <dgm:cxn modelId="{9437C60D-3317-45CA-8C2D-FED67E554CD9}" type="presParOf" srcId="{FEE7E1D5-BBF5-4599-BAF5-A795C9B23930}" destId="{59026E3B-5256-4B0B-ABBF-4B0DFCD2979D}" srcOrd="2" destOrd="0" presId="urn:microsoft.com/office/officeart/2018/2/layout/IconLabelDescriptionList"/>
    <dgm:cxn modelId="{86B5A184-3F5D-4216-833D-90ADFC3FB317}" type="presParOf" srcId="{FEE7E1D5-BBF5-4599-BAF5-A795C9B23930}" destId="{A1228690-8832-487F-B3DA-9D76036DDE57}" srcOrd="3" destOrd="0" presId="urn:microsoft.com/office/officeart/2018/2/layout/IconLabelDescriptionList"/>
    <dgm:cxn modelId="{14D7BB9A-AA10-4EA8-BD2F-8DAC768521E0}" type="presParOf" srcId="{FEE7E1D5-BBF5-4599-BAF5-A795C9B23930}" destId="{EA674641-DF45-47A9-B896-53AF60CBC8B3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64C391A6-B775-44B0-A6FC-FECA2A0FA65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E7331641-27A0-4601-ACD5-00F6862296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SPV Node</a:t>
          </a:r>
        </a:p>
      </dgm:t>
    </dgm:pt>
    <dgm:pt modelId="{D13D97D9-5EAD-4755-9CD4-6515F9103F10}" type="parTrans" cxnId="{E0483683-848C-47CD-8DFD-19DF15F9ACC9}">
      <dgm:prSet/>
      <dgm:spPr/>
      <dgm:t>
        <a:bodyPr/>
        <a:lstStyle/>
        <a:p>
          <a:endParaRPr lang="tr-TR"/>
        </a:p>
      </dgm:t>
    </dgm:pt>
    <dgm:pt modelId="{231383FB-B382-4AE9-9BBF-E41EDAFD812D}" type="sibTrans" cxnId="{E0483683-848C-47CD-8DFD-19DF15F9ACC9}">
      <dgm:prSet/>
      <dgm:spPr/>
      <dgm:t>
        <a:bodyPr/>
        <a:lstStyle/>
        <a:p>
          <a:endParaRPr lang="tr-TR"/>
        </a:p>
      </dgm:t>
    </dgm:pt>
    <dgm:pt modelId="{034271FA-8F5D-44DD-AB86-C9FD0E3E577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connect</a:t>
          </a:r>
          <a:endParaRPr lang="tr-TR"/>
        </a:p>
      </dgm:t>
    </dgm:pt>
    <dgm:pt modelId="{355D5F45-4A8B-4353-954B-46F3B18827AD}" type="parTrans" cxnId="{6180BCE5-BD8E-498C-BC47-6586F8B85241}">
      <dgm:prSet/>
      <dgm:spPr/>
      <dgm:t>
        <a:bodyPr/>
        <a:lstStyle/>
        <a:p>
          <a:endParaRPr lang="tr-TR"/>
        </a:p>
      </dgm:t>
    </dgm:pt>
    <dgm:pt modelId="{92112118-B544-475C-BEB6-6BF881C1FD06}" type="sibTrans" cxnId="{6180BCE5-BD8E-498C-BC47-6586F8B85241}">
      <dgm:prSet/>
      <dgm:spPr/>
      <dgm:t>
        <a:bodyPr/>
        <a:lstStyle/>
        <a:p>
          <a:endParaRPr lang="tr-TR"/>
        </a:p>
      </dgm:t>
    </dgm:pt>
    <dgm:pt modelId="{37EE35B2-7935-47B9-B105-947EC92971E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to</a:t>
          </a:r>
          <a:r>
            <a:rPr lang="en-US"/>
            <a:t> verify</a:t>
          </a:r>
          <a:endParaRPr lang="tr-TR"/>
        </a:p>
      </dgm:t>
    </dgm:pt>
    <dgm:pt modelId="{5A5E9F67-DA6B-4586-83F8-F4BF6C8DFB7E}" type="parTrans" cxnId="{132C8E2E-950F-422E-9CAB-556B67544E75}">
      <dgm:prSet/>
      <dgm:spPr/>
      <dgm:t>
        <a:bodyPr/>
        <a:lstStyle/>
        <a:p>
          <a:endParaRPr lang="tr-TR"/>
        </a:p>
      </dgm:t>
    </dgm:pt>
    <dgm:pt modelId="{B00605F0-514C-46B4-889C-F2F202916F08}" type="sibTrans" cxnId="{132C8E2E-950F-422E-9CAB-556B67544E75}">
      <dgm:prSet/>
      <dgm:spPr/>
      <dgm:t>
        <a:bodyPr/>
        <a:lstStyle/>
        <a:p>
          <a:endParaRPr lang="tr-TR"/>
        </a:p>
      </dgm:t>
    </dgm:pt>
    <dgm:pt modelId="{9CC42AB9-192A-49F7-B179-AF8CDD458D8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use this </a:t>
          </a:r>
          <a:r>
            <a:rPr lang="en-US" err="1"/>
            <a:t>merkle</a:t>
          </a:r>
          <a:r>
            <a:rPr lang="en-US"/>
            <a:t> path </a:t>
          </a:r>
          <a:endParaRPr lang="tr-TR"/>
        </a:p>
      </dgm:t>
    </dgm:pt>
    <dgm:pt modelId="{2AC4CDD8-08D9-41E8-AA75-1368FBDFC787}" type="parTrans" cxnId="{9472799E-1DEA-4AFE-9835-A6BA96BBBD47}">
      <dgm:prSet/>
      <dgm:spPr/>
      <dgm:t>
        <a:bodyPr/>
        <a:lstStyle/>
        <a:p>
          <a:endParaRPr lang="tr-TR"/>
        </a:p>
      </dgm:t>
    </dgm:pt>
    <dgm:pt modelId="{A965001C-94B1-4478-9060-D057FED19F3E}" type="sibTrans" cxnId="{9472799E-1DEA-4AFE-9835-A6BA96BBBD47}">
      <dgm:prSet/>
      <dgm:spPr/>
      <dgm:t>
        <a:bodyPr/>
        <a:lstStyle/>
        <a:p>
          <a:endParaRPr lang="tr-TR"/>
        </a:p>
      </dgm:t>
    </dgm:pt>
    <dgm:pt modelId="{62BC9567-CD0F-41F6-ABF4-4B12668AB3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transaction to the block </a:t>
          </a:r>
          <a:endParaRPr lang="tr-TR"/>
        </a:p>
      </dgm:t>
    </dgm:pt>
    <dgm:pt modelId="{CE4F98CE-A64C-44A3-A53C-FC9FBA7076C6}" type="parTrans" cxnId="{5DB731A2-7559-4F55-8EC0-D8F65285E8A3}">
      <dgm:prSet/>
      <dgm:spPr/>
      <dgm:t>
        <a:bodyPr/>
        <a:lstStyle/>
        <a:p>
          <a:endParaRPr lang="tr-TR"/>
        </a:p>
      </dgm:t>
    </dgm:pt>
    <dgm:pt modelId="{CA4119E6-78B4-4E7F-BB64-B9EAD8739B08}" type="sibTrans" cxnId="{5DB731A2-7559-4F55-8EC0-D8F65285E8A3}">
      <dgm:prSet/>
      <dgm:spPr/>
      <dgm:t>
        <a:bodyPr/>
        <a:lstStyle/>
        <a:p>
          <a:endParaRPr lang="tr-TR"/>
        </a:p>
      </dgm:t>
    </dgm:pt>
    <dgm:pt modelId="{6DD5526C-D4DC-48A9-97C1-536DC354D0C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</a:t>
          </a:r>
          <a:r>
            <a:rPr lang="tr-TR"/>
            <a:t> </a:t>
          </a:r>
          <a:r>
            <a:rPr lang="en-US"/>
            <a:t>transaction is</a:t>
          </a:r>
          <a:endParaRPr lang="tr-TR"/>
        </a:p>
      </dgm:t>
    </dgm:pt>
    <dgm:pt modelId="{35A86D35-73C3-42ED-AB9F-C8A9A587F906}" type="parTrans" cxnId="{B65328AB-2C3F-4FF6-8EBD-4702D315AB80}">
      <dgm:prSet/>
      <dgm:spPr/>
      <dgm:t>
        <a:bodyPr/>
        <a:lstStyle/>
        <a:p>
          <a:endParaRPr lang="tr-TR"/>
        </a:p>
      </dgm:t>
    </dgm:pt>
    <dgm:pt modelId="{44AE7496-2E23-45CF-8F96-7BE09E4444ED}" type="sibTrans" cxnId="{B65328AB-2C3F-4FF6-8EBD-4702D315AB80}">
      <dgm:prSet/>
      <dgm:spPr/>
      <dgm:t>
        <a:bodyPr/>
        <a:lstStyle/>
        <a:p>
          <a:endParaRPr lang="tr-TR"/>
        </a:p>
      </dgm:t>
    </dgm:pt>
    <dgm:pt modelId="{A5161AD4-C6FD-4572-A84B-E86E973587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included in the block.</a:t>
          </a:r>
          <a:endParaRPr lang="tr-TR"/>
        </a:p>
      </dgm:t>
    </dgm:pt>
    <dgm:pt modelId="{89D2896C-5E87-4FB8-9BC6-62BA2D52282F}" type="parTrans" cxnId="{908DB396-717E-4E83-A7EA-9DB2BCA32F4D}">
      <dgm:prSet/>
      <dgm:spPr/>
      <dgm:t>
        <a:bodyPr/>
        <a:lstStyle/>
        <a:p>
          <a:endParaRPr lang="tr-TR"/>
        </a:p>
      </dgm:t>
    </dgm:pt>
    <dgm:pt modelId="{35D804AD-C8BA-4311-9FEF-966EE208BF9C}" type="sibTrans" cxnId="{908DB396-717E-4E83-A7EA-9DB2BCA32F4D}">
      <dgm:prSet/>
      <dgm:spPr/>
      <dgm:t>
        <a:bodyPr/>
        <a:lstStyle/>
        <a:p>
          <a:endParaRPr lang="tr-TR"/>
        </a:p>
      </dgm:t>
    </dgm:pt>
    <dgm:pt modelId="{5B3FD713-F65F-45F0-B756-0FA31221E240}" type="pres">
      <dgm:prSet presAssocID="{64C391A6-B775-44B0-A6FC-FECA2A0FA656}" presName="root" presStyleCnt="0">
        <dgm:presLayoutVars>
          <dgm:dir/>
          <dgm:resizeHandles val="exact"/>
        </dgm:presLayoutVars>
      </dgm:prSet>
      <dgm:spPr/>
    </dgm:pt>
    <dgm:pt modelId="{0D012BB8-1049-4FFB-8402-AD86C3B19807}" type="pres">
      <dgm:prSet presAssocID="{E7331641-27A0-4601-ACD5-00F686229673}" presName="compNode" presStyleCnt="0"/>
      <dgm:spPr/>
    </dgm:pt>
    <dgm:pt modelId="{C17BA0FB-70A9-41BE-ACB3-2E2E5D398D2D}" type="pres">
      <dgm:prSet presAssocID="{E7331641-27A0-4601-ACD5-00F68622967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 Diagram"/>
        </a:ext>
      </dgm:extLst>
    </dgm:pt>
    <dgm:pt modelId="{5509A8CD-2CF3-4CFF-A0AA-75189FC1DCF0}" type="pres">
      <dgm:prSet presAssocID="{E7331641-27A0-4601-ACD5-00F686229673}" presName="iconSpace" presStyleCnt="0"/>
      <dgm:spPr/>
    </dgm:pt>
    <dgm:pt modelId="{A466B72A-1B58-4F34-9678-86FBE3BE6DDE}" type="pres">
      <dgm:prSet presAssocID="{E7331641-27A0-4601-ACD5-00F686229673}" presName="parTx" presStyleLbl="revTx" presStyleIdx="0" presStyleCnt="6">
        <dgm:presLayoutVars>
          <dgm:chMax val="0"/>
          <dgm:chPref val="0"/>
        </dgm:presLayoutVars>
      </dgm:prSet>
      <dgm:spPr/>
    </dgm:pt>
    <dgm:pt modelId="{131BDFC4-35C7-4CF8-8F98-107E978DFF30}" type="pres">
      <dgm:prSet presAssocID="{E7331641-27A0-4601-ACD5-00F686229673}" presName="txSpace" presStyleCnt="0"/>
      <dgm:spPr/>
    </dgm:pt>
    <dgm:pt modelId="{7DA2A4DC-498B-4EB8-B071-4BFAC49563D1}" type="pres">
      <dgm:prSet presAssocID="{E7331641-27A0-4601-ACD5-00F686229673}" presName="desTx" presStyleLbl="revTx" presStyleIdx="1" presStyleCnt="6">
        <dgm:presLayoutVars/>
      </dgm:prSet>
      <dgm:spPr/>
    </dgm:pt>
    <dgm:pt modelId="{8BB09CD3-9D36-4BCD-8B62-64B6B896D613}" type="pres">
      <dgm:prSet presAssocID="{231383FB-B382-4AE9-9BBF-E41EDAFD812D}" presName="sibTrans" presStyleCnt="0"/>
      <dgm:spPr/>
    </dgm:pt>
    <dgm:pt modelId="{3F2BDB48-9521-4D8C-BE22-348F8242AA44}" type="pres">
      <dgm:prSet presAssocID="{034271FA-8F5D-44DD-AB86-C9FD0E3E577F}" presName="compNode" presStyleCnt="0"/>
      <dgm:spPr/>
    </dgm:pt>
    <dgm:pt modelId="{2AF9BB15-6628-4A57-8D63-F817C11FB22B}" type="pres">
      <dgm:prSet presAssocID="{034271FA-8F5D-44DD-AB86-C9FD0E3E577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ircles with Arrows"/>
        </a:ext>
      </dgm:extLst>
    </dgm:pt>
    <dgm:pt modelId="{D6B5E2E7-DDDF-44C5-A6C4-C949FE01559A}" type="pres">
      <dgm:prSet presAssocID="{034271FA-8F5D-44DD-AB86-C9FD0E3E577F}" presName="iconSpace" presStyleCnt="0"/>
      <dgm:spPr/>
    </dgm:pt>
    <dgm:pt modelId="{D9031CE4-8FDC-4668-A36B-55AAD28CB4BC}" type="pres">
      <dgm:prSet presAssocID="{034271FA-8F5D-44DD-AB86-C9FD0E3E577F}" presName="parTx" presStyleLbl="revTx" presStyleIdx="2" presStyleCnt="6">
        <dgm:presLayoutVars>
          <dgm:chMax val="0"/>
          <dgm:chPref val="0"/>
        </dgm:presLayoutVars>
      </dgm:prSet>
      <dgm:spPr/>
    </dgm:pt>
    <dgm:pt modelId="{F3FEA6C7-B28E-4453-BA20-7C0D1B6F513B}" type="pres">
      <dgm:prSet presAssocID="{034271FA-8F5D-44DD-AB86-C9FD0E3E577F}" presName="txSpace" presStyleCnt="0"/>
      <dgm:spPr/>
    </dgm:pt>
    <dgm:pt modelId="{F037C2C4-3FFF-4C88-AF9B-A8F69404A26E}" type="pres">
      <dgm:prSet presAssocID="{034271FA-8F5D-44DD-AB86-C9FD0E3E577F}" presName="desTx" presStyleLbl="revTx" presStyleIdx="3" presStyleCnt="6">
        <dgm:presLayoutVars/>
      </dgm:prSet>
      <dgm:spPr/>
    </dgm:pt>
    <dgm:pt modelId="{E4B2ED8C-53CD-4575-9D86-7EB6A87EFE1E}" type="pres">
      <dgm:prSet presAssocID="{92112118-B544-475C-BEB6-6BF881C1FD06}" presName="sibTrans" presStyleCnt="0"/>
      <dgm:spPr/>
    </dgm:pt>
    <dgm:pt modelId="{F50410E1-F4E0-4B7E-B6BB-9B348A4764DA}" type="pres">
      <dgm:prSet presAssocID="{37EE35B2-7935-47B9-B105-947EC92971E5}" presName="compNode" presStyleCnt="0"/>
      <dgm:spPr/>
    </dgm:pt>
    <dgm:pt modelId="{9396E343-D3B2-4DAD-9599-922ED84DAC72}" type="pres">
      <dgm:prSet presAssocID="{37EE35B2-7935-47B9-B105-947EC92971E5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D4E6A730-6E8D-4EF2-BC82-131020C02F31}" type="pres">
      <dgm:prSet presAssocID="{37EE35B2-7935-47B9-B105-947EC92971E5}" presName="iconSpace" presStyleCnt="0"/>
      <dgm:spPr/>
    </dgm:pt>
    <dgm:pt modelId="{6307903A-11BB-4D60-BCB4-767AF5FDA1EA}" type="pres">
      <dgm:prSet presAssocID="{37EE35B2-7935-47B9-B105-947EC92971E5}" presName="parTx" presStyleLbl="revTx" presStyleIdx="4" presStyleCnt="6">
        <dgm:presLayoutVars>
          <dgm:chMax val="0"/>
          <dgm:chPref val="0"/>
        </dgm:presLayoutVars>
      </dgm:prSet>
      <dgm:spPr/>
    </dgm:pt>
    <dgm:pt modelId="{C1763F17-5D2C-4168-90CB-C6848FA0CF8B}" type="pres">
      <dgm:prSet presAssocID="{37EE35B2-7935-47B9-B105-947EC92971E5}" presName="txSpace" presStyleCnt="0"/>
      <dgm:spPr/>
    </dgm:pt>
    <dgm:pt modelId="{B605F129-A891-4672-A39C-22AF5963642D}" type="pres">
      <dgm:prSet presAssocID="{37EE35B2-7935-47B9-B105-947EC92971E5}" presName="desTx" presStyleLbl="revTx" presStyleIdx="5" presStyleCnt="6">
        <dgm:presLayoutVars/>
      </dgm:prSet>
      <dgm:spPr/>
    </dgm:pt>
  </dgm:ptLst>
  <dgm:cxnLst>
    <dgm:cxn modelId="{34F7C207-4CFC-4CAB-BF38-1D333BE453B0}" type="presOf" srcId="{62BC9567-CD0F-41F6-ABF4-4B12668AB31F}" destId="{F037C2C4-3FFF-4C88-AF9B-A8F69404A26E}" srcOrd="0" destOrd="0" presId="urn:microsoft.com/office/officeart/2018/2/layout/IconLabelDescriptionList"/>
    <dgm:cxn modelId="{5D762513-07F9-430D-9E47-47C8EA854AA9}" type="presOf" srcId="{37EE35B2-7935-47B9-B105-947EC92971E5}" destId="{6307903A-11BB-4D60-BCB4-767AF5FDA1EA}" srcOrd="0" destOrd="0" presId="urn:microsoft.com/office/officeart/2018/2/layout/IconLabelDescriptionList"/>
    <dgm:cxn modelId="{1A09D419-55DD-4AEB-8F64-2B26D8058AB2}" type="presOf" srcId="{A5161AD4-C6FD-4572-A84B-E86E973587BC}" destId="{B605F129-A891-4672-A39C-22AF5963642D}" srcOrd="0" destOrd="1" presId="urn:microsoft.com/office/officeart/2018/2/layout/IconLabelDescriptionList"/>
    <dgm:cxn modelId="{132C8E2E-950F-422E-9CAB-556B67544E75}" srcId="{64C391A6-B775-44B0-A6FC-FECA2A0FA656}" destId="{37EE35B2-7935-47B9-B105-947EC92971E5}" srcOrd="2" destOrd="0" parTransId="{5A5E9F67-DA6B-4586-83F8-F4BF6C8DFB7E}" sibTransId="{B00605F0-514C-46B4-889C-F2F202916F08}"/>
    <dgm:cxn modelId="{E0483683-848C-47CD-8DFD-19DF15F9ACC9}" srcId="{64C391A6-B775-44B0-A6FC-FECA2A0FA656}" destId="{E7331641-27A0-4601-ACD5-00F686229673}" srcOrd="0" destOrd="0" parTransId="{D13D97D9-5EAD-4755-9CD4-6515F9103F10}" sibTransId="{231383FB-B382-4AE9-9BBF-E41EDAFD812D}"/>
    <dgm:cxn modelId="{28FD5185-8D7B-4805-A164-BDCF554EB5E6}" type="presOf" srcId="{6DD5526C-D4DC-48A9-97C1-536DC354D0CC}" destId="{B605F129-A891-4672-A39C-22AF5963642D}" srcOrd="0" destOrd="0" presId="urn:microsoft.com/office/officeart/2018/2/layout/IconLabelDescriptionList"/>
    <dgm:cxn modelId="{908DB396-717E-4E83-A7EA-9DB2BCA32F4D}" srcId="{37EE35B2-7935-47B9-B105-947EC92971E5}" destId="{A5161AD4-C6FD-4572-A84B-E86E973587BC}" srcOrd="1" destOrd="0" parTransId="{89D2896C-5E87-4FB8-9BC6-62BA2D52282F}" sibTransId="{35D804AD-C8BA-4311-9FEF-966EE208BF9C}"/>
    <dgm:cxn modelId="{9472799E-1DEA-4AFE-9835-A6BA96BBBD47}" srcId="{E7331641-27A0-4601-ACD5-00F686229673}" destId="{9CC42AB9-192A-49F7-B179-AF8CDD458D82}" srcOrd="0" destOrd="0" parTransId="{2AC4CDD8-08D9-41E8-AA75-1368FBDFC787}" sibTransId="{A965001C-94B1-4478-9060-D057FED19F3E}"/>
    <dgm:cxn modelId="{5DB731A2-7559-4F55-8EC0-D8F65285E8A3}" srcId="{034271FA-8F5D-44DD-AB86-C9FD0E3E577F}" destId="{62BC9567-CD0F-41F6-ABF4-4B12668AB31F}" srcOrd="0" destOrd="0" parTransId="{CE4F98CE-A64C-44A3-A53C-FC9FBA7076C6}" sibTransId="{CA4119E6-78B4-4E7F-BB64-B9EAD8739B08}"/>
    <dgm:cxn modelId="{B65328AB-2C3F-4FF6-8EBD-4702D315AB80}" srcId="{37EE35B2-7935-47B9-B105-947EC92971E5}" destId="{6DD5526C-D4DC-48A9-97C1-536DC354D0CC}" srcOrd="0" destOrd="0" parTransId="{35A86D35-73C3-42ED-AB9F-C8A9A587F906}" sibTransId="{44AE7496-2E23-45CF-8F96-7BE09E4444ED}"/>
    <dgm:cxn modelId="{B87403B2-618D-4BC2-9BB6-742082894F58}" type="presOf" srcId="{9CC42AB9-192A-49F7-B179-AF8CDD458D82}" destId="{7DA2A4DC-498B-4EB8-B071-4BFAC49563D1}" srcOrd="0" destOrd="0" presId="urn:microsoft.com/office/officeart/2018/2/layout/IconLabelDescriptionList"/>
    <dgm:cxn modelId="{E04BE3C1-F25E-42C1-9475-8A91C8421222}" type="presOf" srcId="{034271FA-8F5D-44DD-AB86-C9FD0E3E577F}" destId="{D9031CE4-8FDC-4668-A36B-55AAD28CB4BC}" srcOrd="0" destOrd="0" presId="urn:microsoft.com/office/officeart/2018/2/layout/IconLabelDescriptionList"/>
    <dgm:cxn modelId="{9C9DEBE1-0FB0-4474-A3FE-DCB0FC99D415}" type="presOf" srcId="{E7331641-27A0-4601-ACD5-00F686229673}" destId="{A466B72A-1B58-4F34-9678-86FBE3BE6DDE}" srcOrd="0" destOrd="0" presId="urn:microsoft.com/office/officeart/2018/2/layout/IconLabelDescriptionList"/>
    <dgm:cxn modelId="{6180BCE5-BD8E-498C-BC47-6586F8B85241}" srcId="{64C391A6-B775-44B0-A6FC-FECA2A0FA656}" destId="{034271FA-8F5D-44DD-AB86-C9FD0E3E577F}" srcOrd="1" destOrd="0" parTransId="{355D5F45-4A8B-4353-954B-46F3B18827AD}" sibTransId="{92112118-B544-475C-BEB6-6BF881C1FD06}"/>
    <dgm:cxn modelId="{A1E2A3FC-1679-4964-8BDE-EE6ABF7F1B9B}" type="presOf" srcId="{64C391A6-B775-44B0-A6FC-FECA2A0FA656}" destId="{5B3FD713-F65F-45F0-B756-0FA31221E240}" srcOrd="0" destOrd="0" presId="urn:microsoft.com/office/officeart/2018/2/layout/IconLabelDescriptionList"/>
    <dgm:cxn modelId="{0DACEBD4-3AC4-4EA0-9054-9748B5714EA7}" type="presParOf" srcId="{5B3FD713-F65F-45F0-B756-0FA31221E240}" destId="{0D012BB8-1049-4FFB-8402-AD86C3B19807}" srcOrd="0" destOrd="0" presId="urn:microsoft.com/office/officeart/2018/2/layout/IconLabelDescriptionList"/>
    <dgm:cxn modelId="{AD3F3F9D-020C-451B-8877-7320B5E881FC}" type="presParOf" srcId="{0D012BB8-1049-4FFB-8402-AD86C3B19807}" destId="{C17BA0FB-70A9-41BE-ACB3-2E2E5D398D2D}" srcOrd="0" destOrd="0" presId="urn:microsoft.com/office/officeart/2018/2/layout/IconLabelDescriptionList"/>
    <dgm:cxn modelId="{E834EB88-29AB-4784-87DA-AC1CCEF63781}" type="presParOf" srcId="{0D012BB8-1049-4FFB-8402-AD86C3B19807}" destId="{5509A8CD-2CF3-4CFF-A0AA-75189FC1DCF0}" srcOrd="1" destOrd="0" presId="urn:microsoft.com/office/officeart/2018/2/layout/IconLabelDescriptionList"/>
    <dgm:cxn modelId="{F9E8AB9B-E149-4A9C-91CB-508E665B8E00}" type="presParOf" srcId="{0D012BB8-1049-4FFB-8402-AD86C3B19807}" destId="{A466B72A-1B58-4F34-9678-86FBE3BE6DDE}" srcOrd="2" destOrd="0" presId="urn:microsoft.com/office/officeart/2018/2/layout/IconLabelDescriptionList"/>
    <dgm:cxn modelId="{4EE51A6C-274C-40B9-B1A9-E10818174677}" type="presParOf" srcId="{0D012BB8-1049-4FFB-8402-AD86C3B19807}" destId="{131BDFC4-35C7-4CF8-8F98-107E978DFF30}" srcOrd="3" destOrd="0" presId="urn:microsoft.com/office/officeart/2018/2/layout/IconLabelDescriptionList"/>
    <dgm:cxn modelId="{DFE4BE09-1B1B-4398-9269-C8FE4E040E80}" type="presParOf" srcId="{0D012BB8-1049-4FFB-8402-AD86C3B19807}" destId="{7DA2A4DC-498B-4EB8-B071-4BFAC49563D1}" srcOrd="4" destOrd="0" presId="urn:microsoft.com/office/officeart/2018/2/layout/IconLabelDescriptionList"/>
    <dgm:cxn modelId="{7EF59560-FC01-4C7B-A3B6-CDD51F3FAD93}" type="presParOf" srcId="{5B3FD713-F65F-45F0-B756-0FA31221E240}" destId="{8BB09CD3-9D36-4BCD-8B62-64B6B896D613}" srcOrd="1" destOrd="0" presId="urn:microsoft.com/office/officeart/2018/2/layout/IconLabelDescriptionList"/>
    <dgm:cxn modelId="{1FEE2C65-58A3-4DE3-B71F-35FDB5E3EA7B}" type="presParOf" srcId="{5B3FD713-F65F-45F0-B756-0FA31221E240}" destId="{3F2BDB48-9521-4D8C-BE22-348F8242AA44}" srcOrd="2" destOrd="0" presId="urn:microsoft.com/office/officeart/2018/2/layout/IconLabelDescriptionList"/>
    <dgm:cxn modelId="{CEFF167C-C9F5-42DB-8B0C-EAD680A1CAD9}" type="presParOf" srcId="{3F2BDB48-9521-4D8C-BE22-348F8242AA44}" destId="{2AF9BB15-6628-4A57-8D63-F817C11FB22B}" srcOrd="0" destOrd="0" presId="urn:microsoft.com/office/officeart/2018/2/layout/IconLabelDescriptionList"/>
    <dgm:cxn modelId="{F1F3B9DD-2CE9-4EB1-9EB4-672BA926F050}" type="presParOf" srcId="{3F2BDB48-9521-4D8C-BE22-348F8242AA44}" destId="{D6B5E2E7-DDDF-44C5-A6C4-C949FE01559A}" srcOrd="1" destOrd="0" presId="urn:microsoft.com/office/officeart/2018/2/layout/IconLabelDescriptionList"/>
    <dgm:cxn modelId="{8454B244-DDC3-4BB7-BF5D-C51CB1B25FDA}" type="presParOf" srcId="{3F2BDB48-9521-4D8C-BE22-348F8242AA44}" destId="{D9031CE4-8FDC-4668-A36B-55AAD28CB4BC}" srcOrd="2" destOrd="0" presId="urn:microsoft.com/office/officeart/2018/2/layout/IconLabelDescriptionList"/>
    <dgm:cxn modelId="{37461CBF-9070-4CB0-9FC8-BCF717D68B7A}" type="presParOf" srcId="{3F2BDB48-9521-4D8C-BE22-348F8242AA44}" destId="{F3FEA6C7-B28E-4453-BA20-7C0D1B6F513B}" srcOrd="3" destOrd="0" presId="urn:microsoft.com/office/officeart/2018/2/layout/IconLabelDescriptionList"/>
    <dgm:cxn modelId="{C5DEAB5A-AD2F-4CFD-9C8A-D79525DF5374}" type="presParOf" srcId="{3F2BDB48-9521-4D8C-BE22-348F8242AA44}" destId="{F037C2C4-3FFF-4C88-AF9B-A8F69404A26E}" srcOrd="4" destOrd="0" presId="urn:microsoft.com/office/officeart/2018/2/layout/IconLabelDescriptionList"/>
    <dgm:cxn modelId="{698F074F-12B6-49A3-8120-41E8552FAC1D}" type="presParOf" srcId="{5B3FD713-F65F-45F0-B756-0FA31221E240}" destId="{E4B2ED8C-53CD-4575-9D86-7EB6A87EFE1E}" srcOrd="3" destOrd="0" presId="urn:microsoft.com/office/officeart/2018/2/layout/IconLabelDescriptionList"/>
    <dgm:cxn modelId="{CCB91B52-B972-4DC7-B63E-047CD0E98D61}" type="presParOf" srcId="{5B3FD713-F65F-45F0-B756-0FA31221E240}" destId="{F50410E1-F4E0-4B7E-B6BB-9B348A4764DA}" srcOrd="4" destOrd="0" presId="urn:microsoft.com/office/officeart/2018/2/layout/IconLabelDescriptionList"/>
    <dgm:cxn modelId="{6CA247F0-3816-4FF0-AD83-2860814F7E25}" type="presParOf" srcId="{F50410E1-F4E0-4B7E-B6BB-9B348A4764DA}" destId="{9396E343-D3B2-4DAD-9599-922ED84DAC72}" srcOrd="0" destOrd="0" presId="urn:microsoft.com/office/officeart/2018/2/layout/IconLabelDescriptionList"/>
    <dgm:cxn modelId="{D83B040D-7AA2-488E-9A26-A915FC488946}" type="presParOf" srcId="{F50410E1-F4E0-4B7E-B6BB-9B348A4764DA}" destId="{D4E6A730-6E8D-4EF2-BC82-131020C02F31}" srcOrd="1" destOrd="0" presId="urn:microsoft.com/office/officeart/2018/2/layout/IconLabelDescriptionList"/>
    <dgm:cxn modelId="{E6BF31D2-E7EB-4A01-82FE-59E754F92341}" type="presParOf" srcId="{F50410E1-F4E0-4B7E-B6BB-9B348A4764DA}" destId="{6307903A-11BB-4D60-BCB4-767AF5FDA1EA}" srcOrd="2" destOrd="0" presId="urn:microsoft.com/office/officeart/2018/2/layout/IconLabelDescriptionList"/>
    <dgm:cxn modelId="{9C93C4BD-C4D5-471E-997B-27279F52F2F8}" type="presParOf" srcId="{F50410E1-F4E0-4B7E-B6BB-9B348A4764DA}" destId="{C1763F17-5D2C-4168-90CB-C6848FA0CF8B}" srcOrd="3" destOrd="0" presId="urn:microsoft.com/office/officeart/2018/2/layout/IconLabelDescriptionList"/>
    <dgm:cxn modelId="{91C36C81-75BA-4777-A31D-138DA878CC35}" type="presParOf" srcId="{F50410E1-F4E0-4B7E-B6BB-9B348A4764DA}" destId="{B605F129-A891-4672-A39C-22AF5963642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9F27B76C-D6D7-47A1-A0B2-5D2970E9FE1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0D7B8F4D-8C3C-4A4F-B2D3-6A9B41926F0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Data</a:t>
          </a:r>
        </a:p>
      </dgm:t>
    </dgm:pt>
    <dgm:pt modelId="{EE92270C-0F50-4E4F-805F-9BC268079A04}" type="parTrans" cxnId="{DDCB7FBA-E5EB-44BC-88C6-D067BE1B6602}">
      <dgm:prSet/>
      <dgm:spPr/>
      <dgm:t>
        <a:bodyPr/>
        <a:lstStyle/>
        <a:p>
          <a:endParaRPr lang="tr-TR"/>
        </a:p>
      </dgm:t>
    </dgm:pt>
    <dgm:pt modelId="{762BFEBE-D81A-4146-BEBE-141ADDE50989}" type="sibTrans" cxnId="{DDCB7FBA-E5EB-44BC-88C6-D067BE1B6602}">
      <dgm:prSet/>
      <dgm:spPr/>
      <dgm:t>
        <a:bodyPr/>
        <a:lstStyle/>
        <a:p>
          <a:endParaRPr lang="tr-TR"/>
        </a:p>
      </dgm:t>
    </dgm:pt>
    <dgm:pt modelId="{13BC55D2-2FF6-4850-80F5-873703E9CC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SPV node will </a:t>
          </a:r>
          <a:r>
            <a:rPr lang="tr-TR"/>
            <a:t> </a:t>
          </a:r>
          <a:r>
            <a:rPr lang="en-US"/>
            <a:t>have received</a:t>
          </a:r>
          <a:endParaRPr lang="tr-TR"/>
        </a:p>
      </dgm:t>
    </dgm:pt>
    <dgm:pt modelId="{B2B6C941-60BD-4B69-BFC2-5F387074FADB}" type="parTrans" cxnId="{5F35AF4E-87D2-4E3C-BCE2-9F2FEB3094C8}">
      <dgm:prSet/>
      <dgm:spPr/>
      <dgm:t>
        <a:bodyPr/>
        <a:lstStyle/>
        <a:p>
          <a:endParaRPr lang="tr-TR"/>
        </a:p>
      </dgm:t>
    </dgm:pt>
    <dgm:pt modelId="{42A90EA2-73EC-441B-8245-12EB3CDE28DF}" type="sibTrans" cxnId="{5F35AF4E-87D2-4E3C-BCE2-9F2FEB3094C8}">
      <dgm:prSet/>
      <dgm:spPr/>
      <dgm:t>
        <a:bodyPr/>
        <a:lstStyle/>
        <a:p>
          <a:endParaRPr lang="tr-TR"/>
        </a:p>
      </dgm:t>
    </dgm:pt>
    <dgm:pt modelId="{EE060474-119B-4C0B-B568-96F9DA6E6C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block header</a:t>
          </a:r>
          <a:endParaRPr lang="tr-TR"/>
        </a:p>
      </dgm:t>
    </dgm:pt>
    <dgm:pt modelId="{3E1E0D23-DEC5-4505-A3F0-618FDA62DF34}" type="parTrans" cxnId="{A5B1D5BC-3D0D-4EC1-BC8E-C222F06F203B}">
      <dgm:prSet/>
      <dgm:spPr/>
      <dgm:t>
        <a:bodyPr/>
        <a:lstStyle/>
        <a:p>
          <a:endParaRPr lang="tr-TR"/>
        </a:p>
      </dgm:t>
    </dgm:pt>
    <dgm:pt modelId="{7FE0683D-485E-41CD-B240-4BB3AC2CD405}" type="sibTrans" cxnId="{A5B1D5BC-3D0D-4EC1-BC8E-C222F06F203B}">
      <dgm:prSet/>
      <dgm:spPr/>
      <dgm:t>
        <a:bodyPr/>
        <a:lstStyle/>
        <a:p>
          <a:endParaRPr lang="tr-TR"/>
        </a:p>
      </dgm:t>
    </dgm:pt>
    <dgm:pt modelId="{2D8DCF06-BD2F-4B77-A514-98EE220170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Comparing</a:t>
          </a:r>
        </a:p>
      </dgm:t>
    </dgm:pt>
    <dgm:pt modelId="{CA8CC78D-AC26-48E6-AF84-073BF8738B65}" type="parTrans" cxnId="{6A030288-2F87-43BF-8307-167CFC8B6126}">
      <dgm:prSet/>
      <dgm:spPr/>
      <dgm:t>
        <a:bodyPr/>
        <a:lstStyle/>
        <a:p>
          <a:endParaRPr lang="tr-TR"/>
        </a:p>
      </dgm:t>
    </dgm:pt>
    <dgm:pt modelId="{E4595D34-837A-49E6-853C-FD51C24EA19F}" type="sibTrans" cxnId="{6A030288-2F87-43BF-8307-167CFC8B6126}">
      <dgm:prSet/>
      <dgm:spPr/>
      <dgm:t>
        <a:bodyPr/>
        <a:lstStyle/>
        <a:p>
          <a:endParaRPr lang="tr-TR"/>
        </a:p>
      </dgm:t>
    </dgm:pt>
    <dgm:pt modelId="{E7AD1914-050A-4FA6-A9E9-8D2BF86417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amount of data</a:t>
          </a:r>
          <a:r>
            <a:rPr lang="tr-TR"/>
            <a:t> </a:t>
          </a:r>
          <a:r>
            <a:rPr lang="en-US"/>
            <a:t>is</a:t>
          </a:r>
          <a:endParaRPr lang="tr-TR"/>
        </a:p>
      </dgm:t>
    </dgm:pt>
    <dgm:pt modelId="{5F26AA54-0582-4F32-B1CD-4372EBB584CA}" type="parTrans" cxnId="{109F84EB-931E-4BF0-AEEC-FB005619780E}">
      <dgm:prSet/>
      <dgm:spPr/>
      <dgm:t>
        <a:bodyPr/>
        <a:lstStyle/>
        <a:p>
          <a:endParaRPr lang="tr-TR"/>
        </a:p>
      </dgm:t>
    </dgm:pt>
    <dgm:pt modelId="{B1C05AF2-503D-4531-87C4-3B27CA0F7F5B}" type="sibTrans" cxnId="{109F84EB-931E-4BF0-AEEC-FB005619780E}">
      <dgm:prSet/>
      <dgm:spPr/>
      <dgm:t>
        <a:bodyPr/>
        <a:lstStyle/>
        <a:p>
          <a:endParaRPr lang="tr-TR"/>
        </a:p>
      </dgm:t>
    </dgm:pt>
    <dgm:pt modelId="{BF9C4AE1-C84F-48D4-9E67-25D740F424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than a full block</a:t>
          </a:r>
          <a:r>
            <a:rPr lang="tr-TR" dirty="0"/>
            <a:t>: </a:t>
          </a:r>
          <a:r>
            <a:rPr lang="en-US" dirty="0"/>
            <a:t>about 1 megabyte</a:t>
          </a:r>
          <a:endParaRPr lang="tr-TR" dirty="0"/>
        </a:p>
      </dgm:t>
    </dgm:pt>
    <dgm:pt modelId="{08F7193E-D494-4630-AB7D-8C44C61F24D2}" type="parTrans" cxnId="{7A6FA9B2-D817-4E11-8CDE-F02853ED8979}">
      <dgm:prSet/>
      <dgm:spPr/>
      <dgm:t>
        <a:bodyPr/>
        <a:lstStyle/>
        <a:p>
          <a:endParaRPr lang="tr-TR"/>
        </a:p>
      </dgm:t>
    </dgm:pt>
    <dgm:pt modelId="{3137D1E0-A343-4712-9D20-0A652CB96E10}" type="sibTrans" cxnId="{7A6FA9B2-D817-4E11-8CDE-F02853ED8979}">
      <dgm:prSet/>
      <dgm:spPr/>
      <dgm:t>
        <a:bodyPr/>
        <a:lstStyle/>
        <a:p>
          <a:endParaRPr lang="tr-TR"/>
        </a:p>
      </dgm:t>
    </dgm:pt>
    <dgm:pt modelId="{A0B7A60F-9656-4E57-9BE2-D9AD4CC5AB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less than a kilobyte of data </a:t>
          </a:r>
          <a:endParaRPr lang="tr-TR"/>
        </a:p>
      </dgm:t>
    </dgm:pt>
    <dgm:pt modelId="{3985EF8E-D2C5-4CFA-8A63-8EA42A228016}" type="parTrans" cxnId="{8FABC153-5481-4520-BA29-490628B91A74}">
      <dgm:prSet/>
      <dgm:spPr/>
      <dgm:t>
        <a:bodyPr/>
        <a:lstStyle/>
        <a:p>
          <a:endParaRPr lang="tr-TR"/>
        </a:p>
      </dgm:t>
    </dgm:pt>
    <dgm:pt modelId="{F5816B72-F0E4-4B01-A106-947422F786B7}" type="sibTrans" cxnId="{8FABC153-5481-4520-BA29-490628B91A74}">
      <dgm:prSet/>
      <dgm:spPr/>
      <dgm:t>
        <a:bodyPr/>
        <a:lstStyle/>
        <a:p>
          <a:endParaRPr lang="tr-TR"/>
        </a:p>
      </dgm:t>
    </dgm:pt>
    <dgm:pt modelId="{DF659E1B-CDD8-4722-B5C1-2DEFCC06702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Message content</a:t>
          </a:r>
        </a:p>
      </dgm:t>
    </dgm:pt>
    <dgm:pt modelId="{896BE214-F193-46D6-9898-A2AD504C933A}" type="parTrans" cxnId="{921D9B4A-F5C4-46E1-9948-49E068D9601A}">
      <dgm:prSet/>
      <dgm:spPr/>
      <dgm:t>
        <a:bodyPr/>
        <a:lstStyle/>
        <a:p>
          <a:endParaRPr lang="tr-TR"/>
        </a:p>
      </dgm:t>
    </dgm:pt>
    <dgm:pt modelId="{CDACAB6C-2793-4A44-86C0-476BEB174720}" type="sibTrans" cxnId="{921D9B4A-F5C4-46E1-9948-49E068D9601A}">
      <dgm:prSet/>
      <dgm:spPr/>
      <dgm:t>
        <a:bodyPr/>
        <a:lstStyle/>
        <a:p>
          <a:endParaRPr lang="tr-TR"/>
        </a:p>
      </dgm:t>
    </dgm:pt>
    <dgm:pt modelId="{456CA309-7B16-4D2D-99DF-C030CEDAE32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merkle path </a:t>
          </a:r>
          <a:endParaRPr lang="tr-TR"/>
        </a:p>
      </dgm:t>
    </dgm:pt>
    <dgm:pt modelId="{B4205C49-A123-48B4-8818-21CFF067528E}" type="parTrans" cxnId="{FFBD4580-952B-4C34-AA36-A15E389D5DF4}">
      <dgm:prSet/>
      <dgm:spPr/>
      <dgm:t>
        <a:bodyPr/>
        <a:lstStyle/>
        <a:p>
          <a:endParaRPr lang="tr-TR"/>
        </a:p>
      </dgm:t>
    </dgm:pt>
    <dgm:pt modelId="{AFF118A5-CA48-4803-84E3-61A2D017BF53}" type="sibTrans" cxnId="{FFBD4580-952B-4C34-AA36-A15E389D5DF4}">
      <dgm:prSet/>
      <dgm:spPr/>
      <dgm:t>
        <a:bodyPr/>
        <a:lstStyle/>
        <a:p>
          <a:endParaRPr lang="tr-TR"/>
        </a:p>
      </dgm:t>
    </dgm:pt>
    <dgm:pt modelId="{5D7C6775-9098-4FFE-8A53-8453CE3BE5F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more than a thousand times less</a:t>
          </a:r>
          <a:endParaRPr lang="tr-TR" dirty="0"/>
        </a:p>
      </dgm:t>
    </dgm:pt>
    <dgm:pt modelId="{4EE8404A-5334-411D-AD2C-9A3836681519}" type="parTrans" cxnId="{B279EF74-9AF6-4884-BA15-BD84B2D8CBCF}">
      <dgm:prSet/>
      <dgm:spPr/>
      <dgm:t>
        <a:bodyPr/>
        <a:lstStyle/>
        <a:p>
          <a:endParaRPr lang="tr-TR"/>
        </a:p>
      </dgm:t>
    </dgm:pt>
    <dgm:pt modelId="{4DC75EE5-774E-4AAA-9AFB-9DC5833A47D2}" type="sibTrans" cxnId="{B279EF74-9AF6-4884-BA15-BD84B2D8CBCF}">
      <dgm:prSet/>
      <dgm:spPr/>
      <dgm:t>
        <a:bodyPr/>
        <a:lstStyle/>
        <a:p>
          <a:endParaRPr lang="tr-TR"/>
        </a:p>
      </dgm:t>
    </dgm:pt>
    <dgm:pt modelId="{FE3F776E-65E8-45FC-ACD2-AF33FE3D331D}" type="pres">
      <dgm:prSet presAssocID="{9F27B76C-D6D7-47A1-A0B2-5D2970E9FE1A}" presName="root" presStyleCnt="0">
        <dgm:presLayoutVars>
          <dgm:dir/>
          <dgm:resizeHandles val="exact"/>
        </dgm:presLayoutVars>
      </dgm:prSet>
      <dgm:spPr/>
    </dgm:pt>
    <dgm:pt modelId="{6F220AB4-C2E8-429D-BE19-C92E76614DBE}" type="pres">
      <dgm:prSet presAssocID="{0D7B8F4D-8C3C-4A4F-B2D3-6A9B41926F08}" presName="compNode" presStyleCnt="0"/>
      <dgm:spPr/>
    </dgm:pt>
    <dgm:pt modelId="{4D6EAE94-CC88-45A4-900B-99806197CB34}" type="pres">
      <dgm:prSet presAssocID="{0D7B8F4D-8C3C-4A4F-B2D3-6A9B41926F0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08095BA3-09B5-448B-A057-E518CD7D10C7}" type="pres">
      <dgm:prSet presAssocID="{0D7B8F4D-8C3C-4A4F-B2D3-6A9B41926F08}" presName="iconSpace" presStyleCnt="0"/>
      <dgm:spPr/>
    </dgm:pt>
    <dgm:pt modelId="{9593A713-2773-420D-9760-E6F2C638CBD2}" type="pres">
      <dgm:prSet presAssocID="{0D7B8F4D-8C3C-4A4F-B2D3-6A9B41926F08}" presName="parTx" presStyleLbl="revTx" presStyleIdx="0" presStyleCnt="6">
        <dgm:presLayoutVars>
          <dgm:chMax val="0"/>
          <dgm:chPref val="0"/>
        </dgm:presLayoutVars>
      </dgm:prSet>
      <dgm:spPr/>
    </dgm:pt>
    <dgm:pt modelId="{D4677BE3-9E85-4417-8719-02A113E2E73B}" type="pres">
      <dgm:prSet presAssocID="{0D7B8F4D-8C3C-4A4F-B2D3-6A9B41926F08}" presName="txSpace" presStyleCnt="0"/>
      <dgm:spPr/>
    </dgm:pt>
    <dgm:pt modelId="{EE835E31-2A2E-47F6-8771-C7E0D2C46150}" type="pres">
      <dgm:prSet presAssocID="{0D7B8F4D-8C3C-4A4F-B2D3-6A9B41926F08}" presName="desTx" presStyleLbl="revTx" presStyleIdx="1" presStyleCnt="6">
        <dgm:presLayoutVars/>
      </dgm:prSet>
      <dgm:spPr/>
    </dgm:pt>
    <dgm:pt modelId="{0D976609-00DA-4932-8B0A-2947EE668E92}" type="pres">
      <dgm:prSet presAssocID="{762BFEBE-D81A-4146-BEBE-141ADDE50989}" presName="sibTrans" presStyleCnt="0"/>
      <dgm:spPr/>
    </dgm:pt>
    <dgm:pt modelId="{68108F14-7A18-44A7-BD66-FE3C5ACCB121}" type="pres">
      <dgm:prSet presAssocID="{DF659E1B-CDD8-4722-B5C1-2DEFCC06702C}" presName="compNode" presStyleCnt="0"/>
      <dgm:spPr/>
    </dgm:pt>
    <dgm:pt modelId="{55AEFDC8-7FD7-47A5-9D84-934059A29AE5}" type="pres">
      <dgm:prSet presAssocID="{DF659E1B-CDD8-4722-B5C1-2DEFCC06702C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B2D3E104-86A3-4F5B-BFE5-9BE4B09472A1}" type="pres">
      <dgm:prSet presAssocID="{DF659E1B-CDD8-4722-B5C1-2DEFCC06702C}" presName="iconSpace" presStyleCnt="0"/>
      <dgm:spPr/>
    </dgm:pt>
    <dgm:pt modelId="{16E16637-A35F-426D-A274-CB256C498B59}" type="pres">
      <dgm:prSet presAssocID="{DF659E1B-CDD8-4722-B5C1-2DEFCC06702C}" presName="parTx" presStyleLbl="revTx" presStyleIdx="2" presStyleCnt="6">
        <dgm:presLayoutVars>
          <dgm:chMax val="0"/>
          <dgm:chPref val="0"/>
        </dgm:presLayoutVars>
      </dgm:prSet>
      <dgm:spPr/>
    </dgm:pt>
    <dgm:pt modelId="{3D3C96AD-7248-4D24-B8F4-CB053918A278}" type="pres">
      <dgm:prSet presAssocID="{DF659E1B-CDD8-4722-B5C1-2DEFCC06702C}" presName="txSpace" presStyleCnt="0"/>
      <dgm:spPr/>
    </dgm:pt>
    <dgm:pt modelId="{9109DB58-7481-4931-BD34-D33DA242D6C4}" type="pres">
      <dgm:prSet presAssocID="{DF659E1B-CDD8-4722-B5C1-2DEFCC06702C}" presName="desTx" presStyleLbl="revTx" presStyleIdx="3" presStyleCnt="6">
        <dgm:presLayoutVars/>
      </dgm:prSet>
      <dgm:spPr/>
    </dgm:pt>
    <dgm:pt modelId="{A4626F95-8C2E-4F10-B99E-EFC1C2EA7BEC}" type="pres">
      <dgm:prSet presAssocID="{CDACAB6C-2793-4A44-86C0-476BEB174720}" presName="sibTrans" presStyleCnt="0"/>
      <dgm:spPr/>
    </dgm:pt>
    <dgm:pt modelId="{E1AB328A-4912-48DA-A7C0-F30F2417230C}" type="pres">
      <dgm:prSet presAssocID="{2D8DCF06-BD2F-4B77-A514-98EE2201706E}" presName="compNode" presStyleCnt="0"/>
      <dgm:spPr/>
    </dgm:pt>
    <dgm:pt modelId="{4FB8D860-8079-421D-9CF5-126C253E4E07}" type="pres">
      <dgm:prSet presAssocID="{2D8DCF06-BD2F-4B77-A514-98EE2201706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atistics"/>
        </a:ext>
      </dgm:extLst>
    </dgm:pt>
    <dgm:pt modelId="{52D81FC3-D136-4EC8-903E-384D1F25C4B2}" type="pres">
      <dgm:prSet presAssocID="{2D8DCF06-BD2F-4B77-A514-98EE2201706E}" presName="iconSpace" presStyleCnt="0"/>
      <dgm:spPr/>
    </dgm:pt>
    <dgm:pt modelId="{793CD182-4A17-434B-BF3D-7523E22082E4}" type="pres">
      <dgm:prSet presAssocID="{2D8DCF06-BD2F-4B77-A514-98EE2201706E}" presName="parTx" presStyleLbl="revTx" presStyleIdx="4" presStyleCnt="6">
        <dgm:presLayoutVars>
          <dgm:chMax val="0"/>
          <dgm:chPref val="0"/>
        </dgm:presLayoutVars>
      </dgm:prSet>
      <dgm:spPr/>
    </dgm:pt>
    <dgm:pt modelId="{E870F1FE-AC4F-4204-8C91-DF566012FF56}" type="pres">
      <dgm:prSet presAssocID="{2D8DCF06-BD2F-4B77-A514-98EE2201706E}" presName="txSpace" presStyleCnt="0"/>
      <dgm:spPr/>
    </dgm:pt>
    <dgm:pt modelId="{811B45A5-8F2C-405F-AE3B-0E75E6F81236}" type="pres">
      <dgm:prSet presAssocID="{2D8DCF06-BD2F-4B77-A514-98EE2201706E}" presName="desTx" presStyleLbl="revTx" presStyleIdx="5" presStyleCnt="6">
        <dgm:presLayoutVars/>
      </dgm:prSet>
      <dgm:spPr/>
    </dgm:pt>
  </dgm:ptLst>
  <dgm:cxnLst>
    <dgm:cxn modelId="{1BC14224-0518-420D-B4B5-A1A61324B114}" type="presOf" srcId="{A0B7A60F-9656-4E57-9BE2-D9AD4CC5AB7B}" destId="{EE835E31-2A2E-47F6-8771-C7E0D2C46150}" srcOrd="0" destOrd="1" presId="urn:microsoft.com/office/officeart/2018/5/layout/CenteredIconLabelDescriptionList"/>
    <dgm:cxn modelId="{76370F3B-8CE7-44AF-AEFD-AA42F3D1B94D}" type="presOf" srcId="{9F27B76C-D6D7-47A1-A0B2-5D2970E9FE1A}" destId="{FE3F776E-65E8-45FC-ACD2-AF33FE3D331D}" srcOrd="0" destOrd="0" presId="urn:microsoft.com/office/officeart/2018/5/layout/CenteredIconLabelDescriptionList"/>
    <dgm:cxn modelId="{900C5C45-5397-4D63-958E-E6304A4DECDC}" type="presOf" srcId="{13BC55D2-2FF6-4850-80F5-873703E9CC97}" destId="{EE835E31-2A2E-47F6-8771-C7E0D2C46150}" srcOrd="0" destOrd="0" presId="urn:microsoft.com/office/officeart/2018/5/layout/CenteredIconLabelDescriptionList"/>
    <dgm:cxn modelId="{0CC19A65-F849-4D9F-87A0-25A4B96ABE40}" type="presOf" srcId="{2D8DCF06-BD2F-4B77-A514-98EE2201706E}" destId="{793CD182-4A17-434B-BF3D-7523E22082E4}" srcOrd="0" destOrd="0" presId="urn:microsoft.com/office/officeart/2018/5/layout/CenteredIconLabelDescriptionList"/>
    <dgm:cxn modelId="{921D9B4A-F5C4-46E1-9948-49E068D9601A}" srcId="{9F27B76C-D6D7-47A1-A0B2-5D2970E9FE1A}" destId="{DF659E1B-CDD8-4722-B5C1-2DEFCC06702C}" srcOrd="1" destOrd="0" parTransId="{896BE214-F193-46D6-9898-A2AD504C933A}" sibTransId="{CDACAB6C-2793-4A44-86C0-476BEB174720}"/>
    <dgm:cxn modelId="{5F35AF4E-87D2-4E3C-BCE2-9F2FEB3094C8}" srcId="{0D7B8F4D-8C3C-4A4F-B2D3-6A9B41926F08}" destId="{13BC55D2-2FF6-4850-80F5-873703E9CC97}" srcOrd="0" destOrd="0" parTransId="{B2B6C941-60BD-4B69-BFC2-5F387074FADB}" sibTransId="{42A90EA2-73EC-441B-8245-12EB3CDE28DF}"/>
    <dgm:cxn modelId="{8FABC153-5481-4520-BA29-490628B91A74}" srcId="{0D7B8F4D-8C3C-4A4F-B2D3-6A9B41926F08}" destId="{A0B7A60F-9656-4E57-9BE2-D9AD4CC5AB7B}" srcOrd="1" destOrd="0" parTransId="{3985EF8E-D2C5-4CFA-8A63-8EA42A228016}" sibTransId="{F5816B72-F0E4-4B01-A106-947422F786B7}"/>
    <dgm:cxn modelId="{B279EF74-9AF6-4884-BA15-BD84B2D8CBCF}" srcId="{2D8DCF06-BD2F-4B77-A514-98EE2201706E}" destId="{5D7C6775-9098-4FFE-8A53-8453CE3BE5FC}" srcOrd="1" destOrd="0" parTransId="{4EE8404A-5334-411D-AD2C-9A3836681519}" sibTransId="{4DC75EE5-774E-4AAA-9AFB-9DC5833A47D2}"/>
    <dgm:cxn modelId="{CF14E057-B163-4DB5-AA9E-EA34A3BACD6C}" type="presOf" srcId="{456CA309-7B16-4D2D-99DF-C030CEDAE32D}" destId="{9109DB58-7481-4931-BD34-D33DA242D6C4}" srcOrd="0" destOrd="1" presId="urn:microsoft.com/office/officeart/2018/5/layout/CenteredIconLabelDescriptionList"/>
    <dgm:cxn modelId="{DCC94B7F-622B-4C9F-9000-2C7D05FC5AFC}" type="presOf" srcId="{0D7B8F4D-8C3C-4A4F-B2D3-6A9B41926F08}" destId="{9593A713-2773-420D-9760-E6F2C638CBD2}" srcOrd="0" destOrd="0" presId="urn:microsoft.com/office/officeart/2018/5/layout/CenteredIconLabelDescriptionList"/>
    <dgm:cxn modelId="{FFBD4580-952B-4C34-AA36-A15E389D5DF4}" srcId="{DF659E1B-CDD8-4722-B5C1-2DEFCC06702C}" destId="{456CA309-7B16-4D2D-99DF-C030CEDAE32D}" srcOrd="1" destOrd="0" parTransId="{B4205C49-A123-48B4-8818-21CFF067528E}" sibTransId="{AFF118A5-CA48-4803-84E3-61A2D017BF53}"/>
    <dgm:cxn modelId="{6A030288-2F87-43BF-8307-167CFC8B6126}" srcId="{9F27B76C-D6D7-47A1-A0B2-5D2970E9FE1A}" destId="{2D8DCF06-BD2F-4B77-A514-98EE2201706E}" srcOrd="2" destOrd="0" parTransId="{CA8CC78D-AC26-48E6-AF84-073BF8738B65}" sibTransId="{E4595D34-837A-49E6-853C-FD51C24EA19F}"/>
    <dgm:cxn modelId="{14E12689-B28B-4A03-BDA6-F77E28E4D1F4}" type="presOf" srcId="{BF9C4AE1-C84F-48D4-9E67-25D740F42448}" destId="{811B45A5-8F2C-405F-AE3B-0E75E6F81236}" srcOrd="0" destOrd="2" presId="urn:microsoft.com/office/officeart/2018/5/layout/CenteredIconLabelDescriptionList"/>
    <dgm:cxn modelId="{780AF48F-319A-4866-8593-C8D534AF61A6}" type="presOf" srcId="{E7AD1914-050A-4FA6-A9E9-8D2BF86417B1}" destId="{811B45A5-8F2C-405F-AE3B-0E75E6F81236}" srcOrd="0" destOrd="0" presId="urn:microsoft.com/office/officeart/2018/5/layout/CenteredIconLabelDescriptionList"/>
    <dgm:cxn modelId="{E2A0B595-EAB9-4092-90EC-0860FFCDFE6B}" type="presOf" srcId="{EE060474-119B-4C0B-B568-96F9DA6E6CB9}" destId="{9109DB58-7481-4931-BD34-D33DA242D6C4}" srcOrd="0" destOrd="0" presId="urn:microsoft.com/office/officeart/2018/5/layout/CenteredIconLabelDescriptionList"/>
    <dgm:cxn modelId="{C38B78AC-9804-40D3-A46C-267278B36467}" type="presOf" srcId="{DF659E1B-CDD8-4722-B5C1-2DEFCC06702C}" destId="{16E16637-A35F-426D-A274-CB256C498B59}" srcOrd="0" destOrd="0" presId="urn:microsoft.com/office/officeart/2018/5/layout/CenteredIconLabelDescriptionList"/>
    <dgm:cxn modelId="{7A6FA9B2-D817-4E11-8CDE-F02853ED8979}" srcId="{2D8DCF06-BD2F-4B77-A514-98EE2201706E}" destId="{BF9C4AE1-C84F-48D4-9E67-25D740F42448}" srcOrd="2" destOrd="0" parTransId="{08F7193E-D494-4630-AB7D-8C44C61F24D2}" sibTransId="{3137D1E0-A343-4712-9D20-0A652CB96E10}"/>
    <dgm:cxn modelId="{DDCB7FBA-E5EB-44BC-88C6-D067BE1B6602}" srcId="{9F27B76C-D6D7-47A1-A0B2-5D2970E9FE1A}" destId="{0D7B8F4D-8C3C-4A4F-B2D3-6A9B41926F08}" srcOrd="0" destOrd="0" parTransId="{EE92270C-0F50-4E4F-805F-9BC268079A04}" sibTransId="{762BFEBE-D81A-4146-BEBE-141ADDE50989}"/>
    <dgm:cxn modelId="{A5B1D5BC-3D0D-4EC1-BC8E-C222F06F203B}" srcId="{DF659E1B-CDD8-4722-B5C1-2DEFCC06702C}" destId="{EE060474-119B-4C0B-B568-96F9DA6E6CB9}" srcOrd="0" destOrd="0" parTransId="{3E1E0D23-DEC5-4505-A3F0-618FDA62DF34}" sibTransId="{7FE0683D-485E-41CD-B240-4BB3AC2CD405}"/>
    <dgm:cxn modelId="{AC3416C3-21DA-487B-AC7D-BA68FFD38D9F}" type="presOf" srcId="{5D7C6775-9098-4FFE-8A53-8453CE3BE5FC}" destId="{811B45A5-8F2C-405F-AE3B-0E75E6F81236}" srcOrd="0" destOrd="1" presId="urn:microsoft.com/office/officeart/2018/5/layout/CenteredIconLabelDescriptionList"/>
    <dgm:cxn modelId="{109F84EB-931E-4BF0-AEEC-FB005619780E}" srcId="{2D8DCF06-BD2F-4B77-A514-98EE2201706E}" destId="{E7AD1914-050A-4FA6-A9E9-8D2BF86417B1}" srcOrd="0" destOrd="0" parTransId="{5F26AA54-0582-4F32-B1CD-4372EBB584CA}" sibTransId="{B1C05AF2-503D-4531-87C4-3B27CA0F7F5B}"/>
    <dgm:cxn modelId="{8D5E607E-3BC0-4276-9ECF-70E3DF2B8030}" type="presParOf" srcId="{FE3F776E-65E8-45FC-ACD2-AF33FE3D331D}" destId="{6F220AB4-C2E8-429D-BE19-C92E76614DBE}" srcOrd="0" destOrd="0" presId="urn:microsoft.com/office/officeart/2018/5/layout/CenteredIconLabelDescriptionList"/>
    <dgm:cxn modelId="{E48C0071-4DB1-4484-8E7B-25354420B560}" type="presParOf" srcId="{6F220AB4-C2E8-429D-BE19-C92E76614DBE}" destId="{4D6EAE94-CC88-45A4-900B-99806197CB34}" srcOrd="0" destOrd="0" presId="urn:microsoft.com/office/officeart/2018/5/layout/CenteredIconLabelDescriptionList"/>
    <dgm:cxn modelId="{2383DAC2-BEB6-44BF-8272-276B659C313A}" type="presParOf" srcId="{6F220AB4-C2E8-429D-BE19-C92E76614DBE}" destId="{08095BA3-09B5-448B-A057-E518CD7D10C7}" srcOrd="1" destOrd="0" presId="urn:microsoft.com/office/officeart/2018/5/layout/CenteredIconLabelDescriptionList"/>
    <dgm:cxn modelId="{94741731-9373-43BA-88EC-5A41F8AC4E48}" type="presParOf" srcId="{6F220AB4-C2E8-429D-BE19-C92E76614DBE}" destId="{9593A713-2773-420D-9760-E6F2C638CBD2}" srcOrd="2" destOrd="0" presId="urn:microsoft.com/office/officeart/2018/5/layout/CenteredIconLabelDescriptionList"/>
    <dgm:cxn modelId="{D6ADE578-FEB2-4E53-B33E-E0A36547F229}" type="presParOf" srcId="{6F220AB4-C2E8-429D-BE19-C92E76614DBE}" destId="{D4677BE3-9E85-4417-8719-02A113E2E73B}" srcOrd="3" destOrd="0" presId="urn:microsoft.com/office/officeart/2018/5/layout/CenteredIconLabelDescriptionList"/>
    <dgm:cxn modelId="{C22208D2-0A78-4386-A9E4-5F89E5F3343C}" type="presParOf" srcId="{6F220AB4-C2E8-429D-BE19-C92E76614DBE}" destId="{EE835E31-2A2E-47F6-8771-C7E0D2C46150}" srcOrd="4" destOrd="0" presId="urn:microsoft.com/office/officeart/2018/5/layout/CenteredIconLabelDescriptionList"/>
    <dgm:cxn modelId="{111D1867-3A56-4A84-8BFE-947A27633020}" type="presParOf" srcId="{FE3F776E-65E8-45FC-ACD2-AF33FE3D331D}" destId="{0D976609-00DA-4932-8B0A-2947EE668E92}" srcOrd="1" destOrd="0" presId="urn:microsoft.com/office/officeart/2018/5/layout/CenteredIconLabelDescriptionList"/>
    <dgm:cxn modelId="{A2696A82-5436-4E14-B549-5DAA5575DCED}" type="presParOf" srcId="{FE3F776E-65E8-45FC-ACD2-AF33FE3D331D}" destId="{68108F14-7A18-44A7-BD66-FE3C5ACCB121}" srcOrd="2" destOrd="0" presId="urn:microsoft.com/office/officeart/2018/5/layout/CenteredIconLabelDescriptionList"/>
    <dgm:cxn modelId="{46433E9B-8980-4C39-93F0-D88E5B0B932C}" type="presParOf" srcId="{68108F14-7A18-44A7-BD66-FE3C5ACCB121}" destId="{55AEFDC8-7FD7-47A5-9D84-934059A29AE5}" srcOrd="0" destOrd="0" presId="urn:microsoft.com/office/officeart/2018/5/layout/CenteredIconLabelDescriptionList"/>
    <dgm:cxn modelId="{8ABCAAAD-A220-4D4F-BA14-41ED2021AF47}" type="presParOf" srcId="{68108F14-7A18-44A7-BD66-FE3C5ACCB121}" destId="{B2D3E104-86A3-4F5B-BFE5-9BE4B09472A1}" srcOrd="1" destOrd="0" presId="urn:microsoft.com/office/officeart/2018/5/layout/CenteredIconLabelDescriptionList"/>
    <dgm:cxn modelId="{9984FB72-9E13-422B-9D73-83473061FE41}" type="presParOf" srcId="{68108F14-7A18-44A7-BD66-FE3C5ACCB121}" destId="{16E16637-A35F-426D-A274-CB256C498B59}" srcOrd="2" destOrd="0" presId="urn:microsoft.com/office/officeart/2018/5/layout/CenteredIconLabelDescriptionList"/>
    <dgm:cxn modelId="{42A20CC0-C180-492B-801C-6186332954D3}" type="presParOf" srcId="{68108F14-7A18-44A7-BD66-FE3C5ACCB121}" destId="{3D3C96AD-7248-4D24-B8F4-CB053918A278}" srcOrd="3" destOrd="0" presId="urn:microsoft.com/office/officeart/2018/5/layout/CenteredIconLabelDescriptionList"/>
    <dgm:cxn modelId="{E8D26508-D656-4403-B751-CE9B2A4F8653}" type="presParOf" srcId="{68108F14-7A18-44A7-BD66-FE3C5ACCB121}" destId="{9109DB58-7481-4931-BD34-D33DA242D6C4}" srcOrd="4" destOrd="0" presId="urn:microsoft.com/office/officeart/2018/5/layout/CenteredIconLabelDescriptionList"/>
    <dgm:cxn modelId="{92C6CB09-6B2E-42A1-8CB0-8223CC6B0399}" type="presParOf" srcId="{FE3F776E-65E8-45FC-ACD2-AF33FE3D331D}" destId="{A4626F95-8C2E-4F10-B99E-EFC1C2EA7BEC}" srcOrd="3" destOrd="0" presId="urn:microsoft.com/office/officeart/2018/5/layout/CenteredIconLabelDescriptionList"/>
    <dgm:cxn modelId="{C8B704F8-6C62-47AA-B381-37F98DDF5761}" type="presParOf" srcId="{FE3F776E-65E8-45FC-ACD2-AF33FE3D331D}" destId="{E1AB328A-4912-48DA-A7C0-F30F2417230C}" srcOrd="4" destOrd="0" presId="urn:microsoft.com/office/officeart/2018/5/layout/CenteredIconLabelDescriptionList"/>
    <dgm:cxn modelId="{A39E0D96-9ED3-4FFF-89BE-C67902FED70E}" type="presParOf" srcId="{E1AB328A-4912-48DA-A7C0-F30F2417230C}" destId="{4FB8D860-8079-421D-9CF5-126C253E4E07}" srcOrd="0" destOrd="0" presId="urn:microsoft.com/office/officeart/2018/5/layout/CenteredIconLabelDescriptionList"/>
    <dgm:cxn modelId="{54BE0C07-A094-42E6-9363-85BE80C77A12}" type="presParOf" srcId="{E1AB328A-4912-48DA-A7C0-F30F2417230C}" destId="{52D81FC3-D136-4EC8-903E-384D1F25C4B2}" srcOrd="1" destOrd="0" presId="urn:microsoft.com/office/officeart/2018/5/layout/CenteredIconLabelDescriptionList"/>
    <dgm:cxn modelId="{E5BE92D9-3B38-40C8-8D01-D02B5453A7EE}" type="presParOf" srcId="{E1AB328A-4912-48DA-A7C0-F30F2417230C}" destId="{793CD182-4A17-434B-BF3D-7523E22082E4}" srcOrd="2" destOrd="0" presId="urn:microsoft.com/office/officeart/2018/5/layout/CenteredIconLabelDescriptionList"/>
    <dgm:cxn modelId="{A74A496B-60AB-4FEF-941F-A2306A38690A}" type="presParOf" srcId="{E1AB328A-4912-48DA-A7C0-F30F2417230C}" destId="{E870F1FE-AC4F-4204-8C91-DF566012FF56}" srcOrd="3" destOrd="0" presId="urn:microsoft.com/office/officeart/2018/5/layout/CenteredIconLabelDescriptionList"/>
    <dgm:cxn modelId="{1DEF891F-06BC-40C5-868E-F501902E3C59}" type="presParOf" srcId="{E1AB328A-4912-48DA-A7C0-F30F2417230C}" destId="{811B45A5-8F2C-405F-AE3B-0E75E6F8123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422ACEA7-A88B-4C1B-8670-806AA12AD70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2F69D4C0-1AFD-4187-9AB1-442B43BED77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How many bitcoin blockchains?</a:t>
          </a:r>
        </a:p>
      </dgm:t>
    </dgm:pt>
    <dgm:pt modelId="{4A0176BB-82DF-414C-ACE2-76FB83FDD0F3}" type="parTrans" cxnId="{999ED2D8-D526-4D76-916D-FE6616930FFA}">
      <dgm:prSet/>
      <dgm:spPr/>
      <dgm:t>
        <a:bodyPr/>
        <a:lstStyle/>
        <a:p>
          <a:endParaRPr lang="tr-TR"/>
        </a:p>
      </dgm:t>
    </dgm:pt>
    <dgm:pt modelId="{0AE95E0F-907D-4897-96B6-AD52506FCCF4}" type="sibTrans" cxnId="{999ED2D8-D526-4D76-916D-FE6616930FFA}">
      <dgm:prSet/>
      <dgm:spPr/>
      <dgm:t>
        <a:bodyPr/>
        <a:lstStyle/>
        <a:p>
          <a:endParaRPr lang="tr-TR"/>
        </a:p>
      </dgm:t>
    </dgm:pt>
    <dgm:pt modelId="{735C2BF7-E908-4907-B6A8-069A9BD13A3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is more than one bitcoin blockchain. </a:t>
          </a:r>
          <a:endParaRPr lang="tr-TR"/>
        </a:p>
      </dgm:t>
    </dgm:pt>
    <dgm:pt modelId="{C1FFB482-697D-4138-8D96-A5B988FD08B6}" type="parTrans" cxnId="{1AFA7128-EC8B-4695-A244-9DAE367DFD4D}">
      <dgm:prSet/>
      <dgm:spPr/>
      <dgm:t>
        <a:bodyPr/>
        <a:lstStyle/>
        <a:p>
          <a:endParaRPr lang="tr-TR"/>
        </a:p>
      </dgm:t>
    </dgm:pt>
    <dgm:pt modelId="{B79E9497-E2BC-4245-B4BE-C22F09677D60}" type="sibTrans" cxnId="{1AFA7128-EC8B-4695-A244-9DAE367DFD4D}">
      <dgm:prSet/>
      <dgm:spPr/>
      <dgm:t>
        <a:bodyPr/>
        <a:lstStyle/>
        <a:p>
          <a:endParaRPr lang="tr-TR"/>
        </a:p>
      </dgm:t>
    </dgm:pt>
    <dgm:pt modelId="{355EB44F-40E4-4970-803A-484CF722ED8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Mainnet</a:t>
          </a:r>
        </a:p>
      </dgm:t>
    </dgm:pt>
    <dgm:pt modelId="{96D9A4AA-7EFB-4E06-968E-F17EF45CBA39}" type="parTrans" cxnId="{A77B0FEE-AF04-4058-B3DF-E607594C96CE}">
      <dgm:prSet/>
      <dgm:spPr/>
      <dgm:t>
        <a:bodyPr/>
        <a:lstStyle/>
        <a:p>
          <a:endParaRPr lang="tr-TR"/>
        </a:p>
      </dgm:t>
    </dgm:pt>
    <dgm:pt modelId="{A44F28F8-25A2-4103-96B4-3747C9FF1D41}" type="sibTrans" cxnId="{A77B0FEE-AF04-4058-B3DF-E607594C96CE}">
      <dgm:prSet/>
      <dgm:spPr/>
      <dgm:t>
        <a:bodyPr/>
        <a:lstStyle/>
        <a:p>
          <a:endParaRPr lang="tr-TR"/>
        </a:p>
      </dgm:t>
    </dgm:pt>
    <dgm:pt modelId="{FC09C841-E54F-44FB-9024-4522CA2EFE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</a:t>
          </a:r>
          <a:r>
            <a:rPr lang="tr-TR"/>
            <a:t> </a:t>
          </a:r>
          <a:r>
            <a:rPr lang="en-US"/>
            <a:t>“main” bitcoin blockchain, </a:t>
          </a:r>
          <a:endParaRPr lang="tr-TR"/>
        </a:p>
      </dgm:t>
    </dgm:pt>
    <dgm:pt modelId="{65AD7917-0171-424F-A97A-0B6BC3B207E1}" type="parTrans" cxnId="{A7267311-666B-4476-94CF-C69FC42607AE}">
      <dgm:prSet/>
      <dgm:spPr/>
      <dgm:t>
        <a:bodyPr/>
        <a:lstStyle/>
        <a:p>
          <a:endParaRPr lang="tr-TR"/>
        </a:p>
      </dgm:t>
    </dgm:pt>
    <dgm:pt modelId="{82C21266-27DA-4FA5-9B12-B162CA76877E}" type="sibTrans" cxnId="{A7267311-666B-4476-94CF-C69FC42607AE}">
      <dgm:prSet/>
      <dgm:spPr/>
      <dgm:t>
        <a:bodyPr/>
        <a:lstStyle/>
        <a:p>
          <a:endParaRPr lang="tr-TR"/>
        </a:p>
      </dgm:t>
    </dgm:pt>
    <dgm:pt modelId="{1F9BA71A-BA28-4FCC-8F05-D7B8C7BF0B0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one created by Satoshi Nakamoto on January 3rd,</a:t>
          </a:r>
          <a:r>
            <a:rPr lang="tr-TR"/>
            <a:t> </a:t>
          </a:r>
          <a:r>
            <a:rPr lang="en-US"/>
            <a:t>2009, </a:t>
          </a:r>
          <a:endParaRPr lang="tr-TR"/>
        </a:p>
      </dgm:t>
    </dgm:pt>
    <dgm:pt modelId="{2CC45A60-BECD-4132-AADF-7CB8F870C1BA}" type="parTrans" cxnId="{3F2D7DEA-B987-40C9-A60C-61401532A89E}">
      <dgm:prSet/>
      <dgm:spPr/>
      <dgm:t>
        <a:bodyPr/>
        <a:lstStyle/>
        <a:p>
          <a:endParaRPr lang="tr-TR"/>
        </a:p>
      </dgm:t>
    </dgm:pt>
    <dgm:pt modelId="{51909A69-A803-4B29-9A79-950242D7D26F}" type="sibTrans" cxnId="{3F2D7DEA-B987-40C9-A60C-61401532A89E}">
      <dgm:prSet/>
      <dgm:spPr/>
      <dgm:t>
        <a:bodyPr/>
        <a:lstStyle/>
        <a:p>
          <a:endParaRPr lang="tr-TR"/>
        </a:p>
      </dgm:t>
    </dgm:pt>
    <dgm:pt modelId="{5E17E879-9088-4A88-BA61-4973A846F7B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one with the genesis block is called </a:t>
          </a:r>
          <a:r>
            <a:rPr lang="en-US" i="1"/>
            <a:t>mainnet</a:t>
          </a:r>
          <a:endParaRPr lang="tr-TR"/>
        </a:p>
      </dgm:t>
    </dgm:pt>
    <dgm:pt modelId="{1AAA4029-8E87-4FA0-8DB1-FA6C19A10681}" type="parTrans" cxnId="{8222C003-28AF-4BDD-BD66-085FA50322C3}">
      <dgm:prSet/>
      <dgm:spPr/>
      <dgm:t>
        <a:bodyPr/>
        <a:lstStyle/>
        <a:p>
          <a:endParaRPr lang="tr-TR"/>
        </a:p>
      </dgm:t>
    </dgm:pt>
    <dgm:pt modelId="{F3F1610C-B58D-4ACE-9735-BD14A38EF843}" type="sibTrans" cxnId="{8222C003-28AF-4BDD-BD66-085FA50322C3}">
      <dgm:prSet/>
      <dgm:spPr/>
      <dgm:t>
        <a:bodyPr/>
        <a:lstStyle/>
        <a:p>
          <a:endParaRPr lang="tr-TR"/>
        </a:p>
      </dgm:t>
    </dgm:pt>
    <dgm:pt modelId="{B54F91AD-412A-4BF0-B404-6B5168839A8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Other bitcoin blockchains</a:t>
          </a:r>
        </a:p>
      </dgm:t>
    </dgm:pt>
    <dgm:pt modelId="{1EB44C4D-7303-41DC-8487-952FD524E450}" type="parTrans" cxnId="{5DEF65C3-4898-4EE3-AB0D-2ECC35B5C620}">
      <dgm:prSet/>
      <dgm:spPr/>
      <dgm:t>
        <a:bodyPr/>
        <a:lstStyle/>
        <a:p>
          <a:endParaRPr lang="tr-TR"/>
        </a:p>
      </dgm:t>
    </dgm:pt>
    <dgm:pt modelId="{62496CFE-D354-4DB4-AB07-9C484D7827B6}" type="sibTrans" cxnId="{5DEF65C3-4898-4EE3-AB0D-2ECC35B5C620}">
      <dgm:prSet/>
      <dgm:spPr/>
      <dgm:t>
        <a:bodyPr/>
        <a:lstStyle/>
        <a:p>
          <a:endParaRPr lang="tr-TR"/>
        </a:p>
      </dgm:t>
    </dgm:pt>
    <dgm:pt modelId="{476EA541-C9F2-487C-8862-9DFC3DD573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are other bitcoin blockchains used for testing purposes</a:t>
          </a:r>
          <a:endParaRPr lang="tr-TR"/>
        </a:p>
      </dgm:t>
    </dgm:pt>
    <dgm:pt modelId="{96B2723B-D3C9-414A-B543-50A91DBDD079}" type="parTrans" cxnId="{22E70F9E-9379-4627-9B09-E24D27A7475A}">
      <dgm:prSet/>
      <dgm:spPr/>
      <dgm:t>
        <a:bodyPr/>
        <a:lstStyle/>
        <a:p>
          <a:endParaRPr lang="tr-TR"/>
        </a:p>
      </dgm:t>
    </dgm:pt>
    <dgm:pt modelId="{858EC0BB-12C4-4FB8-A381-E383FFDBE8A9}" type="sibTrans" cxnId="{22E70F9E-9379-4627-9B09-E24D27A7475A}">
      <dgm:prSet/>
      <dgm:spPr/>
      <dgm:t>
        <a:bodyPr/>
        <a:lstStyle/>
        <a:p>
          <a:endParaRPr lang="tr-TR"/>
        </a:p>
      </dgm:t>
    </dgm:pt>
    <dgm:pt modelId="{004B2425-BD5D-4F90-83FC-B0F0620BEA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at this time</a:t>
          </a:r>
          <a:r>
            <a:rPr lang="tr-TR"/>
            <a:t> </a:t>
          </a:r>
          <a:r>
            <a:rPr lang="tr-TR" i="1"/>
            <a:t>testnet</a:t>
          </a:r>
          <a:r>
            <a:rPr lang="tr-TR"/>
            <a:t>, </a:t>
          </a:r>
          <a:r>
            <a:rPr lang="tr-TR" i="1"/>
            <a:t>segnet</a:t>
          </a:r>
          <a:r>
            <a:rPr lang="tr-TR"/>
            <a:t>, and </a:t>
          </a:r>
          <a:r>
            <a:rPr lang="tr-TR" i="1"/>
            <a:t>regtest</a:t>
          </a:r>
          <a:r>
            <a:rPr lang="tr-TR"/>
            <a:t>.</a:t>
          </a:r>
        </a:p>
      </dgm:t>
    </dgm:pt>
    <dgm:pt modelId="{667C5A99-5615-4355-A3DC-D39CBAAE16BF}" type="parTrans" cxnId="{A760F1DF-88A7-46E3-8BC5-FDFE31D69751}">
      <dgm:prSet/>
      <dgm:spPr/>
      <dgm:t>
        <a:bodyPr/>
        <a:lstStyle/>
        <a:p>
          <a:endParaRPr lang="tr-TR"/>
        </a:p>
      </dgm:t>
    </dgm:pt>
    <dgm:pt modelId="{A4F66B71-DC41-4AA8-9F61-F88C42FA5C42}" type="sibTrans" cxnId="{A760F1DF-88A7-46E3-8BC5-FDFE31D69751}">
      <dgm:prSet/>
      <dgm:spPr/>
      <dgm:t>
        <a:bodyPr/>
        <a:lstStyle/>
        <a:p>
          <a:endParaRPr lang="tr-TR"/>
        </a:p>
      </dgm:t>
    </dgm:pt>
    <dgm:pt modelId="{44EFE611-1946-42C2-A59A-C9024476766F}" type="pres">
      <dgm:prSet presAssocID="{422ACEA7-A88B-4C1B-8670-806AA12AD708}" presName="root" presStyleCnt="0">
        <dgm:presLayoutVars>
          <dgm:dir/>
          <dgm:resizeHandles val="exact"/>
        </dgm:presLayoutVars>
      </dgm:prSet>
      <dgm:spPr/>
    </dgm:pt>
    <dgm:pt modelId="{0658F61D-EFD7-4A48-BFB0-4B7C0F70113C}" type="pres">
      <dgm:prSet presAssocID="{2F69D4C0-1AFD-4187-9AB1-442B43BED777}" presName="compNode" presStyleCnt="0"/>
      <dgm:spPr/>
    </dgm:pt>
    <dgm:pt modelId="{335BEEEA-4069-4D5B-AD5C-25EE389BC655}" type="pres">
      <dgm:prSet presAssocID="{2F69D4C0-1AFD-4187-9AB1-442B43BED77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hishing"/>
        </a:ext>
      </dgm:extLst>
    </dgm:pt>
    <dgm:pt modelId="{E19E845A-BA37-4689-947F-082F607B00C7}" type="pres">
      <dgm:prSet presAssocID="{2F69D4C0-1AFD-4187-9AB1-442B43BED777}" presName="iconSpace" presStyleCnt="0"/>
      <dgm:spPr/>
    </dgm:pt>
    <dgm:pt modelId="{4E197368-00C0-4B26-9127-AE431BC280E9}" type="pres">
      <dgm:prSet presAssocID="{2F69D4C0-1AFD-4187-9AB1-442B43BED777}" presName="parTx" presStyleLbl="revTx" presStyleIdx="0" presStyleCnt="6">
        <dgm:presLayoutVars>
          <dgm:chMax val="0"/>
          <dgm:chPref val="0"/>
        </dgm:presLayoutVars>
      </dgm:prSet>
      <dgm:spPr/>
    </dgm:pt>
    <dgm:pt modelId="{2B77B8E2-960D-476D-8DAC-7EC75F0BCB53}" type="pres">
      <dgm:prSet presAssocID="{2F69D4C0-1AFD-4187-9AB1-442B43BED777}" presName="txSpace" presStyleCnt="0"/>
      <dgm:spPr/>
    </dgm:pt>
    <dgm:pt modelId="{2FF738E3-2B39-49A1-B48C-876ADBC9CB2F}" type="pres">
      <dgm:prSet presAssocID="{2F69D4C0-1AFD-4187-9AB1-442B43BED777}" presName="desTx" presStyleLbl="revTx" presStyleIdx="1" presStyleCnt="6">
        <dgm:presLayoutVars/>
      </dgm:prSet>
      <dgm:spPr/>
    </dgm:pt>
    <dgm:pt modelId="{11F5E23A-080C-41B0-A8EC-8B8A36D45D52}" type="pres">
      <dgm:prSet presAssocID="{0AE95E0F-907D-4897-96B6-AD52506FCCF4}" presName="sibTrans" presStyleCnt="0"/>
      <dgm:spPr/>
    </dgm:pt>
    <dgm:pt modelId="{220FFBCA-3618-4E4E-B2B5-020E2639F747}" type="pres">
      <dgm:prSet presAssocID="{355EB44F-40E4-4970-803A-484CF722ED80}" presName="compNode" presStyleCnt="0"/>
      <dgm:spPr/>
    </dgm:pt>
    <dgm:pt modelId="{A9E5A62B-5FB4-4AA0-A484-8FE7A6BD430B}" type="pres">
      <dgm:prSet presAssocID="{355EB44F-40E4-4970-803A-484CF722ED8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ngerprint"/>
        </a:ext>
      </dgm:extLst>
    </dgm:pt>
    <dgm:pt modelId="{161F4206-1558-4225-A251-77BE3F92F42D}" type="pres">
      <dgm:prSet presAssocID="{355EB44F-40E4-4970-803A-484CF722ED80}" presName="iconSpace" presStyleCnt="0"/>
      <dgm:spPr/>
    </dgm:pt>
    <dgm:pt modelId="{8200619D-B158-4E5D-AD63-161AA81538FF}" type="pres">
      <dgm:prSet presAssocID="{355EB44F-40E4-4970-803A-484CF722ED80}" presName="parTx" presStyleLbl="revTx" presStyleIdx="2" presStyleCnt="6">
        <dgm:presLayoutVars>
          <dgm:chMax val="0"/>
          <dgm:chPref val="0"/>
        </dgm:presLayoutVars>
      </dgm:prSet>
      <dgm:spPr/>
    </dgm:pt>
    <dgm:pt modelId="{5060835A-2ADD-43F4-83B0-7A8813DF7B7C}" type="pres">
      <dgm:prSet presAssocID="{355EB44F-40E4-4970-803A-484CF722ED80}" presName="txSpace" presStyleCnt="0"/>
      <dgm:spPr/>
    </dgm:pt>
    <dgm:pt modelId="{C7EFEFC2-385B-44F8-B8A5-8C1FA5FD786C}" type="pres">
      <dgm:prSet presAssocID="{355EB44F-40E4-4970-803A-484CF722ED80}" presName="desTx" presStyleLbl="revTx" presStyleIdx="3" presStyleCnt="6">
        <dgm:presLayoutVars/>
      </dgm:prSet>
      <dgm:spPr/>
    </dgm:pt>
    <dgm:pt modelId="{FF58FDE5-A914-43FD-99A6-79168FBBFC05}" type="pres">
      <dgm:prSet presAssocID="{A44F28F8-25A2-4103-96B4-3747C9FF1D41}" presName="sibTrans" presStyleCnt="0"/>
      <dgm:spPr/>
    </dgm:pt>
    <dgm:pt modelId="{319E72BB-76DD-4EA2-9480-47138968CE1B}" type="pres">
      <dgm:prSet presAssocID="{B54F91AD-412A-4BF0-B404-6B5168839A86}" presName="compNode" presStyleCnt="0"/>
      <dgm:spPr/>
    </dgm:pt>
    <dgm:pt modelId="{BD38FF39-34A8-40CA-91A6-FD27D63ECDA5}" type="pres">
      <dgm:prSet presAssocID="{B54F91AD-412A-4BF0-B404-6B5168839A8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E667E7C8-BC18-483E-B63E-B6BF0260DA9F}" type="pres">
      <dgm:prSet presAssocID="{B54F91AD-412A-4BF0-B404-6B5168839A86}" presName="iconSpace" presStyleCnt="0"/>
      <dgm:spPr/>
    </dgm:pt>
    <dgm:pt modelId="{FDFF6459-C2F6-4F00-9B09-83617AD9EAE8}" type="pres">
      <dgm:prSet presAssocID="{B54F91AD-412A-4BF0-B404-6B5168839A86}" presName="parTx" presStyleLbl="revTx" presStyleIdx="4" presStyleCnt="6">
        <dgm:presLayoutVars>
          <dgm:chMax val="0"/>
          <dgm:chPref val="0"/>
        </dgm:presLayoutVars>
      </dgm:prSet>
      <dgm:spPr/>
    </dgm:pt>
    <dgm:pt modelId="{5863FA12-89F4-4FF4-83C4-B6B980519275}" type="pres">
      <dgm:prSet presAssocID="{B54F91AD-412A-4BF0-B404-6B5168839A86}" presName="txSpace" presStyleCnt="0"/>
      <dgm:spPr/>
    </dgm:pt>
    <dgm:pt modelId="{91D985B1-3CDE-43CF-9DB6-ADC6EC0F206D}" type="pres">
      <dgm:prSet presAssocID="{B54F91AD-412A-4BF0-B404-6B5168839A86}" presName="desTx" presStyleLbl="revTx" presStyleIdx="5" presStyleCnt="6">
        <dgm:presLayoutVars/>
      </dgm:prSet>
      <dgm:spPr/>
    </dgm:pt>
  </dgm:ptLst>
  <dgm:cxnLst>
    <dgm:cxn modelId="{8222C003-28AF-4BDD-BD66-085FA50322C3}" srcId="{355EB44F-40E4-4970-803A-484CF722ED80}" destId="{5E17E879-9088-4A88-BA61-4973A846F7BB}" srcOrd="2" destOrd="0" parTransId="{1AAA4029-8E87-4FA0-8DB1-FA6C19A10681}" sibTransId="{F3F1610C-B58D-4ACE-9735-BD14A38EF843}"/>
    <dgm:cxn modelId="{CA3F2D0E-D5D2-46E2-B2D8-E34D1995C5DF}" type="presOf" srcId="{004B2425-BD5D-4F90-83FC-B0F0620BEAE6}" destId="{91D985B1-3CDE-43CF-9DB6-ADC6EC0F206D}" srcOrd="0" destOrd="1" presId="urn:microsoft.com/office/officeart/2018/5/layout/CenteredIconLabelDescriptionList"/>
    <dgm:cxn modelId="{A7267311-666B-4476-94CF-C69FC42607AE}" srcId="{355EB44F-40E4-4970-803A-484CF722ED80}" destId="{FC09C841-E54F-44FB-9024-4522CA2EFEFB}" srcOrd="0" destOrd="0" parTransId="{65AD7917-0171-424F-A97A-0B6BC3B207E1}" sibTransId="{82C21266-27DA-4FA5-9B12-B162CA76877E}"/>
    <dgm:cxn modelId="{D9761B23-A86C-4FAB-84E2-62931BFE25DD}" type="presOf" srcId="{422ACEA7-A88B-4C1B-8670-806AA12AD708}" destId="{44EFE611-1946-42C2-A59A-C9024476766F}" srcOrd="0" destOrd="0" presId="urn:microsoft.com/office/officeart/2018/5/layout/CenteredIconLabelDescriptionList"/>
    <dgm:cxn modelId="{1AFA7128-EC8B-4695-A244-9DAE367DFD4D}" srcId="{2F69D4C0-1AFD-4187-9AB1-442B43BED777}" destId="{735C2BF7-E908-4907-B6A8-069A9BD13A3B}" srcOrd="0" destOrd="0" parTransId="{C1FFB482-697D-4138-8D96-A5B988FD08B6}" sibTransId="{B79E9497-E2BC-4245-B4BE-C22F09677D60}"/>
    <dgm:cxn modelId="{D1DC122D-C9E6-426E-A4E4-CF8C946F7D94}" type="presOf" srcId="{476EA541-C9F2-487C-8862-9DFC3DD573C6}" destId="{91D985B1-3CDE-43CF-9DB6-ADC6EC0F206D}" srcOrd="0" destOrd="0" presId="urn:microsoft.com/office/officeart/2018/5/layout/CenteredIconLabelDescriptionList"/>
    <dgm:cxn modelId="{C3ED5947-B170-4B2E-93DD-5FA045CCCCE0}" type="presOf" srcId="{735C2BF7-E908-4907-B6A8-069A9BD13A3B}" destId="{2FF738E3-2B39-49A1-B48C-876ADBC9CB2F}" srcOrd="0" destOrd="0" presId="urn:microsoft.com/office/officeart/2018/5/layout/CenteredIconLabelDescriptionList"/>
    <dgm:cxn modelId="{2B5B8982-CDB5-4A45-AB8E-39A6BCBEEA4C}" type="presOf" srcId="{FC09C841-E54F-44FB-9024-4522CA2EFEFB}" destId="{C7EFEFC2-385B-44F8-B8A5-8C1FA5FD786C}" srcOrd="0" destOrd="0" presId="urn:microsoft.com/office/officeart/2018/5/layout/CenteredIconLabelDescriptionList"/>
    <dgm:cxn modelId="{39F3908D-F3F2-4A17-8420-B9CB8BEF8F95}" type="presOf" srcId="{5E17E879-9088-4A88-BA61-4973A846F7BB}" destId="{C7EFEFC2-385B-44F8-B8A5-8C1FA5FD786C}" srcOrd="0" destOrd="2" presId="urn:microsoft.com/office/officeart/2018/5/layout/CenteredIconLabelDescriptionList"/>
    <dgm:cxn modelId="{741F4B96-2850-480E-A615-086784489D64}" type="presOf" srcId="{2F69D4C0-1AFD-4187-9AB1-442B43BED777}" destId="{4E197368-00C0-4B26-9127-AE431BC280E9}" srcOrd="0" destOrd="0" presId="urn:microsoft.com/office/officeart/2018/5/layout/CenteredIconLabelDescriptionList"/>
    <dgm:cxn modelId="{22E70F9E-9379-4627-9B09-E24D27A7475A}" srcId="{B54F91AD-412A-4BF0-B404-6B5168839A86}" destId="{476EA541-C9F2-487C-8862-9DFC3DD573C6}" srcOrd="0" destOrd="0" parTransId="{96B2723B-D3C9-414A-B543-50A91DBDD079}" sibTransId="{858EC0BB-12C4-4FB8-A381-E383FFDBE8A9}"/>
    <dgm:cxn modelId="{C529259F-FF72-4131-988D-54122BDC8541}" type="presOf" srcId="{B54F91AD-412A-4BF0-B404-6B5168839A86}" destId="{FDFF6459-C2F6-4F00-9B09-83617AD9EAE8}" srcOrd="0" destOrd="0" presId="urn:microsoft.com/office/officeart/2018/5/layout/CenteredIconLabelDescriptionList"/>
    <dgm:cxn modelId="{5DEF65C3-4898-4EE3-AB0D-2ECC35B5C620}" srcId="{422ACEA7-A88B-4C1B-8670-806AA12AD708}" destId="{B54F91AD-412A-4BF0-B404-6B5168839A86}" srcOrd="2" destOrd="0" parTransId="{1EB44C4D-7303-41DC-8487-952FD524E450}" sibTransId="{62496CFE-D354-4DB4-AB07-9C484D7827B6}"/>
    <dgm:cxn modelId="{8C4268C6-155D-4A45-BCC2-ACB13ECA2E90}" type="presOf" srcId="{355EB44F-40E4-4970-803A-484CF722ED80}" destId="{8200619D-B158-4E5D-AD63-161AA81538FF}" srcOrd="0" destOrd="0" presId="urn:microsoft.com/office/officeart/2018/5/layout/CenteredIconLabelDescriptionList"/>
    <dgm:cxn modelId="{B3585AD5-A83D-48C6-B153-1D5413F1BDF1}" type="presOf" srcId="{1F9BA71A-BA28-4FCC-8F05-D7B8C7BF0B0A}" destId="{C7EFEFC2-385B-44F8-B8A5-8C1FA5FD786C}" srcOrd="0" destOrd="1" presId="urn:microsoft.com/office/officeart/2018/5/layout/CenteredIconLabelDescriptionList"/>
    <dgm:cxn modelId="{999ED2D8-D526-4D76-916D-FE6616930FFA}" srcId="{422ACEA7-A88B-4C1B-8670-806AA12AD708}" destId="{2F69D4C0-1AFD-4187-9AB1-442B43BED777}" srcOrd="0" destOrd="0" parTransId="{4A0176BB-82DF-414C-ACE2-76FB83FDD0F3}" sibTransId="{0AE95E0F-907D-4897-96B6-AD52506FCCF4}"/>
    <dgm:cxn modelId="{A760F1DF-88A7-46E3-8BC5-FDFE31D69751}" srcId="{B54F91AD-412A-4BF0-B404-6B5168839A86}" destId="{004B2425-BD5D-4F90-83FC-B0F0620BEAE6}" srcOrd="1" destOrd="0" parTransId="{667C5A99-5615-4355-A3DC-D39CBAAE16BF}" sibTransId="{A4F66B71-DC41-4AA8-9F61-F88C42FA5C42}"/>
    <dgm:cxn modelId="{3F2D7DEA-B987-40C9-A60C-61401532A89E}" srcId="{355EB44F-40E4-4970-803A-484CF722ED80}" destId="{1F9BA71A-BA28-4FCC-8F05-D7B8C7BF0B0A}" srcOrd="1" destOrd="0" parTransId="{2CC45A60-BECD-4132-AADF-7CB8F870C1BA}" sibTransId="{51909A69-A803-4B29-9A79-950242D7D26F}"/>
    <dgm:cxn modelId="{A77B0FEE-AF04-4058-B3DF-E607594C96CE}" srcId="{422ACEA7-A88B-4C1B-8670-806AA12AD708}" destId="{355EB44F-40E4-4970-803A-484CF722ED80}" srcOrd="1" destOrd="0" parTransId="{96D9A4AA-7EFB-4E06-968E-F17EF45CBA39}" sibTransId="{A44F28F8-25A2-4103-96B4-3747C9FF1D41}"/>
    <dgm:cxn modelId="{BC85C85F-EF06-4E46-A053-523FC8D7DBC8}" type="presParOf" srcId="{44EFE611-1946-42C2-A59A-C9024476766F}" destId="{0658F61D-EFD7-4A48-BFB0-4B7C0F70113C}" srcOrd="0" destOrd="0" presId="urn:microsoft.com/office/officeart/2018/5/layout/CenteredIconLabelDescriptionList"/>
    <dgm:cxn modelId="{05568284-2E0A-44A0-A84D-BAD7E54432A5}" type="presParOf" srcId="{0658F61D-EFD7-4A48-BFB0-4B7C0F70113C}" destId="{335BEEEA-4069-4D5B-AD5C-25EE389BC655}" srcOrd="0" destOrd="0" presId="urn:microsoft.com/office/officeart/2018/5/layout/CenteredIconLabelDescriptionList"/>
    <dgm:cxn modelId="{1F400D25-F984-4F5A-8A4D-504996440558}" type="presParOf" srcId="{0658F61D-EFD7-4A48-BFB0-4B7C0F70113C}" destId="{E19E845A-BA37-4689-947F-082F607B00C7}" srcOrd="1" destOrd="0" presId="urn:microsoft.com/office/officeart/2018/5/layout/CenteredIconLabelDescriptionList"/>
    <dgm:cxn modelId="{E9AA0399-2DFE-47D9-B4E2-933EE5D55CDA}" type="presParOf" srcId="{0658F61D-EFD7-4A48-BFB0-4B7C0F70113C}" destId="{4E197368-00C0-4B26-9127-AE431BC280E9}" srcOrd="2" destOrd="0" presId="urn:microsoft.com/office/officeart/2018/5/layout/CenteredIconLabelDescriptionList"/>
    <dgm:cxn modelId="{D1EA56C5-3E09-4B38-89F0-B6055BAEF49C}" type="presParOf" srcId="{0658F61D-EFD7-4A48-BFB0-4B7C0F70113C}" destId="{2B77B8E2-960D-476D-8DAC-7EC75F0BCB53}" srcOrd="3" destOrd="0" presId="urn:microsoft.com/office/officeart/2018/5/layout/CenteredIconLabelDescriptionList"/>
    <dgm:cxn modelId="{5ACB96EA-A2C9-4D78-863C-9E97E70EDB6D}" type="presParOf" srcId="{0658F61D-EFD7-4A48-BFB0-4B7C0F70113C}" destId="{2FF738E3-2B39-49A1-B48C-876ADBC9CB2F}" srcOrd="4" destOrd="0" presId="urn:microsoft.com/office/officeart/2018/5/layout/CenteredIconLabelDescriptionList"/>
    <dgm:cxn modelId="{2967DA19-5190-42F7-A1D8-0D149C629332}" type="presParOf" srcId="{44EFE611-1946-42C2-A59A-C9024476766F}" destId="{11F5E23A-080C-41B0-A8EC-8B8A36D45D52}" srcOrd="1" destOrd="0" presId="urn:microsoft.com/office/officeart/2018/5/layout/CenteredIconLabelDescriptionList"/>
    <dgm:cxn modelId="{45DAA311-E4BF-482F-8B74-28474B6AA21F}" type="presParOf" srcId="{44EFE611-1946-42C2-A59A-C9024476766F}" destId="{220FFBCA-3618-4E4E-B2B5-020E2639F747}" srcOrd="2" destOrd="0" presId="urn:microsoft.com/office/officeart/2018/5/layout/CenteredIconLabelDescriptionList"/>
    <dgm:cxn modelId="{19730BA7-0A1C-4403-830F-A0B7C2316AF2}" type="presParOf" srcId="{220FFBCA-3618-4E4E-B2B5-020E2639F747}" destId="{A9E5A62B-5FB4-4AA0-A484-8FE7A6BD430B}" srcOrd="0" destOrd="0" presId="urn:microsoft.com/office/officeart/2018/5/layout/CenteredIconLabelDescriptionList"/>
    <dgm:cxn modelId="{FE6653FF-0728-494E-A92D-1A197C6DBDF0}" type="presParOf" srcId="{220FFBCA-3618-4E4E-B2B5-020E2639F747}" destId="{161F4206-1558-4225-A251-77BE3F92F42D}" srcOrd="1" destOrd="0" presId="urn:microsoft.com/office/officeart/2018/5/layout/CenteredIconLabelDescriptionList"/>
    <dgm:cxn modelId="{3B79925E-B1F3-4519-9BA1-EF4A454F63A8}" type="presParOf" srcId="{220FFBCA-3618-4E4E-B2B5-020E2639F747}" destId="{8200619D-B158-4E5D-AD63-161AA81538FF}" srcOrd="2" destOrd="0" presId="urn:microsoft.com/office/officeart/2018/5/layout/CenteredIconLabelDescriptionList"/>
    <dgm:cxn modelId="{3C93ABC7-0CD7-4808-AEAF-D00B4FE9F225}" type="presParOf" srcId="{220FFBCA-3618-4E4E-B2B5-020E2639F747}" destId="{5060835A-2ADD-43F4-83B0-7A8813DF7B7C}" srcOrd="3" destOrd="0" presId="urn:microsoft.com/office/officeart/2018/5/layout/CenteredIconLabelDescriptionList"/>
    <dgm:cxn modelId="{E4CDD9FF-E597-4F01-BD7C-D65D10509667}" type="presParOf" srcId="{220FFBCA-3618-4E4E-B2B5-020E2639F747}" destId="{C7EFEFC2-385B-44F8-B8A5-8C1FA5FD786C}" srcOrd="4" destOrd="0" presId="urn:microsoft.com/office/officeart/2018/5/layout/CenteredIconLabelDescriptionList"/>
    <dgm:cxn modelId="{246509AF-B83D-49F3-A236-9086C05A4823}" type="presParOf" srcId="{44EFE611-1946-42C2-A59A-C9024476766F}" destId="{FF58FDE5-A914-43FD-99A6-79168FBBFC05}" srcOrd="3" destOrd="0" presId="urn:microsoft.com/office/officeart/2018/5/layout/CenteredIconLabelDescriptionList"/>
    <dgm:cxn modelId="{8454415A-1A23-4632-A188-DE615885CB9A}" type="presParOf" srcId="{44EFE611-1946-42C2-A59A-C9024476766F}" destId="{319E72BB-76DD-4EA2-9480-47138968CE1B}" srcOrd="4" destOrd="0" presId="urn:microsoft.com/office/officeart/2018/5/layout/CenteredIconLabelDescriptionList"/>
    <dgm:cxn modelId="{8BE7A61C-D61F-4E16-BC85-26F5B180EF09}" type="presParOf" srcId="{319E72BB-76DD-4EA2-9480-47138968CE1B}" destId="{BD38FF39-34A8-40CA-91A6-FD27D63ECDA5}" srcOrd="0" destOrd="0" presId="urn:microsoft.com/office/officeart/2018/5/layout/CenteredIconLabelDescriptionList"/>
    <dgm:cxn modelId="{E3B623EA-F486-4EF5-BD2B-F388101CFCCF}" type="presParOf" srcId="{319E72BB-76DD-4EA2-9480-47138968CE1B}" destId="{E667E7C8-BC18-483E-B63E-B6BF0260DA9F}" srcOrd="1" destOrd="0" presId="urn:microsoft.com/office/officeart/2018/5/layout/CenteredIconLabelDescriptionList"/>
    <dgm:cxn modelId="{8260D6D3-15B8-4781-920A-985794505299}" type="presParOf" srcId="{319E72BB-76DD-4EA2-9480-47138968CE1B}" destId="{FDFF6459-C2F6-4F00-9B09-83617AD9EAE8}" srcOrd="2" destOrd="0" presId="urn:microsoft.com/office/officeart/2018/5/layout/CenteredIconLabelDescriptionList"/>
    <dgm:cxn modelId="{09553947-A18A-4089-BB49-0C353940DA95}" type="presParOf" srcId="{319E72BB-76DD-4EA2-9480-47138968CE1B}" destId="{5863FA12-89F4-4FF4-83C4-B6B980519275}" srcOrd="3" destOrd="0" presId="urn:microsoft.com/office/officeart/2018/5/layout/CenteredIconLabelDescriptionList"/>
    <dgm:cxn modelId="{EB477FD2-03A0-44EA-9C76-213751FE5503}" type="presParOf" srcId="{319E72BB-76DD-4EA2-9480-47138968CE1B}" destId="{91D985B1-3CDE-43CF-9DB6-ADC6EC0F206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9AB550AD-1EF5-4142-AB5B-E6F8CF526A7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CADA41D5-4566-4895-8E0D-863E64C35C5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Testnet </a:t>
          </a:r>
          <a:endParaRPr lang="tr-TR"/>
        </a:p>
      </dgm:t>
    </dgm:pt>
    <dgm:pt modelId="{E2557C9D-7E6B-45D4-A191-B55350653FE2}" type="parTrans" cxnId="{34F8ACDA-BBC0-4934-9818-E7FF53EF7526}">
      <dgm:prSet/>
      <dgm:spPr/>
      <dgm:t>
        <a:bodyPr/>
        <a:lstStyle/>
        <a:p>
          <a:endParaRPr lang="tr-TR"/>
        </a:p>
      </dgm:t>
    </dgm:pt>
    <dgm:pt modelId="{DDC2EE72-8810-4AB6-817A-B7946856EB90}" type="sibTrans" cxnId="{34F8ACDA-BBC0-4934-9818-E7FF53EF7526}">
      <dgm:prSet/>
      <dgm:spPr/>
      <dgm:t>
        <a:bodyPr/>
        <a:lstStyle/>
        <a:p>
          <a:endParaRPr lang="tr-TR"/>
        </a:p>
      </dgm:t>
    </dgm:pt>
    <dgm:pt modelId="{8007E6DC-0DE5-4CA7-AE72-A4002DAB76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the name of </a:t>
          </a:r>
          <a:r>
            <a:rPr lang="tr-TR"/>
            <a:t> </a:t>
          </a:r>
          <a:r>
            <a:rPr lang="en-US"/>
            <a:t>the test blockchain, network, and currency </a:t>
          </a:r>
          <a:endParaRPr lang="tr-TR"/>
        </a:p>
      </dgm:t>
    </dgm:pt>
    <dgm:pt modelId="{A1107B94-13B1-4ABD-9AD4-93F3F22304CF}" type="parTrans" cxnId="{AEB5A029-6D13-46AD-88B7-030214FD9799}">
      <dgm:prSet/>
      <dgm:spPr/>
      <dgm:t>
        <a:bodyPr/>
        <a:lstStyle/>
        <a:p>
          <a:endParaRPr lang="tr-TR"/>
        </a:p>
      </dgm:t>
    </dgm:pt>
    <dgm:pt modelId="{EA740843-A526-48E5-8C4E-45BC826770A2}" type="sibTrans" cxnId="{AEB5A029-6D13-46AD-88B7-030214FD9799}">
      <dgm:prSet/>
      <dgm:spPr/>
      <dgm:t>
        <a:bodyPr/>
        <a:lstStyle/>
        <a:p>
          <a:endParaRPr lang="tr-TR"/>
        </a:p>
      </dgm:t>
    </dgm:pt>
    <dgm:pt modelId="{850066A4-ADB0-422D-A792-40FAFBB73D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is used for testing</a:t>
          </a:r>
          <a:r>
            <a:rPr lang="tr-TR"/>
            <a:t> </a:t>
          </a:r>
          <a:r>
            <a:rPr lang="en-US"/>
            <a:t>purposes. </a:t>
          </a:r>
          <a:endParaRPr lang="tr-TR"/>
        </a:p>
      </dgm:t>
    </dgm:pt>
    <dgm:pt modelId="{E401D53B-F07D-4E5D-9903-4D5C7C64FC95}" type="parTrans" cxnId="{3ECDDF78-C6EF-4943-B155-9CBBE3071BE2}">
      <dgm:prSet/>
      <dgm:spPr/>
      <dgm:t>
        <a:bodyPr/>
        <a:lstStyle/>
        <a:p>
          <a:endParaRPr lang="tr-TR"/>
        </a:p>
      </dgm:t>
    </dgm:pt>
    <dgm:pt modelId="{850ACFCA-EB57-444C-9FFB-5D29E2D6EACB}" type="sibTrans" cxnId="{3ECDDF78-C6EF-4943-B155-9CBBE3071BE2}">
      <dgm:prSet/>
      <dgm:spPr/>
      <dgm:t>
        <a:bodyPr/>
        <a:lstStyle/>
        <a:p>
          <a:endParaRPr lang="tr-TR"/>
        </a:p>
      </dgm:t>
    </dgm:pt>
    <dgm:pt modelId="{9ECAF7CC-9AE5-4D84-BC52-E7DC4EE6BDA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Fully featured</a:t>
          </a:r>
        </a:p>
      </dgm:t>
    </dgm:pt>
    <dgm:pt modelId="{A27743DC-DD98-4E4D-B359-042C03954D06}" type="parTrans" cxnId="{E42F8B46-0629-4E80-BB2B-84D0126B0F81}">
      <dgm:prSet/>
      <dgm:spPr/>
      <dgm:t>
        <a:bodyPr/>
        <a:lstStyle/>
        <a:p>
          <a:endParaRPr lang="tr-TR"/>
        </a:p>
      </dgm:t>
    </dgm:pt>
    <dgm:pt modelId="{39F3BE98-2400-494A-8AEB-F757FBD5397B}" type="sibTrans" cxnId="{E42F8B46-0629-4E80-BB2B-84D0126B0F81}">
      <dgm:prSet/>
      <dgm:spPr/>
      <dgm:t>
        <a:bodyPr/>
        <a:lstStyle/>
        <a:p>
          <a:endParaRPr lang="tr-TR"/>
        </a:p>
      </dgm:t>
    </dgm:pt>
    <dgm:pt modelId="{64860F5F-3E9D-465E-9620-78C1524238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testnet is a fully featured live P2P network, </a:t>
          </a:r>
          <a:endParaRPr lang="tr-TR"/>
        </a:p>
      </dgm:t>
    </dgm:pt>
    <dgm:pt modelId="{FE46E4E2-2401-4E4B-8E2C-D827994139AD}" type="parTrans" cxnId="{81F88467-2467-4062-95CC-31002FE154DB}">
      <dgm:prSet/>
      <dgm:spPr/>
      <dgm:t>
        <a:bodyPr/>
        <a:lstStyle/>
        <a:p>
          <a:endParaRPr lang="tr-TR"/>
        </a:p>
      </dgm:t>
    </dgm:pt>
    <dgm:pt modelId="{A06819D3-2C86-4710-A887-125D6B63BAD3}" type="sibTrans" cxnId="{81F88467-2467-4062-95CC-31002FE154DB}">
      <dgm:prSet/>
      <dgm:spPr/>
      <dgm:t>
        <a:bodyPr/>
        <a:lstStyle/>
        <a:p>
          <a:endParaRPr lang="tr-TR"/>
        </a:p>
      </dgm:t>
    </dgm:pt>
    <dgm:pt modelId="{BE88A730-782F-4BA0-B282-33019B99B0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wallets, test bitcoins</a:t>
          </a:r>
          <a:r>
            <a:rPr lang="tr-TR"/>
            <a:t> </a:t>
          </a:r>
          <a:r>
            <a:rPr lang="en-US"/>
            <a:t>(testnet coins), mining, and all the other features of mainnet.</a:t>
          </a:r>
          <a:endParaRPr lang="tr-TR"/>
        </a:p>
      </dgm:t>
    </dgm:pt>
    <dgm:pt modelId="{1F27033F-39F4-4E10-9C85-8F0C254C7FD3}" type="parTrans" cxnId="{3096ADCC-D5FC-4ACA-8953-21DF54F14C33}">
      <dgm:prSet/>
      <dgm:spPr/>
      <dgm:t>
        <a:bodyPr/>
        <a:lstStyle/>
        <a:p>
          <a:endParaRPr lang="tr-TR"/>
        </a:p>
      </dgm:t>
    </dgm:pt>
    <dgm:pt modelId="{EAE66262-6016-454C-82E7-C407EC119597}" type="sibTrans" cxnId="{3096ADCC-D5FC-4ACA-8953-21DF54F14C33}">
      <dgm:prSet/>
      <dgm:spPr/>
      <dgm:t>
        <a:bodyPr/>
        <a:lstStyle/>
        <a:p>
          <a:endParaRPr lang="tr-TR"/>
        </a:p>
      </dgm:t>
    </dgm:pt>
    <dgm:pt modelId="{81B98756-B5B5-446A-A0D4-51E223E47B24}" type="pres">
      <dgm:prSet presAssocID="{9AB550AD-1EF5-4142-AB5B-E6F8CF526A76}" presName="root" presStyleCnt="0">
        <dgm:presLayoutVars>
          <dgm:dir/>
          <dgm:resizeHandles val="exact"/>
        </dgm:presLayoutVars>
      </dgm:prSet>
      <dgm:spPr/>
    </dgm:pt>
    <dgm:pt modelId="{05F5080F-B4A6-4FFB-B389-9D71EC3019A1}" type="pres">
      <dgm:prSet presAssocID="{CADA41D5-4566-4895-8E0D-863E64C35C5A}" presName="compNode" presStyleCnt="0"/>
      <dgm:spPr/>
    </dgm:pt>
    <dgm:pt modelId="{3F625D24-1E50-44E7-9A3A-8E19DDCB1808}" type="pres">
      <dgm:prSet presAssocID="{CADA41D5-4566-4895-8E0D-863E64C35C5A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B2A2F4E-F01B-42AC-BC1A-0AEC6D3BE98C}" type="pres">
      <dgm:prSet presAssocID="{CADA41D5-4566-4895-8E0D-863E64C35C5A}" presName="iconSpace" presStyleCnt="0"/>
      <dgm:spPr/>
    </dgm:pt>
    <dgm:pt modelId="{F0DC398C-B796-4AD5-B22D-B8F3CEA36596}" type="pres">
      <dgm:prSet presAssocID="{CADA41D5-4566-4895-8E0D-863E64C35C5A}" presName="parTx" presStyleLbl="revTx" presStyleIdx="0" presStyleCnt="4">
        <dgm:presLayoutVars>
          <dgm:chMax val="0"/>
          <dgm:chPref val="0"/>
        </dgm:presLayoutVars>
      </dgm:prSet>
      <dgm:spPr/>
    </dgm:pt>
    <dgm:pt modelId="{C9465C62-954B-49D3-A775-A10B03F9B09D}" type="pres">
      <dgm:prSet presAssocID="{CADA41D5-4566-4895-8E0D-863E64C35C5A}" presName="txSpace" presStyleCnt="0"/>
      <dgm:spPr/>
    </dgm:pt>
    <dgm:pt modelId="{6571D4F7-D7F4-4D68-9C5F-BBDB92F64276}" type="pres">
      <dgm:prSet presAssocID="{CADA41D5-4566-4895-8E0D-863E64C35C5A}" presName="desTx" presStyleLbl="revTx" presStyleIdx="1" presStyleCnt="4">
        <dgm:presLayoutVars/>
      </dgm:prSet>
      <dgm:spPr/>
    </dgm:pt>
    <dgm:pt modelId="{18EFCF5E-6092-462A-9655-90A70518A72A}" type="pres">
      <dgm:prSet presAssocID="{DDC2EE72-8810-4AB6-817A-B7946856EB90}" presName="sibTrans" presStyleCnt="0"/>
      <dgm:spPr/>
    </dgm:pt>
    <dgm:pt modelId="{B941FE33-A9A7-4B55-BDA9-9DFC4D0B9373}" type="pres">
      <dgm:prSet presAssocID="{9ECAF7CC-9AE5-4D84-BC52-E7DC4EE6BDAF}" presName="compNode" presStyleCnt="0"/>
      <dgm:spPr/>
    </dgm:pt>
    <dgm:pt modelId="{E2630567-C459-449B-AFD7-E0F62C26D86F}" type="pres">
      <dgm:prSet presAssocID="{9ECAF7CC-9AE5-4D84-BC52-E7DC4EE6BDAF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llet"/>
        </a:ext>
      </dgm:extLst>
    </dgm:pt>
    <dgm:pt modelId="{F794FA4E-D886-4BC8-A3A9-F6893A08C2F4}" type="pres">
      <dgm:prSet presAssocID="{9ECAF7CC-9AE5-4D84-BC52-E7DC4EE6BDAF}" presName="iconSpace" presStyleCnt="0"/>
      <dgm:spPr/>
    </dgm:pt>
    <dgm:pt modelId="{3C11F2C5-AD25-4F23-8F0B-E3957FD3150D}" type="pres">
      <dgm:prSet presAssocID="{9ECAF7CC-9AE5-4D84-BC52-E7DC4EE6BDAF}" presName="parTx" presStyleLbl="revTx" presStyleIdx="2" presStyleCnt="4">
        <dgm:presLayoutVars>
          <dgm:chMax val="0"/>
          <dgm:chPref val="0"/>
        </dgm:presLayoutVars>
      </dgm:prSet>
      <dgm:spPr/>
    </dgm:pt>
    <dgm:pt modelId="{1439FABC-979F-4B03-97C5-816C3F826173}" type="pres">
      <dgm:prSet presAssocID="{9ECAF7CC-9AE5-4D84-BC52-E7DC4EE6BDAF}" presName="txSpace" presStyleCnt="0"/>
      <dgm:spPr/>
    </dgm:pt>
    <dgm:pt modelId="{3F6E778F-B27E-44EC-A20E-059334870F60}" type="pres">
      <dgm:prSet presAssocID="{9ECAF7CC-9AE5-4D84-BC52-E7DC4EE6BDAF}" presName="desTx" presStyleLbl="revTx" presStyleIdx="3" presStyleCnt="4">
        <dgm:presLayoutVars/>
      </dgm:prSet>
      <dgm:spPr/>
    </dgm:pt>
  </dgm:ptLst>
  <dgm:cxnLst>
    <dgm:cxn modelId="{50AE5C0F-CEA6-44E0-ABF4-55B95EFB3E30}" type="presOf" srcId="{9ECAF7CC-9AE5-4D84-BC52-E7DC4EE6BDAF}" destId="{3C11F2C5-AD25-4F23-8F0B-E3957FD3150D}" srcOrd="0" destOrd="0" presId="urn:microsoft.com/office/officeart/2018/5/layout/CenteredIconLabelDescriptionList"/>
    <dgm:cxn modelId="{22D8D31A-DFB8-4474-80E1-C93EF9DE1139}" type="presOf" srcId="{BE88A730-782F-4BA0-B282-33019B99B0DD}" destId="{3F6E778F-B27E-44EC-A20E-059334870F60}" srcOrd="0" destOrd="1" presId="urn:microsoft.com/office/officeart/2018/5/layout/CenteredIconLabelDescriptionList"/>
    <dgm:cxn modelId="{AEB5A029-6D13-46AD-88B7-030214FD9799}" srcId="{CADA41D5-4566-4895-8E0D-863E64C35C5A}" destId="{8007E6DC-0DE5-4CA7-AE72-A4002DAB7673}" srcOrd="0" destOrd="0" parTransId="{A1107B94-13B1-4ABD-9AD4-93F3F22304CF}" sibTransId="{EA740843-A526-48E5-8C4E-45BC826770A2}"/>
    <dgm:cxn modelId="{E6A8A23B-F5B2-430D-BCF3-8C1DC79D4870}" type="presOf" srcId="{850066A4-ADB0-422D-A792-40FAFBB73D34}" destId="{6571D4F7-D7F4-4D68-9C5F-BBDB92F64276}" srcOrd="0" destOrd="1" presId="urn:microsoft.com/office/officeart/2018/5/layout/CenteredIconLabelDescriptionList"/>
    <dgm:cxn modelId="{360F7A5D-1364-481D-BB64-0285C4A4BD03}" type="presOf" srcId="{CADA41D5-4566-4895-8E0D-863E64C35C5A}" destId="{F0DC398C-B796-4AD5-B22D-B8F3CEA36596}" srcOrd="0" destOrd="0" presId="urn:microsoft.com/office/officeart/2018/5/layout/CenteredIconLabelDescriptionList"/>
    <dgm:cxn modelId="{E42F8B46-0629-4E80-BB2B-84D0126B0F81}" srcId="{9AB550AD-1EF5-4142-AB5B-E6F8CF526A76}" destId="{9ECAF7CC-9AE5-4D84-BC52-E7DC4EE6BDAF}" srcOrd="1" destOrd="0" parTransId="{A27743DC-DD98-4E4D-B359-042C03954D06}" sibTransId="{39F3BE98-2400-494A-8AEB-F757FBD5397B}"/>
    <dgm:cxn modelId="{81F88467-2467-4062-95CC-31002FE154DB}" srcId="{9ECAF7CC-9AE5-4D84-BC52-E7DC4EE6BDAF}" destId="{64860F5F-3E9D-465E-9620-78C152423821}" srcOrd="0" destOrd="0" parTransId="{FE46E4E2-2401-4E4B-8E2C-D827994139AD}" sibTransId="{A06819D3-2C86-4710-A887-125D6B63BAD3}"/>
    <dgm:cxn modelId="{3ECDDF78-C6EF-4943-B155-9CBBE3071BE2}" srcId="{CADA41D5-4566-4895-8E0D-863E64C35C5A}" destId="{850066A4-ADB0-422D-A792-40FAFBB73D34}" srcOrd="1" destOrd="0" parTransId="{E401D53B-F07D-4E5D-9903-4D5C7C64FC95}" sibTransId="{850ACFCA-EB57-444C-9FFB-5D29E2D6EACB}"/>
    <dgm:cxn modelId="{8A1A587D-67E2-48F1-9974-997FBA37A93C}" type="presOf" srcId="{9AB550AD-1EF5-4142-AB5B-E6F8CF526A76}" destId="{81B98756-B5B5-446A-A0D4-51E223E47B24}" srcOrd="0" destOrd="0" presId="urn:microsoft.com/office/officeart/2018/5/layout/CenteredIconLabelDescriptionList"/>
    <dgm:cxn modelId="{B036DA95-444A-47DB-8B89-614E94B42DB5}" type="presOf" srcId="{64860F5F-3E9D-465E-9620-78C152423821}" destId="{3F6E778F-B27E-44EC-A20E-059334870F60}" srcOrd="0" destOrd="0" presId="urn:microsoft.com/office/officeart/2018/5/layout/CenteredIconLabelDescriptionList"/>
    <dgm:cxn modelId="{CDDA33B9-C970-498D-B627-5B4045CC1121}" type="presOf" srcId="{8007E6DC-0DE5-4CA7-AE72-A4002DAB7673}" destId="{6571D4F7-D7F4-4D68-9C5F-BBDB92F64276}" srcOrd="0" destOrd="0" presId="urn:microsoft.com/office/officeart/2018/5/layout/CenteredIconLabelDescriptionList"/>
    <dgm:cxn modelId="{3096ADCC-D5FC-4ACA-8953-21DF54F14C33}" srcId="{9ECAF7CC-9AE5-4D84-BC52-E7DC4EE6BDAF}" destId="{BE88A730-782F-4BA0-B282-33019B99B0DD}" srcOrd="1" destOrd="0" parTransId="{1F27033F-39F4-4E10-9C85-8F0C254C7FD3}" sibTransId="{EAE66262-6016-454C-82E7-C407EC119597}"/>
    <dgm:cxn modelId="{34F8ACDA-BBC0-4934-9818-E7FF53EF7526}" srcId="{9AB550AD-1EF5-4142-AB5B-E6F8CF526A76}" destId="{CADA41D5-4566-4895-8E0D-863E64C35C5A}" srcOrd="0" destOrd="0" parTransId="{E2557C9D-7E6B-45D4-A191-B55350653FE2}" sibTransId="{DDC2EE72-8810-4AB6-817A-B7946856EB90}"/>
    <dgm:cxn modelId="{7F3402CE-D94B-4F45-8B82-1F15ACEA6E4B}" type="presParOf" srcId="{81B98756-B5B5-446A-A0D4-51E223E47B24}" destId="{05F5080F-B4A6-4FFB-B389-9D71EC3019A1}" srcOrd="0" destOrd="0" presId="urn:microsoft.com/office/officeart/2018/5/layout/CenteredIconLabelDescriptionList"/>
    <dgm:cxn modelId="{AF7EA9A7-310E-4DAE-AA17-D645426D1A15}" type="presParOf" srcId="{05F5080F-B4A6-4FFB-B389-9D71EC3019A1}" destId="{3F625D24-1E50-44E7-9A3A-8E19DDCB1808}" srcOrd="0" destOrd="0" presId="urn:microsoft.com/office/officeart/2018/5/layout/CenteredIconLabelDescriptionList"/>
    <dgm:cxn modelId="{4B633607-3272-4053-87E9-F2D66414E93F}" type="presParOf" srcId="{05F5080F-B4A6-4FFB-B389-9D71EC3019A1}" destId="{AB2A2F4E-F01B-42AC-BC1A-0AEC6D3BE98C}" srcOrd="1" destOrd="0" presId="urn:microsoft.com/office/officeart/2018/5/layout/CenteredIconLabelDescriptionList"/>
    <dgm:cxn modelId="{D599E906-AEF1-465C-AF2D-C5E5E3388B75}" type="presParOf" srcId="{05F5080F-B4A6-4FFB-B389-9D71EC3019A1}" destId="{F0DC398C-B796-4AD5-B22D-B8F3CEA36596}" srcOrd="2" destOrd="0" presId="urn:microsoft.com/office/officeart/2018/5/layout/CenteredIconLabelDescriptionList"/>
    <dgm:cxn modelId="{39D8E172-4879-4EB5-B130-A75C8D964FDC}" type="presParOf" srcId="{05F5080F-B4A6-4FFB-B389-9D71EC3019A1}" destId="{C9465C62-954B-49D3-A775-A10B03F9B09D}" srcOrd="3" destOrd="0" presId="urn:microsoft.com/office/officeart/2018/5/layout/CenteredIconLabelDescriptionList"/>
    <dgm:cxn modelId="{4AE6B709-74B1-41D7-A71F-251CFB32F96E}" type="presParOf" srcId="{05F5080F-B4A6-4FFB-B389-9D71EC3019A1}" destId="{6571D4F7-D7F4-4D68-9C5F-BBDB92F64276}" srcOrd="4" destOrd="0" presId="urn:microsoft.com/office/officeart/2018/5/layout/CenteredIconLabelDescriptionList"/>
    <dgm:cxn modelId="{08EB71F4-FF7B-435E-90AC-3D982A016A63}" type="presParOf" srcId="{81B98756-B5B5-446A-A0D4-51E223E47B24}" destId="{18EFCF5E-6092-462A-9655-90A70518A72A}" srcOrd="1" destOrd="0" presId="urn:microsoft.com/office/officeart/2018/5/layout/CenteredIconLabelDescriptionList"/>
    <dgm:cxn modelId="{5B9F881D-1448-438B-9003-6794C2F3CAA5}" type="presParOf" srcId="{81B98756-B5B5-446A-A0D4-51E223E47B24}" destId="{B941FE33-A9A7-4B55-BDA9-9DFC4D0B9373}" srcOrd="2" destOrd="0" presId="urn:microsoft.com/office/officeart/2018/5/layout/CenteredIconLabelDescriptionList"/>
    <dgm:cxn modelId="{007D4742-0546-45C0-A36B-E49B0A852D4A}" type="presParOf" srcId="{B941FE33-A9A7-4B55-BDA9-9DFC4D0B9373}" destId="{E2630567-C459-449B-AFD7-E0F62C26D86F}" srcOrd="0" destOrd="0" presId="urn:microsoft.com/office/officeart/2018/5/layout/CenteredIconLabelDescriptionList"/>
    <dgm:cxn modelId="{45240E36-A5A9-465A-9279-E3AAB96179EA}" type="presParOf" srcId="{B941FE33-A9A7-4B55-BDA9-9DFC4D0B9373}" destId="{F794FA4E-D886-4BC8-A3A9-F6893A08C2F4}" srcOrd="1" destOrd="0" presId="urn:microsoft.com/office/officeart/2018/5/layout/CenteredIconLabelDescriptionList"/>
    <dgm:cxn modelId="{90AD7B72-F686-474B-9446-7CF518567C3F}" type="presParOf" srcId="{B941FE33-A9A7-4B55-BDA9-9DFC4D0B9373}" destId="{3C11F2C5-AD25-4F23-8F0B-E3957FD3150D}" srcOrd="2" destOrd="0" presId="urn:microsoft.com/office/officeart/2018/5/layout/CenteredIconLabelDescriptionList"/>
    <dgm:cxn modelId="{AC7F3F9C-BFC6-42B3-B21E-8515C1835457}" type="presParOf" srcId="{B941FE33-A9A7-4B55-BDA9-9DFC4D0B9373}" destId="{1439FABC-979F-4B03-97C5-816C3F826173}" srcOrd="3" destOrd="0" presId="urn:microsoft.com/office/officeart/2018/5/layout/CenteredIconLabelDescriptionList"/>
    <dgm:cxn modelId="{8907D50C-E02B-4E8A-96A7-74D1B430E9FC}" type="presParOf" srcId="{B941FE33-A9A7-4B55-BDA9-9DFC4D0B9373}" destId="{3F6E778F-B27E-44EC-A20E-059334870F6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9AB550AD-1EF5-4142-AB5B-E6F8CF526A7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CAF499DC-1946-4DA0-8900-B25D2E7860A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differences</a:t>
          </a:r>
        </a:p>
      </dgm:t>
    </dgm:pt>
    <dgm:pt modelId="{2D919982-C5C0-4F29-B37B-0CE638459DB2}" type="parTrans" cxnId="{A768A1BC-EA11-4E2D-AB68-430546DD8E8B}">
      <dgm:prSet/>
      <dgm:spPr/>
      <dgm:t>
        <a:bodyPr/>
        <a:lstStyle/>
        <a:p>
          <a:endParaRPr lang="tr-TR"/>
        </a:p>
      </dgm:t>
    </dgm:pt>
    <dgm:pt modelId="{7E589B38-AD98-4BB8-A18D-EA0C4CAF6A4C}" type="sibTrans" cxnId="{A768A1BC-EA11-4E2D-AB68-430546DD8E8B}">
      <dgm:prSet/>
      <dgm:spPr/>
      <dgm:t>
        <a:bodyPr/>
        <a:lstStyle/>
        <a:p>
          <a:endParaRPr lang="tr-TR"/>
        </a:p>
      </dgm:t>
    </dgm:pt>
    <dgm:pt modelId="{11849EA3-7365-4AB2-9160-AEFBB1EB5CB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testnet coins are meant</a:t>
          </a:r>
          <a:endParaRPr lang="tr-TR"/>
        </a:p>
      </dgm:t>
    </dgm:pt>
    <dgm:pt modelId="{5F624FDD-575A-4BC3-907E-3A12BD58644A}" type="parTrans" cxnId="{6B9D6DF5-6F15-4446-AEEA-145E5B658C9C}">
      <dgm:prSet/>
      <dgm:spPr/>
      <dgm:t>
        <a:bodyPr/>
        <a:lstStyle/>
        <a:p>
          <a:endParaRPr lang="tr-TR"/>
        </a:p>
      </dgm:t>
    </dgm:pt>
    <dgm:pt modelId="{EBEC6C77-DA13-4424-9EE1-57ADEA34C728}" type="sibTrans" cxnId="{6B9D6DF5-6F15-4446-AEEA-145E5B658C9C}">
      <dgm:prSet/>
      <dgm:spPr/>
      <dgm:t>
        <a:bodyPr/>
        <a:lstStyle/>
        <a:p>
          <a:endParaRPr lang="tr-TR"/>
        </a:p>
      </dgm:t>
    </dgm:pt>
    <dgm:pt modelId="{CFE17FDA-CDCA-4779-BF85-B0F047F8354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mining difficulty</a:t>
          </a:r>
          <a:endParaRPr lang="tr-TR"/>
        </a:p>
      </dgm:t>
    </dgm:pt>
    <dgm:pt modelId="{4FF22EBB-2BB5-4B1F-8F7D-6F95B2525B5F}" type="parTrans" cxnId="{2E4B9220-30E3-4002-B939-2043E8C1BBAA}">
      <dgm:prSet/>
      <dgm:spPr/>
      <dgm:t>
        <a:bodyPr/>
        <a:lstStyle/>
        <a:p>
          <a:endParaRPr lang="tr-TR"/>
        </a:p>
      </dgm:t>
    </dgm:pt>
    <dgm:pt modelId="{2ABC6217-B2C0-4D95-9BD6-D86FDDFC61F4}" type="sibTrans" cxnId="{2E4B9220-30E3-4002-B939-2043E8C1BBAA}">
      <dgm:prSet/>
      <dgm:spPr/>
      <dgm:t>
        <a:bodyPr/>
        <a:lstStyle/>
        <a:p>
          <a:endParaRPr lang="tr-TR"/>
        </a:p>
      </dgm:t>
    </dgm:pt>
    <dgm:pt modelId="{24BD6DBE-CB76-4954-99D0-4101DE71FC3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Easy mining</a:t>
          </a:r>
        </a:p>
      </dgm:t>
    </dgm:pt>
    <dgm:pt modelId="{B0EE2938-8532-4EA9-98C4-8EBA535A5C2F}" type="parTrans" cxnId="{48BE31C1-22D2-4B74-993F-F622C996F452}">
      <dgm:prSet/>
      <dgm:spPr/>
      <dgm:t>
        <a:bodyPr/>
        <a:lstStyle/>
        <a:p>
          <a:endParaRPr lang="tr-TR"/>
        </a:p>
      </dgm:t>
    </dgm:pt>
    <dgm:pt modelId="{2E840EBD-6FFF-471B-88C2-2C182DD74EBD}" type="sibTrans" cxnId="{48BE31C1-22D2-4B74-993F-F622C996F452}">
      <dgm:prSet/>
      <dgm:spPr/>
      <dgm:t>
        <a:bodyPr/>
        <a:lstStyle/>
        <a:p>
          <a:endParaRPr lang="tr-TR"/>
        </a:p>
      </dgm:t>
    </dgm:pt>
    <dgm:pt modelId="{009D2161-A3EF-407F-820F-CDB1E1F460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anyone can mine </a:t>
          </a:r>
          <a:r>
            <a:rPr lang="en-US" dirty="0" err="1"/>
            <a:t>testnet</a:t>
          </a:r>
          <a:endParaRPr lang="tr-TR" dirty="0"/>
        </a:p>
      </dgm:t>
    </dgm:pt>
    <dgm:pt modelId="{9004C016-F612-40F2-9F10-5D48F5720F80}" type="parTrans" cxnId="{D712490E-825D-4025-B480-12BA9EB0C44C}">
      <dgm:prSet/>
      <dgm:spPr/>
      <dgm:t>
        <a:bodyPr/>
        <a:lstStyle/>
        <a:p>
          <a:endParaRPr lang="tr-TR"/>
        </a:p>
      </dgm:t>
    </dgm:pt>
    <dgm:pt modelId="{1C6B969B-4859-4A1D-B95F-28C88892B20F}" type="sibTrans" cxnId="{D712490E-825D-4025-B480-12BA9EB0C44C}">
      <dgm:prSet/>
      <dgm:spPr/>
      <dgm:t>
        <a:bodyPr/>
        <a:lstStyle/>
        <a:p>
          <a:endParaRPr lang="tr-TR"/>
        </a:p>
      </dgm:t>
    </dgm:pt>
    <dgm:pt modelId="{36AC23AE-D911-48FF-9892-7807F1B092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relatively </a:t>
          </a:r>
          <a:r>
            <a:rPr lang="en-US" dirty="0"/>
            <a:t>easily</a:t>
          </a:r>
          <a:endParaRPr lang="tr-TR" dirty="0"/>
        </a:p>
      </dgm:t>
    </dgm:pt>
    <dgm:pt modelId="{1A0879FD-BE17-44F6-9286-F27F4504FB7B}" type="parTrans" cxnId="{2C376234-7AE1-4587-BAD0-29E7FE935DAF}">
      <dgm:prSet/>
      <dgm:spPr/>
    </dgm:pt>
    <dgm:pt modelId="{E28EF667-F3E2-46D9-94D3-EA46FA4F980C}" type="sibTrans" cxnId="{2C376234-7AE1-4587-BAD0-29E7FE935DAF}">
      <dgm:prSet/>
      <dgm:spPr/>
    </dgm:pt>
    <dgm:pt modelId="{5DCC8A7E-8142-4CEE-8B42-5970D226DE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should </a:t>
          </a:r>
          <a:r>
            <a:rPr lang="en-US" dirty="0"/>
            <a:t>be low enough</a:t>
          </a:r>
          <a:endParaRPr lang="tr-TR" dirty="0"/>
        </a:p>
      </dgm:t>
    </dgm:pt>
    <dgm:pt modelId="{B162D9B8-7F0E-416E-88E9-4D4069D921D2}" type="parTrans" cxnId="{2717115E-386B-4A5F-9D1D-42E17D6C6DE9}">
      <dgm:prSet/>
      <dgm:spPr/>
    </dgm:pt>
    <dgm:pt modelId="{659A68A1-8DEB-4624-83AF-017D1E8AF6FE}" type="sibTrans" cxnId="{2717115E-386B-4A5F-9D1D-42E17D6C6DE9}">
      <dgm:prSet/>
      <dgm:spPr/>
    </dgm:pt>
    <dgm:pt modelId="{BAAA4F55-C770-4CC4-8D47-A9067D86C2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 to be worthless</a:t>
          </a:r>
          <a:endParaRPr lang="tr-TR" dirty="0"/>
        </a:p>
      </dgm:t>
    </dgm:pt>
    <dgm:pt modelId="{EE0CDEB2-808F-4884-A8CB-DD4F59020B3E}" type="parTrans" cxnId="{D59D7087-CCA0-4CA4-AF2C-AFB70674D6D6}">
      <dgm:prSet/>
      <dgm:spPr/>
    </dgm:pt>
    <dgm:pt modelId="{AF631481-33CF-4954-817D-5FAA834552E8}" type="sibTrans" cxnId="{D59D7087-CCA0-4CA4-AF2C-AFB70674D6D6}">
      <dgm:prSet/>
      <dgm:spPr/>
    </dgm:pt>
    <dgm:pt modelId="{13A83F29-B3CC-4D6A-8700-108DC47612C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Two differences</a:t>
          </a:r>
        </a:p>
      </dgm:t>
    </dgm:pt>
    <dgm:pt modelId="{D4A74F4C-FA6A-45CA-A963-D8E7BA3E5D97}" type="parTrans" cxnId="{8EE0C6B4-10E1-4B77-941E-7A6EDF4EA819}">
      <dgm:prSet/>
      <dgm:spPr/>
    </dgm:pt>
    <dgm:pt modelId="{51FC9F0B-01AB-4C13-8C93-F2F5F682E876}" type="sibTrans" cxnId="{8EE0C6B4-10E1-4B77-941E-7A6EDF4EA819}">
      <dgm:prSet/>
      <dgm:spPr/>
    </dgm:pt>
    <dgm:pt modelId="{F6C5B219-5AC2-4C06-87B4-E026C2834D0A}" type="pres">
      <dgm:prSet presAssocID="{9AB550AD-1EF5-4142-AB5B-E6F8CF526A76}" presName="root" presStyleCnt="0">
        <dgm:presLayoutVars>
          <dgm:dir/>
          <dgm:resizeHandles val="exact"/>
        </dgm:presLayoutVars>
      </dgm:prSet>
      <dgm:spPr/>
    </dgm:pt>
    <dgm:pt modelId="{8A6C38D5-65CD-4345-A060-88D402CBAC6F}" type="pres">
      <dgm:prSet presAssocID="{CAF499DC-1946-4DA0-8900-B25D2E7860A3}" presName="compNode" presStyleCnt="0"/>
      <dgm:spPr/>
    </dgm:pt>
    <dgm:pt modelId="{F9D555D7-EC0C-43CB-8CEA-5F8A39555D6A}" type="pres">
      <dgm:prSet presAssocID="{CAF499DC-1946-4DA0-8900-B25D2E7860A3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amily"/>
        </a:ext>
      </dgm:extLst>
    </dgm:pt>
    <dgm:pt modelId="{840BE556-AE8B-4087-B2C5-85B72D364B31}" type="pres">
      <dgm:prSet presAssocID="{CAF499DC-1946-4DA0-8900-B25D2E7860A3}" presName="iconSpace" presStyleCnt="0"/>
      <dgm:spPr/>
    </dgm:pt>
    <dgm:pt modelId="{0A19BA1B-BAB3-49EE-89A3-FCE0FA91E072}" type="pres">
      <dgm:prSet presAssocID="{CAF499DC-1946-4DA0-8900-B25D2E7860A3}" presName="parTx" presStyleLbl="revTx" presStyleIdx="0" presStyleCnt="8">
        <dgm:presLayoutVars>
          <dgm:chMax val="0"/>
          <dgm:chPref val="0"/>
        </dgm:presLayoutVars>
      </dgm:prSet>
      <dgm:spPr/>
    </dgm:pt>
    <dgm:pt modelId="{4662E9E5-E606-4F46-B6DF-D082377EA2B7}" type="pres">
      <dgm:prSet presAssocID="{CAF499DC-1946-4DA0-8900-B25D2E7860A3}" presName="txSpace" presStyleCnt="0"/>
      <dgm:spPr/>
    </dgm:pt>
    <dgm:pt modelId="{6684FE80-5C30-4548-9021-FA3B70BFA68A}" type="pres">
      <dgm:prSet presAssocID="{CAF499DC-1946-4DA0-8900-B25D2E7860A3}" presName="desTx" presStyleLbl="revTx" presStyleIdx="1" presStyleCnt="8">
        <dgm:presLayoutVars/>
      </dgm:prSet>
      <dgm:spPr/>
    </dgm:pt>
    <dgm:pt modelId="{E4EB9F23-F212-4D0D-B22B-4DC86871248A}" type="pres">
      <dgm:prSet presAssocID="{7E589B38-AD98-4BB8-A18D-EA0C4CAF6A4C}" presName="sibTrans" presStyleCnt="0"/>
      <dgm:spPr/>
    </dgm:pt>
    <dgm:pt modelId="{DE6D2CF6-89C4-41D5-91A6-338EDBD19EF3}" type="pres">
      <dgm:prSet presAssocID="{11849EA3-7365-4AB2-9160-AEFBB1EB5CBB}" presName="compNode" presStyleCnt="0"/>
      <dgm:spPr/>
    </dgm:pt>
    <dgm:pt modelId="{3348C627-3B4B-4888-A31A-0344F2F130B5}" type="pres">
      <dgm:prSet presAssocID="{11849EA3-7365-4AB2-9160-AEFBB1EB5CBB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33579BD7-5655-4ADA-ACF8-87207CEC181D}" type="pres">
      <dgm:prSet presAssocID="{11849EA3-7365-4AB2-9160-AEFBB1EB5CBB}" presName="iconSpace" presStyleCnt="0"/>
      <dgm:spPr/>
    </dgm:pt>
    <dgm:pt modelId="{BC85342D-C57F-4FCB-851E-0A5907F8BE98}" type="pres">
      <dgm:prSet presAssocID="{11849EA3-7365-4AB2-9160-AEFBB1EB5CBB}" presName="parTx" presStyleLbl="revTx" presStyleIdx="2" presStyleCnt="8">
        <dgm:presLayoutVars>
          <dgm:chMax val="0"/>
          <dgm:chPref val="0"/>
        </dgm:presLayoutVars>
      </dgm:prSet>
      <dgm:spPr/>
    </dgm:pt>
    <dgm:pt modelId="{BE5F41BF-35C6-43D1-BF8A-05F9F52986E9}" type="pres">
      <dgm:prSet presAssocID="{11849EA3-7365-4AB2-9160-AEFBB1EB5CBB}" presName="txSpace" presStyleCnt="0"/>
      <dgm:spPr/>
    </dgm:pt>
    <dgm:pt modelId="{0C9157C6-8075-42D0-9C82-AB51DEDB3C46}" type="pres">
      <dgm:prSet presAssocID="{11849EA3-7365-4AB2-9160-AEFBB1EB5CBB}" presName="desTx" presStyleLbl="revTx" presStyleIdx="3" presStyleCnt="8">
        <dgm:presLayoutVars/>
      </dgm:prSet>
      <dgm:spPr/>
    </dgm:pt>
    <dgm:pt modelId="{54E25CE0-7F0A-40AC-AFAE-BC8739F5BD08}" type="pres">
      <dgm:prSet presAssocID="{EBEC6C77-DA13-4424-9EE1-57ADEA34C728}" presName="sibTrans" presStyleCnt="0"/>
      <dgm:spPr/>
    </dgm:pt>
    <dgm:pt modelId="{25AD774A-A469-4D0A-8F0C-ABDF7F23D655}" type="pres">
      <dgm:prSet presAssocID="{CFE17FDA-CDCA-4779-BF85-B0F047F8354F}" presName="compNode" presStyleCnt="0"/>
      <dgm:spPr/>
    </dgm:pt>
    <dgm:pt modelId="{9D743F19-9CA1-44DA-84DC-BDD7D882AEC2}" type="pres">
      <dgm:prSet presAssocID="{CFE17FDA-CDCA-4779-BF85-B0F047F8354F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amond"/>
        </a:ext>
      </dgm:extLst>
    </dgm:pt>
    <dgm:pt modelId="{E040472E-8348-415D-B664-4F1FF07461D7}" type="pres">
      <dgm:prSet presAssocID="{CFE17FDA-CDCA-4779-BF85-B0F047F8354F}" presName="iconSpace" presStyleCnt="0"/>
      <dgm:spPr/>
    </dgm:pt>
    <dgm:pt modelId="{8D78324F-9710-4477-ADF9-4604FD570154}" type="pres">
      <dgm:prSet presAssocID="{CFE17FDA-CDCA-4779-BF85-B0F047F8354F}" presName="parTx" presStyleLbl="revTx" presStyleIdx="4" presStyleCnt="8">
        <dgm:presLayoutVars>
          <dgm:chMax val="0"/>
          <dgm:chPref val="0"/>
        </dgm:presLayoutVars>
      </dgm:prSet>
      <dgm:spPr/>
    </dgm:pt>
    <dgm:pt modelId="{C2DFFE33-80C4-4283-AF3E-E310DF01FD2D}" type="pres">
      <dgm:prSet presAssocID="{CFE17FDA-CDCA-4779-BF85-B0F047F8354F}" presName="txSpace" presStyleCnt="0"/>
      <dgm:spPr/>
    </dgm:pt>
    <dgm:pt modelId="{3C4D64E1-838B-48AB-8A7D-14BA1CF9D159}" type="pres">
      <dgm:prSet presAssocID="{CFE17FDA-CDCA-4779-BF85-B0F047F8354F}" presName="desTx" presStyleLbl="revTx" presStyleIdx="5" presStyleCnt="8">
        <dgm:presLayoutVars/>
      </dgm:prSet>
      <dgm:spPr/>
    </dgm:pt>
    <dgm:pt modelId="{87FDE4ED-5ACD-4AA0-AB37-56DA0AE7A5C8}" type="pres">
      <dgm:prSet presAssocID="{2ABC6217-B2C0-4D95-9BD6-D86FDDFC61F4}" presName="sibTrans" presStyleCnt="0"/>
      <dgm:spPr/>
    </dgm:pt>
    <dgm:pt modelId="{3B6474C1-E371-4B8A-9E3B-0DCB0FB53249}" type="pres">
      <dgm:prSet presAssocID="{24BD6DBE-CB76-4954-99D0-4101DE71FC3E}" presName="compNode" presStyleCnt="0"/>
      <dgm:spPr/>
    </dgm:pt>
    <dgm:pt modelId="{06C31E30-C6BD-45EB-9CE8-046B0698960A}" type="pres">
      <dgm:prSet presAssocID="{24BD6DBE-CB76-4954-99D0-4101DE71FC3E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obot"/>
        </a:ext>
      </dgm:extLst>
    </dgm:pt>
    <dgm:pt modelId="{04872A53-D569-483B-AE67-3F1685855685}" type="pres">
      <dgm:prSet presAssocID="{24BD6DBE-CB76-4954-99D0-4101DE71FC3E}" presName="iconSpace" presStyleCnt="0"/>
      <dgm:spPr/>
    </dgm:pt>
    <dgm:pt modelId="{485180B3-37F1-4296-8797-63B508704D6F}" type="pres">
      <dgm:prSet presAssocID="{24BD6DBE-CB76-4954-99D0-4101DE71FC3E}" presName="parTx" presStyleLbl="revTx" presStyleIdx="6" presStyleCnt="8">
        <dgm:presLayoutVars>
          <dgm:chMax val="0"/>
          <dgm:chPref val="0"/>
        </dgm:presLayoutVars>
      </dgm:prSet>
      <dgm:spPr/>
    </dgm:pt>
    <dgm:pt modelId="{CBE05865-0438-4B85-BA3E-B956F872C1A4}" type="pres">
      <dgm:prSet presAssocID="{24BD6DBE-CB76-4954-99D0-4101DE71FC3E}" presName="txSpace" presStyleCnt="0"/>
      <dgm:spPr/>
    </dgm:pt>
    <dgm:pt modelId="{5CF3F822-DE42-4368-8B20-8798224D96D0}" type="pres">
      <dgm:prSet presAssocID="{24BD6DBE-CB76-4954-99D0-4101DE71FC3E}" presName="desTx" presStyleLbl="revTx" presStyleIdx="7" presStyleCnt="8">
        <dgm:presLayoutVars/>
      </dgm:prSet>
      <dgm:spPr/>
    </dgm:pt>
  </dgm:ptLst>
  <dgm:cxnLst>
    <dgm:cxn modelId="{9CBC0C00-45C7-4FE2-B1F6-C95B81481BD9}" type="presOf" srcId="{13A83F29-B3CC-4D6A-8700-108DC47612C6}" destId="{6684FE80-5C30-4548-9021-FA3B70BFA68A}" srcOrd="0" destOrd="0" presId="urn:microsoft.com/office/officeart/2018/5/layout/CenteredIconLabelDescriptionList"/>
    <dgm:cxn modelId="{D712490E-825D-4025-B480-12BA9EB0C44C}" srcId="{24BD6DBE-CB76-4954-99D0-4101DE71FC3E}" destId="{009D2161-A3EF-407F-820F-CDB1E1F4609B}" srcOrd="0" destOrd="0" parTransId="{9004C016-F612-40F2-9F10-5D48F5720F80}" sibTransId="{1C6B969B-4859-4A1D-B95F-28C88892B20F}"/>
    <dgm:cxn modelId="{2E4B9220-30E3-4002-B939-2043E8C1BBAA}" srcId="{9AB550AD-1EF5-4142-AB5B-E6F8CF526A76}" destId="{CFE17FDA-CDCA-4779-BF85-B0F047F8354F}" srcOrd="2" destOrd="0" parTransId="{4FF22EBB-2BB5-4B1F-8F7D-6F95B2525B5F}" sibTransId="{2ABC6217-B2C0-4D95-9BD6-D86FDDFC61F4}"/>
    <dgm:cxn modelId="{88DFAA2F-0255-44E0-963F-6289172B39BE}" type="presOf" srcId="{CFE17FDA-CDCA-4779-BF85-B0F047F8354F}" destId="{8D78324F-9710-4477-ADF9-4604FD570154}" srcOrd="0" destOrd="0" presId="urn:microsoft.com/office/officeart/2018/5/layout/CenteredIconLabelDescriptionList"/>
    <dgm:cxn modelId="{2C376234-7AE1-4587-BAD0-29E7FE935DAF}" srcId="{24BD6DBE-CB76-4954-99D0-4101DE71FC3E}" destId="{36AC23AE-D911-48FF-9892-7807F1B09249}" srcOrd="1" destOrd="0" parTransId="{1A0879FD-BE17-44F6-9286-F27F4504FB7B}" sibTransId="{E28EF667-F3E2-46D9-94D3-EA46FA4F980C}"/>
    <dgm:cxn modelId="{2717115E-386B-4A5F-9D1D-42E17D6C6DE9}" srcId="{CFE17FDA-CDCA-4779-BF85-B0F047F8354F}" destId="{5DCC8A7E-8142-4CEE-8B42-5970D226DEAE}" srcOrd="0" destOrd="0" parTransId="{B162D9B8-7F0E-416E-88E9-4D4069D921D2}" sibTransId="{659A68A1-8DEB-4624-83AF-017D1E8AF6FE}"/>
    <dgm:cxn modelId="{9C515A66-1E4B-475A-A648-C178D885929A}" type="presOf" srcId="{11849EA3-7365-4AB2-9160-AEFBB1EB5CBB}" destId="{BC85342D-C57F-4FCB-851E-0A5907F8BE98}" srcOrd="0" destOrd="0" presId="urn:microsoft.com/office/officeart/2018/5/layout/CenteredIconLabelDescriptionList"/>
    <dgm:cxn modelId="{7F325257-DBB5-4031-A103-5B7B1E8E9418}" type="presOf" srcId="{CAF499DC-1946-4DA0-8900-B25D2E7860A3}" destId="{0A19BA1B-BAB3-49EE-89A3-FCE0FA91E072}" srcOrd="0" destOrd="0" presId="urn:microsoft.com/office/officeart/2018/5/layout/CenteredIconLabelDescriptionList"/>
    <dgm:cxn modelId="{48BAFD84-CFBC-40B8-B8E8-390ACCAB676D}" type="presOf" srcId="{5DCC8A7E-8142-4CEE-8B42-5970D226DEAE}" destId="{3C4D64E1-838B-48AB-8A7D-14BA1CF9D159}" srcOrd="0" destOrd="0" presId="urn:microsoft.com/office/officeart/2018/5/layout/CenteredIconLabelDescriptionList"/>
    <dgm:cxn modelId="{D59D7087-CCA0-4CA4-AF2C-AFB70674D6D6}" srcId="{11849EA3-7365-4AB2-9160-AEFBB1EB5CBB}" destId="{BAAA4F55-C770-4CC4-8D47-A9067D86C279}" srcOrd="0" destOrd="0" parTransId="{EE0CDEB2-808F-4884-A8CB-DD4F59020B3E}" sibTransId="{AF631481-33CF-4954-817D-5FAA834552E8}"/>
    <dgm:cxn modelId="{B7C1699D-576C-4E7D-9054-54923585C513}" type="presOf" srcId="{24BD6DBE-CB76-4954-99D0-4101DE71FC3E}" destId="{485180B3-37F1-4296-8797-63B508704D6F}" srcOrd="0" destOrd="0" presId="urn:microsoft.com/office/officeart/2018/5/layout/CenteredIconLabelDescriptionList"/>
    <dgm:cxn modelId="{007A5EB3-7D3B-4CEB-A0CC-473592B726DD}" type="presOf" srcId="{36AC23AE-D911-48FF-9892-7807F1B09249}" destId="{5CF3F822-DE42-4368-8B20-8798224D96D0}" srcOrd="0" destOrd="1" presId="urn:microsoft.com/office/officeart/2018/5/layout/CenteredIconLabelDescriptionList"/>
    <dgm:cxn modelId="{8EE0C6B4-10E1-4B77-941E-7A6EDF4EA819}" srcId="{CAF499DC-1946-4DA0-8900-B25D2E7860A3}" destId="{13A83F29-B3CC-4D6A-8700-108DC47612C6}" srcOrd="0" destOrd="0" parTransId="{D4A74F4C-FA6A-45CA-A963-D8E7BA3E5D97}" sibTransId="{51FC9F0B-01AB-4C13-8C93-F2F5F682E876}"/>
    <dgm:cxn modelId="{A768A1BC-EA11-4E2D-AB68-430546DD8E8B}" srcId="{9AB550AD-1EF5-4142-AB5B-E6F8CF526A76}" destId="{CAF499DC-1946-4DA0-8900-B25D2E7860A3}" srcOrd="0" destOrd="0" parTransId="{2D919982-C5C0-4F29-B37B-0CE638459DB2}" sibTransId="{7E589B38-AD98-4BB8-A18D-EA0C4CAF6A4C}"/>
    <dgm:cxn modelId="{48BE31C1-22D2-4B74-993F-F622C996F452}" srcId="{9AB550AD-1EF5-4142-AB5B-E6F8CF526A76}" destId="{24BD6DBE-CB76-4954-99D0-4101DE71FC3E}" srcOrd="3" destOrd="0" parTransId="{B0EE2938-8532-4EA9-98C4-8EBA535A5C2F}" sibTransId="{2E840EBD-6FFF-471B-88C2-2C182DD74EBD}"/>
    <dgm:cxn modelId="{B9AB71EA-0725-4F1D-839A-36DFDFB4B8CF}" type="presOf" srcId="{BAAA4F55-C770-4CC4-8D47-A9067D86C279}" destId="{0C9157C6-8075-42D0-9C82-AB51DEDB3C46}" srcOrd="0" destOrd="0" presId="urn:microsoft.com/office/officeart/2018/5/layout/CenteredIconLabelDescriptionList"/>
    <dgm:cxn modelId="{E84E1BEF-30CC-4709-B8E0-E04D9FD54399}" type="presOf" srcId="{9AB550AD-1EF5-4142-AB5B-E6F8CF526A76}" destId="{F6C5B219-5AC2-4C06-87B4-E026C2834D0A}" srcOrd="0" destOrd="0" presId="urn:microsoft.com/office/officeart/2018/5/layout/CenteredIconLabelDescriptionList"/>
    <dgm:cxn modelId="{6B9D6DF5-6F15-4446-AEEA-145E5B658C9C}" srcId="{9AB550AD-1EF5-4142-AB5B-E6F8CF526A76}" destId="{11849EA3-7365-4AB2-9160-AEFBB1EB5CBB}" srcOrd="1" destOrd="0" parTransId="{5F624FDD-575A-4BC3-907E-3A12BD58644A}" sibTransId="{EBEC6C77-DA13-4424-9EE1-57ADEA34C728}"/>
    <dgm:cxn modelId="{B0B945F8-B5CA-4AA9-88D1-D7A445D0928F}" type="presOf" srcId="{009D2161-A3EF-407F-820F-CDB1E1F4609B}" destId="{5CF3F822-DE42-4368-8B20-8798224D96D0}" srcOrd="0" destOrd="0" presId="urn:microsoft.com/office/officeart/2018/5/layout/CenteredIconLabelDescriptionList"/>
    <dgm:cxn modelId="{BC712E5E-A440-432E-98AE-E915D981C917}" type="presParOf" srcId="{F6C5B219-5AC2-4C06-87B4-E026C2834D0A}" destId="{8A6C38D5-65CD-4345-A060-88D402CBAC6F}" srcOrd="0" destOrd="0" presId="urn:microsoft.com/office/officeart/2018/5/layout/CenteredIconLabelDescriptionList"/>
    <dgm:cxn modelId="{D50BCAED-34CA-45E2-92F5-B3A8B18E7B86}" type="presParOf" srcId="{8A6C38D5-65CD-4345-A060-88D402CBAC6F}" destId="{F9D555D7-EC0C-43CB-8CEA-5F8A39555D6A}" srcOrd="0" destOrd="0" presId="urn:microsoft.com/office/officeart/2018/5/layout/CenteredIconLabelDescriptionList"/>
    <dgm:cxn modelId="{CB07C610-FC5B-4EB6-8F4A-382CCEE9F62B}" type="presParOf" srcId="{8A6C38D5-65CD-4345-A060-88D402CBAC6F}" destId="{840BE556-AE8B-4087-B2C5-85B72D364B31}" srcOrd="1" destOrd="0" presId="urn:microsoft.com/office/officeart/2018/5/layout/CenteredIconLabelDescriptionList"/>
    <dgm:cxn modelId="{DB30D82B-558F-4678-9BA7-578541CB4D36}" type="presParOf" srcId="{8A6C38D5-65CD-4345-A060-88D402CBAC6F}" destId="{0A19BA1B-BAB3-49EE-89A3-FCE0FA91E072}" srcOrd="2" destOrd="0" presId="urn:microsoft.com/office/officeart/2018/5/layout/CenteredIconLabelDescriptionList"/>
    <dgm:cxn modelId="{FE5572B0-082C-40E5-9DF8-0333F3D36CB1}" type="presParOf" srcId="{8A6C38D5-65CD-4345-A060-88D402CBAC6F}" destId="{4662E9E5-E606-4F46-B6DF-D082377EA2B7}" srcOrd="3" destOrd="0" presId="urn:microsoft.com/office/officeart/2018/5/layout/CenteredIconLabelDescriptionList"/>
    <dgm:cxn modelId="{2DACC3D2-A98F-46FD-BBBF-F0B9EE346137}" type="presParOf" srcId="{8A6C38D5-65CD-4345-A060-88D402CBAC6F}" destId="{6684FE80-5C30-4548-9021-FA3B70BFA68A}" srcOrd="4" destOrd="0" presId="urn:microsoft.com/office/officeart/2018/5/layout/CenteredIconLabelDescriptionList"/>
    <dgm:cxn modelId="{F17CAB88-359D-4EE5-A44E-07FEA185CA7F}" type="presParOf" srcId="{F6C5B219-5AC2-4C06-87B4-E026C2834D0A}" destId="{E4EB9F23-F212-4D0D-B22B-4DC86871248A}" srcOrd="1" destOrd="0" presId="urn:microsoft.com/office/officeart/2018/5/layout/CenteredIconLabelDescriptionList"/>
    <dgm:cxn modelId="{C18B01A7-F28D-4B19-8661-D9615452FD62}" type="presParOf" srcId="{F6C5B219-5AC2-4C06-87B4-E026C2834D0A}" destId="{DE6D2CF6-89C4-41D5-91A6-338EDBD19EF3}" srcOrd="2" destOrd="0" presId="urn:microsoft.com/office/officeart/2018/5/layout/CenteredIconLabelDescriptionList"/>
    <dgm:cxn modelId="{54A6204C-84C0-46B3-B4E7-5657FC886EB9}" type="presParOf" srcId="{DE6D2CF6-89C4-41D5-91A6-338EDBD19EF3}" destId="{3348C627-3B4B-4888-A31A-0344F2F130B5}" srcOrd="0" destOrd="0" presId="urn:microsoft.com/office/officeart/2018/5/layout/CenteredIconLabelDescriptionList"/>
    <dgm:cxn modelId="{B7DB103D-BF56-4E1F-A358-1C0513EA03F6}" type="presParOf" srcId="{DE6D2CF6-89C4-41D5-91A6-338EDBD19EF3}" destId="{33579BD7-5655-4ADA-ACF8-87207CEC181D}" srcOrd="1" destOrd="0" presId="urn:microsoft.com/office/officeart/2018/5/layout/CenteredIconLabelDescriptionList"/>
    <dgm:cxn modelId="{D52DE3BC-F513-472C-A8AD-0FC9EFC03CF5}" type="presParOf" srcId="{DE6D2CF6-89C4-41D5-91A6-338EDBD19EF3}" destId="{BC85342D-C57F-4FCB-851E-0A5907F8BE98}" srcOrd="2" destOrd="0" presId="urn:microsoft.com/office/officeart/2018/5/layout/CenteredIconLabelDescriptionList"/>
    <dgm:cxn modelId="{CB742D4B-BF8F-4B4B-AC23-97881C8ED79A}" type="presParOf" srcId="{DE6D2CF6-89C4-41D5-91A6-338EDBD19EF3}" destId="{BE5F41BF-35C6-43D1-BF8A-05F9F52986E9}" srcOrd="3" destOrd="0" presId="urn:microsoft.com/office/officeart/2018/5/layout/CenteredIconLabelDescriptionList"/>
    <dgm:cxn modelId="{29CF259B-0313-4B6C-A9DD-593B1DF4E401}" type="presParOf" srcId="{DE6D2CF6-89C4-41D5-91A6-338EDBD19EF3}" destId="{0C9157C6-8075-42D0-9C82-AB51DEDB3C46}" srcOrd="4" destOrd="0" presId="urn:microsoft.com/office/officeart/2018/5/layout/CenteredIconLabelDescriptionList"/>
    <dgm:cxn modelId="{C76079D5-DA07-46BF-8D10-0EA58C8DE31B}" type="presParOf" srcId="{F6C5B219-5AC2-4C06-87B4-E026C2834D0A}" destId="{54E25CE0-7F0A-40AC-AFAE-BC8739F5BD08}" srcOrd="3" destOrd="0" presId="urn:microsoft.com/office/officeart/2018/5/layout/CenteredIconLabelDescriptionList"/>
    <dgm:cxn modelId="{93C56E59-B6CA-4F4D-AE2D-C823CAC892E2}" type="presParOf" srcId="{F6C5B219-5AC2-4C06-87B4-E026C2834D0A}" destId="{25AD774A-A469-4D0A-8F0C-ABDF7F23D655}" srcOrd="4" destOrd="0" presId="urn:microsoft.com/office/officeart/2018/5/layout/CenteredIconLabelDescriptionList"/>
    <dgm:cxn modelId="{B904AE2A-F79E-445C-9422-3F2D0BEDACA9}" type="presParOf" srcId="{25AD774A-A469-4D0A-8F0C-ABDF7F23D655}" destId="{9D743F19-9CA1-44DA-84DC-BDD7D882AEC2}" srcOrd="0" destOrd="0" presId="urn:microsoft.com/office/officeart/2018/5/layout/CenteredIconLabelDescriptionList"/>
    <dgm:cxn modelId="{5CB4E670-D8D6-4863-8EB4-2867EC520B12}" type="presParOf" srcId="{25AD774A-A469-4D0A-8F0C-ABDF7F23D655}" destId="{E040472E-8348-415D-B664-4F1FF07461D7}" srcOrd="1" destOrd="0" presId="urn:microsoft.com/office/officeart/2018/5/layout/CenteredIconLabelDescriptionList"/>
    <dgm:cxn modelId="{AA643290-5934-4519-9B9F-D2CD17B965C2}" type="presParOf" srcId="{25AD774A-A469-4D0A-8F0C-ABDF7F23D655}" destId="{8D78324F-9710-4477-ADF9-4604FD570154}" srcOrd="2" destOrd="0" presId="urn:microsoft.com/office/officeart/2018/5/layout/CenteredIconLabelDescriptionList"/>
    <dgm:cxn modelId="{5D486D0E-49E9-47EA-84B9-6E4F2DFB5604}" type="presParOf" srcId="{25AD774A-A469-4D0A-8F0C-ABDF7F23D655}" destId="{C2DFFE33-80C4-4283-AF3E-E310DF01FD2D}" srcOrd="3" destOrd="0" presId="urn:microsoft.com/office/officeart/2018/5/layout/CenteredIconLabelDescriptionList"/>
    <dgm:cxn modelId="{A311F402-4101-432E-AB3B-B2AA0D373B6A}" type="presParOf" srcId="{25AD774A-A469-4D0A-8F0C-ABDF7F23D655}" destId="{3C4D64E1-838B-48AB-8A7D-14BA1CF9D159}" srcOrd="4" destOrd="0" presId="urn:microsoft.com/office/officeart/2018/5/layout/CenteredIconLabelDescriptionList"/>
    <dgm:cxn modelId="{26D676AC-D01F-4CF0-8E9D-4E0EF9D6D0EC}" type="presParOf" srcId="{F6C5B219-5AC2-4C06-87B4-E026C2834D0A}" destId="{87FDE4ED-5ACD-4AA0-AB37-56DA0AE7A5C8}" srcOrd="5" destOrd="0" presId="urn:microsoft.com/office/officeart/2018/5/layout/CenteredIconLabelDescriptionList"/>
    <dgm:cxn modelId="{B17DCA88-D89D-4E5B-AE7E-62622D63C15D}" type="presParOf" srcId="{F6C5B219-5AC2-4C06-87B4-E026C2834D0A}" destId="{3B6474C1-E371-4B8A-9E3B-0DCB0FB53249}" srcOrd="6" destOrd="0" presId="urn:microsoft.com/office/officeart/2018/5/layout/CenteredIconLabelDescriptionList"/>
    <dgm:cxn modelId="{F0F49AD7-7BDA-4269-B823-8D7B616925C1}" type="presParOf" srcId="{3B6474C1-E371-4B8A-9E3B-0DCB0FB53249}" destId="{06C31E30-C6BD-45EB-9CE8-046B0698960A}" srcOrd="0" destOrd="0" presId="urn:microsoft.com/office/officeart/2018/5/layout/CenteredIconLabelDescriptionList"/>
    <dgm:cxn modelId="{5C42DF11-C7DF-4B99-A44E-14055AEE593C}" type="presParOf" srcId="{3B6474C1-E371-4B8A-9E3B-0DCB0FB53249}" destId="{04872A53-D569-483B-AE67-3F1685855685}" srcOrd="1" destOrd="0" presId="urn:microsoft.com/office/officeart/2018/5/layout/CenteredIconLabelDescriptionList"/>
    <dgm:cxn modelId="{45F7DDB2-5AC7-49EE-9D25-BE298A4A50B0}" type="presParOf" srcId="{3B6474C1-E371-4B8A-9E3B-0DCB0FB53249}" destId="{485180B3-37F1-4296-8797-63B508704D6F}" srcOrd="2" destOrd="0" presId="urn:microsoft.com/office/officeart/2018/5/layout/CenteredIconLabelDescriptionList"/>
    <dgm:cxn modelId="{0143E6BC-719B-42C0-8B59-47120EFB8FAF}" type="presParOf" srcId="{3B6474C1-E371-4B8A-9E3B-0DCB0FB53249}" destId="{CBE05865-0438-4B85-BA3E-B956F872C1A4}" srcOrd="3" destOrd="0" presId="urn:microsoft.com/office/officeart/2018/5/layout/CenteredIconLabelDescriptionList"/>
    <dgm:cxn modelId="{BEDB1BB7-A4E9-4DF1-A0AC-194CF6958023}" type="presParOf" srcId="{3B6474C1-E371-4B8A-9E3B-0DCB0FB53249}" destId="{5CF3F822-DE42-4368-8B20-8798224D96D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49625583-710F-445E-9991-86649933C21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DCA6C3B7-1864-4499-A6DD-4A8AEF78FE5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restarting</a:t>
          </a:r>
        </a:p>
      </dgm:t>
    </dgm:pt>
    <dgm:pt modelId="{45214CFE-9166-4EB7-AE48-EAA43527D7E1}" type="parTrans" cxnId="{97CBEE6A-25B3-4E0D-AECD-A286B0D15C18}">
      <dgm:prSet/>
      <dgm:spPr/>
      <dgm:t>
        <a:bodyPr/>
        <a:lstStyle/>
        <a:p>
          <a:endParaRPr lang="tr-TR"/>
        </a:p>
      </dgm:t>
    </dgm:pt>
    <dgm:pt modelId="{49267E59-FBA1-4282-8C2D-B4FEB30E084A}" type="sibTrans" cxnId="{97CBEE6A-25B3-4E0D-AECD-A286B0D15C18}">
      <dgm:prSet/>
      <dgm:spPr/>
      <dgm:t>
        <a:bodyPr/>
        <a:lstStyle/>
        <a:p>
          <a:endParaRPr lang="tr-TR"/>
        </a:p>
      </dgm:t>
    </dgm:pt>
    <dgm:pt modelId="{E46EF86D-D2B9-400A-86E7-64E10886A90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testnet has to </a:t>
          </a:r>
          <a:r>
            <a:rPr lang="en-US"/>
            <a:t>be scrapped </a:t>
          </a:r>
          <a:endParaRPr lang="tr-TR"/>
        </a:p>
      </dgm:t>
    </dgm:pt>
    <dgm:pt modelId="{B9DBBE1D-B2E8-4531-90EE-1766046CE99A}" type="parTrans" cxnId="{10C7E159-29EA-4A0D-966A-CD55D5515FF2}">
      <dgm:prSet/>
      <dgm:spPr/>
      <dgm:t>
        <a:bodyPr/>
        <a:lstStyle/>
        <a:p>
          <a:endParaRPr lang="tr-TR"/>
        </a:p>
      </dgm:t>
    </dgm:pt>
    <dgm:pt modelId="{845EA337-51D9-47FF-A445-1DFCFEAD63C1}" type="sibTrans" cxnId="{10C7E159-29EA-4A0D-966A-CD55D5515FF2}">
      <dgm:prSet/>
      <dgm:spPr/>
      <dgm:t>
        <a:bodyPr/>
        <a:lstStyle/>
        <a:p>
          <a:endParaRPr lang="tr-TR"/>
        </a:p>
      </dgm:t>
    </dgm:pt>
    <dgm:pt modelId="{E9544813-CB04-4563-9781-29810A3D3C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restarted from a new genesis block, </a:t>
          </a:r>
          <a:endParaRPr lang="tr-TR"/>
        </a:p>
      </dgm:t>
    </dgm:pt>
    <dgm:pt modelId="{71CE252C-04EA-4496-AF1A-1C7287F26FC0}" type="parTrans" cxnId="{D4D12B27-F60D-43DE-8016-F6D1ABEEF62E}">
      <dgm:prSet/>
      <dgm:spPr/>
      <dgm:t>
        <a:bodyPr/>
        <a:lstStyle/>
        <a:p>
          <a:endParaRPr lang="tr-TR"/>
        </a:p>
      </dgm:t>
    </dgm:pt>
    <dgm:pt modelId="{875786BB-6200-481D-BCC4-30E8A5E447D7}" type="sibTrans" cxnId="{D4D12B27-F60D-43DE-8016-F6D1ABEEF62E}">
      <dgm:prSet/>
      <dgm:spPr/>
      <dgm:t>
        <a:bodyPr/>
        <a:lstStyle/>
        <a:p>
          <a:endParaRPr lang="tr-TR"/>
        </a:p>
      </dgm:t>
    </dgm:pt>
    <dgm:pt modelId="{00B3F38C-B19B-483E-8BBA-889392D7A5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resetting the difficulty</a:t>
          </a:r>
          <a:endParaRPr lang="tr-TR"/>
        </a:p>
      </dgm:t>
    </dgm:pt>
    <dgm:pt modelId="{9C2D696B-1BE9-47FD-89D1-43D7E1ABE7B9}" type="parTrans" cxnId="{08788868-D117-4D86-97CA-3771FA42631A}">
      <dgm:prSet/>
      <dgm:spPr/>
      <dgm:t>
        <a:bodyPr/>
        <a:lstStyle/>
        <a:p>
          <a:endParaRPr lang="tr-TR"/>
        </a:p>
      </dgm:t>
    </dgm:pt>
    <dgm:pt modelId="{ED3750AE-7DFF-40BB-91B3-D5AF744E3DBB}" type="sibTrans" cxnId="{08788868-D117-4D86-97CA-3771FA42631A}">
      <dgm:prSet/>
      <dgm:spPr/>
      <dgm:t>
        <a:bodyPr/>
        <a:lstStyle/>
        <a:p>
          <a:endParaRPr lang="tr-TR"/>
        </a:p>
      </dgm:t>
    </dgm:pt>
    <dgm:pt modelId="{3E96919E-FB92-47FB-AE2D-0553F483FE5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testnet3</a:t>
          </a:r>
        </a:p>
      </dgm:t>
    </dgm:pt>
    <dgm:pt modelId="{6B89EF5F-3AFF-4060-81C6-25430376B9D9}" type="parTrans" cxnId="{2CD8F848-A5EE-4B5F-B7DC-AB360001D86F}">
      <dgm:prSet/>
      <dgm:spPr/>
      <dgm:t>
        <a:bodyPr/>
        <a:lstStyle/>
        <a:p>
          <a:endParaRPr lang="tr-TR"/>
        </a:p>
      </dgm:t>
    </dgm:pt>
    <dgm:pt modelId="{FBEB4037-5762-4A71-97D0-D54FE6307E77}" type="sibTrans" cxnId="{2CD8F848-A5EE-4B5F-B7DC-AB360001D86F}">
      <dgm:prSet/>
      <dgm:spPr/>
      <dgm:t>
        <a:bodyPr/>
        <a:lstStyle/>
        <a:p>
          <a:endParaRPr lang="tr-TR"/>
        </a:p>
      </dgm:t>
    </dgm:pt>
    <dgm:pt modelId="{F2ABF496-498C-4494-B11A-E139A45CB6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current testnet is called </a:t>
          </a:r>
          <a:r>
            <a:rPr lang="en-US" i="1"/>
            <a:t>testnet3</a:t>
          </a:r>
          <a:endParaRPr lang="tr-TR"/>
        </a:p>
      </dgm:t>
    </dgm:pt>
    <dgm:pt modelId="{18F880B5-EA9E-4E74-B3DB-37683E9FE87A}" type="parTrans" cxnId="{64AF4719-2DA0-4A1A-B811-9B547EED7381}">
      <dgm:prSet/>
      <dgm:spPr/>
      <dgm:t>
        <a:bodyPr/>
        <a:lstStyle/>
        <a:p>
          <a:endParaRPr lang="tr-TR"/>
        </a:p>
      </dgm:t>
    </dgm:pt>
    <dgm:pt modelId="{E3027092-1D69-4B8C-94CF-6BBD7439E39E}" type="sibTrans" cxnId="{64AF4719-2DA0-4A1A-B811-9B547EED7381}">
      <dgm:prSet/>
      <dgm:spPr/>
      <dgm:t>
        <a:bodyPr/>
        <a:lstStyle/>
        <a:p>
          <a:endParaRPr lang="tr-TR"/>
        </a:p>
      </dgm:t>
    </dgm:pt>
    <dgm:pt modelId="{33912391-AA18-4CFD-8D47-E43E134DDF7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restarted in February </a:t>
          </a:r>
          <a:r>
            <a:rPr lang="en-US"/>
            <a:t>2011 to reset the difficulty </a:t>
          </a:r>
          <a:endParaRPr lang="tr-TR"/>
        </a:p>
      </dgm:t>
    </dgm:pt>
    <dgm:pt modelId="{4EA598AC-228F-4676-8043-E2240CC18AC3}" type="parTrans" cxnId="{116E0063-8C9A-4620-BB9C-14B2D0BD9BA3}">
      <dgm:prSet/>
      <dgm:spPr/>
      <dgm:t>
        <a:bodyPr/>
        <a:lstStyle/>
        <a:p>
          <a:endParaRPr lang="tr-TR"/>
        </a:p>
      </dgm:t>
    </dgm:pt>
    <dgm:pt modelId="{A3311FC9-70ED-4E00-B769-F5C7B978DEA7}" type="sibTrans" cxnId="{116E0063-8C9A-4620-BB9C-14B2D0BD9BA3}">
      <dgm:prSet/>
      <dgm:spPr/>
      <dgm:t>
        <a:bodyPr/>
        <a:lstStyle/>
        <a:p>
          <a:endParaRPr lang="tr-TR"/>
        </a:p>
      </dgm:t>
    </dgm:pt>
    <dgm:pt modelId="{C33D289E-6F72-4E7A-B932-1F4A946BB3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the previous testnet</a:t>
          </a:r>
          <a:endParaRPr lang="tr-TR"/>
        </a:p>
      </dgm:t>
    </dgm:pt>
    <dgm:pt modelId="{BB2BE0CF-669E-4A8F-B64D-91DABE9551DF}" type="parTrans" cxnId="{A3FC8262-F5D5-48CE-B5B6-2142E0C93EBF}">
      <dgm:prSet/>
      <dgm:spPr/>
      <dgm:t>
        <a:bodyPr/>
        <a:lstStyle/>
        <a:p>
          <a:endParaRPr lang="tr-TR"/>
        </a:p>
      </dgm:t>
    </dgm:pt>
    <dgm:pt modelId="{D0344E13-2B7D-44E9-8BF6-5BCD5C66630C}" type="sibTrans" cxnId="{A3FC8262-F5D5-48CE-B5B6-2142E0C93EBF}">
      <dgm:prSet/>
      <dgm:spPr/>
      <dgm:t>
        <a:bodyPr/>
        <a:lstStyle/>
        <a:p>
          <a:endParaRPr lang="tr-TR"/>
        </a:p>
      </dgm:t>
    </dgm:pt>
    <dgm:pt modelId="{A08408E7-2DD7-458C-9152-30EBE8A10A0F}" type="pres">
      <dgm:prSet presAssocID="{49625583-710F-445E-9991-86649933C21B}" presName="root" presStyleCnt="0">
        <dgm:presLayoutVars>
          <dgm:dir/>
          <dgm:resizeHandles val="exact"/>
        </dgm:presLayoutVars>
      </dgm:prSet>
      <dgm:spPr/>
    </dgm:pt>
    <dgm:pt modelId="{55AC11CD-0B34-4FEF-8E81-A4E44FBE59DE}" type="pres">
      <dgm:prSet presAssocID="{DCA6C3B7-1864-4499-A6DD-4A8AEF78FE59}" presName="compNode" presStyleCnt="0"/>
      <dgm:spPr/>
    </dgm:pt>
    <dgm:pt modelId="{22578079-B4A1-4415-8E16-D5C1E30E23DB}" type="pres">
      <dgm:prSet presAssocID="{DCA6C3B7-1864-4499-A6DD-4A8AEF78FE59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eginning"/>
        </a:ext>
      </dgm:extLst>
    </dgm:pt>
    <dgm:pt modelId="{891C7599-37CB-4B0E-80DE-906654AFA015}" type="pres">
      <dgm:prSet presAssocID="{DCA6C3B7-1864-4499-A6DD-4A8AEF78FE59}" presName="iconSpace" presStyleCnt="0"/>
      <dgm:spPr/>
    </dgm:pt>
    <dgm:pt modelId="{B0C0892A-AFF0-4312-8709-B059C96EBE19}" type="pres">
      <dgm:prSet presAssocID="{DCA6C3B7-1864-4499-A6DD-4A8AEF78FE59}" presName="parTx" presStyleLbl="revTx" presStyleIdx="0" presStyleCnt="4">
        <dgm:presLayoutVars>
          <dgm:chMax val="0"/>
          <dgm:chPref val="0"/>
        </dgm:presLayoutVars>
      </dgm:prSet>
      <dgm:spPr/>
    </dgm:pt>
    <dgm:pt modelId="{C794E9CD-640D-4EC4-992F-9A5E23F2424D}" type="pres">
      <dgm:prSet presAssocID="{DCA6C3B7-1864-4499-A6DD-4A8AEF78FE59}" presName="txSpace" presStyleCnt="0"/>
      <dgm:spPr/>
    </dgm:pt>
    <dgm:pt modelId="{C6E455F2-9902-4F25-895A-407A16AF3664}" type="pres">
      <dgm:prSet presAssocID="{DCA6C3B7-1864-4499-A6DD-4A8AEF78FE59}" presName="desTx" presStyleLbl="revTx" presStyleIdx="1" presStyleCnt="4">
        <dgm:presLayoutVars/>
      </dgm:prSet>
      <dgm:spPr/>
    </dgm:pt>
    <dgm:pt modelId="{927F6DD0-3F1D-4229-82B3-971C78610E98}" type="pres">
      <dgm:prSet presAssocID="{49267E59-FBA1-4282-8C2D-B4FEB30E084A}" presName="sibTrans" presStyleCnt="0"/>
      <dgm:spPr/>
    </dgm:pt>
    <dgm:pt modelId="{9CA501AD-4A55-43A7-8501-B55782834FF0}" type="pres">
      <dgm:prSet presAssocID="{3E96919E-FB92-47FB-AE2D-0553F483FE5E}" presName="compNode" presStyleCnt="0"/>
      <dgm:spPr/>
    </dgm:pt>
    <dgm:pt modelId="{49F08F51-18C4-4091-9679-EEB512B7346F}" type="pres">
      <dgm:prSet presAssocID="{3E96919E-FB92-47FB-AE2D-0553F483FE5E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EC44F8D2-C7CC-4D01-8399-DF8366FA15A6}" type="pres">
      <dgm:prSet presAssocID="{3E96919E-FB92-47FB-AE2D-0553F483FE5E}" presName="iconSpace" presStyleCnt="0"/>
      <dgm:spPr/>
    </dgm:pt>
    <dgm:pt modelId="{6845DCC3-EBC9-48CC-AF0C-A2C6E650B047}" type="pres">
      <dgm:prSet presAssocID="{3E96919E-FB92-47FB-AE2D-0553F483FE5E}" presName="parTx" presStyleLbl="revTx" presStyleIdx="2" presStyleCnt="4">
        <dgm:presLayoutVars>
          <dgm:chMax val="0"/>
          <dgm:chPref val="0"/>
        </dgm:presLayoutVars>
      </dgm:prSet>
      <dgm:spPr/>
    </dgm:pt>
    <dgm:pt modelId="{8F942C64-E74C-48B4-8640-481F39463209}" type="pres">
      <dgm:prSet presAssocID="{3E96919E-FB92-47FB-AE2D-0553F483FE5E}" presName="txSpace" presStyleCnt="0"/>
      <dgm:spPr/>
    </dgm:pt>
    <dgm:pt modelId="{FB735B8D-238A-4E4E-9CE9-FAE4CB36495A}" type="pres">
      <dgm:prSet presAssocID="{3E96919E-FB92-47FB-AE2D-0553F483FE5E}" presName="desTx" presStyleLbl="revTx" presStyleIdx="3" presStyleCnt="4">
        <dgm:presLayoutVars/>
      </dgm:prSet>
      <dgm:spPr/>
    </dgm:pt>
  </dgm:ptLst>
  <dgm:cxnLst>
    <dgm:cxn modelId="{64AF4719-2DA0-4A1A-B811-9B547EED7381}" srcId="{3E96919E-FB92-47FB-AE2D-0553F483FE5E}" destId="{F2ABF496-498C-4494-B11A-E139A45CB67E}" srcOrd="0" destOrd="0" parTransId="{18F880B5-EA9E-4E74-B3DB-37683E9FE87A}" sibTransId="{E3027092-1D69-4B8C-94CF-6BBD7439E39E}"/>
    <dgm:cxn modelId="{E06AA019-A75D-45B3-BFB7-AAFE644DD4CC}" type="presOf" srcId="{E9544813-CB04-4563-9781-29810A3D3CFE}" destId="{C6E455F2-9902-4F25-895A-407A16AF3664}" srcOrd="0" destOrd="1" presId="urn:microsoft.com/office/officeart/2018/5/layout/CenteredIconLabelDescriptionList"/>
    <dgm:cxn modelId="{D4D12B27-F60D-43DE-8016-F6D1ABEEF62E}" srcId="{DCA6C3B7-1864-4499-A6DD-4A8AEF78FE59}" destId="{E9544813-CB04-4563-9781-29810A3D3CFE}" srcOrd="1" destOrd="0" parTransId="{71CE252C-04EA-4496-AF1A-1C7287F26FC0}" sibTransId="{875786BB-6200-481D-BCC4-30E8A5E447D7}"/>
    <dgm:cxn modelId="{C1AD4130-7835-468F-8D75-FB479A74998A}" type="presOf" srcId="{C33D289E-6F72-4E7A-B932-1F4A946BB3E5}" destId="{FB735B8D-238A-4E4E-9CE9-FAE4CB36495A}" srcOrd="0" destOrd="2" presId="urn:microsoft.com/office/officeart/2018/5/layout/CenteredIconLabelDescriptionList"/>
    <dgm:cxn modelId="{A3FC8262-F5D5-48CE-B5B6-2142E0C93EBF}" srcId="{3E96919E-FB92-47FB-AE2D-0553F483FE5E}" destId="{C33D289E-6F72-4E7A-B932-1F4A946BB3E5}" srcOrd="2" destOrd="0" parTransId="{BB2BE0CF-669E-4A8F-B64D-91DABE9551DF}" sibTransId="{D0344E13-2B7D-44E9-8BF6-5BCD5C66630C}"/>
    <dgm:cxn modelId="{116E0063-8C9A-4620-BB9C-14B2D0BD9BA3}" srcId="{3E96919E-FB92-47FB-AE2D-0553F483FE5E}" destId="{33912391-AA18-4CFD-8D47-E43E134DDF72}" srcOrd="1" destOrd="0" parTransId="{4EA598AC-228F-4676-8043-E2240CC18AC3}" sibTransId="{A3311FC9-70ED-4E00-B769-F5C7B978DEA7}"/>
    <dgm:cxn modelId="{AC099F63-085C-41B1-BDE9-027353A74404}" type="presOf" srcId="{49625583-710F-445E-9991-86649933C21B}" destId="{A08408E7-2DD7-458C-9152-30EBE8A10A0F}" srcOrd="0" destOrd="0" presId="urn:microsoft.com/office/officeart/2018/5/layout/CenteredIconLabelDescriptionList"/>
    <dgm:cxn modelId="{08788868-D117-4D86-97CA-3771FA42631A}" srcId="{DCA6C3B7-1864-4499-A6DD-4A8AEF78FE59}" destId="{00B3F38C-B19B-483E-8BBA-889392D7A514}" srcOrd="2" destOrd="0" parTransId="{9C2D696B-1BE9-47FD-89D1-43D7E1ABE7B9}" sibTransId="{ED3750AE-7DFF-40BB-91B3-D5AF744E3DBB}"/>
    <dgm:cxn modelId="{2CD8F848-A5EE-4B5F-B7DC-AB360001D86F}" srcId="{49625583-710F-445E-9991-86649933C21B}" destId="{3E96919E-FB92-47FB-AE2D-0553F483FE5E}" srcOrd="1" destOrd="0" parTransId="{6B89EF5F-3AFF-4060-81C6-25430376B9D9}" sibTransId="{FBEB4037-5762-4A71-97D0-D54FE6307E77}"/>
    <dgm:cxn modelId="{AA06866A-B643-48F9-9703-BB0E4648D031}" type="presOf" srcId="{00B3F38C-B19B-483E-8BBA-889392D7A514}" destId="{C6E455F2-9902-4F25-895A-407A16AF3664}" srcOrd="0" destOrd="2" presId="urn:microsoft.com/office/officeart/2018/5/layout/CenteredIconLabelDescriptionList"/>
    <dgm:cxn modelId="{97CBEE6A-25B3-4E0D-AECD-A286B0D15C18}" srcId="{49625583-710F-445E-9991-86649933C21B}" destId="{DCA6C3B7-1864-4499-A6DD-4A8AEF78FE59}" srcOrd="0" destOrd="0" parTransId="{45214CFE-9166-4EB7-AE48-EAA43527D7E1}" sibTransId="{49267E59-FBA1-4282-8C2D-B4FEB30E084A}"/>
    <dgm:cxn modelId="{45D1EC6C-ED89-4519-97B9-4AB40F473DFF}" type="presOf" srcId="{DCA6C3B7-1864-4499-A6DD-4A8AEF78FE59}" destId="{B0C0892A-AFF0-4312-8709-B059C96EBE19}" srcOrd="0" destOrd="0" presId="urn:microsoft.com/office/officeart/2018/5/layout/CenteredIconLabelDescriptionList"/>
    <dgm:cxn modelId="{8BEF8251-E74D-4DE6-8CEC-3A0512BDB8E7}" type="presOf" srcId="{E46EF86D-D2B9-400A-86E7-64E10886A902}" destId="{C6E455F2-9902-4F25-895A-407A16AF3664}" srcOrd="0" destOrd="0" presId="urn:microsoft.com/office/officeart/2018/5/layout/CenteredIconLabelDescriptionList"/>
    <dgm:cxn modelId="{D57C4F78-D36C-4F5A-849F-A64C76AC3ED7}" type="presOf" srcId="{F2ABF496-498C-4494-B11A-E139A45CB67E}" destId="{FB735B8D-238A-4E4E-9CE9-FAE4CB36495A}" srcOrd="0" destOrd="0" presId="urn:microsoft.com/office/officeart/2018/5/layout/CenteredIconLabelDescriptionList"/>
    <dgm:cxn modelId="{10C7E159-29EA-4A0D-966A-CD55D5515FF2}" srcId="{DCA6C3B7-1864-4499-A6DD-4A8AEF78FE59}" destId="{E46EF86D-D2B9-400A-86E7-64E10886A902}" srcOrd="0" destOrd="0" parTransId="{B9DBBE1D-B2E8-4531-90EE-1766046CE99A}" sibTransId="{845EA337-51D9-47FF-A445-1DFCFEAD63C1}"/>
    <dgm:cxn modelId="{053378B1-CF1E-484C-81A7-0AA6208ACA55}" type="presOf" srcId="{33912391-AA18-4CFD-8D47-E43E134DDF72}" destId="{FB735B8D-238A-4E4E-9CE9-FAE4CB36495A}" srcOrd="0" destOrd="1" presId="urn:microsoft.com/office/officeart/2018/5/layout/CenteredIconLabelDescriptionList"/>
    <dgm:cxn modelId="{11AC2ACB-ECF3-4CF0-A144-288A6C6B0653}" type="presOf" srcId="{3E96919E-FB92-47FB-AE2D-0553F483FE5E}" destId="{6845DCC3-EBC9-48CC-AF0C-A2C6E650B047}" srcOrd="0" destOrd="0" presId="urn:microsoft.com/office/officeart/2018/5/layout/CenteredIconLabelDescriptionList"/>
    <dgm:cxn modelId="{ADFA5ACB-F43C-4F4A-9A26-92E157D9F9FC}" type="presParOf" srcId="{A08408E7-2DD7-458C-9152-30EBE8A10A0F}" destId="{55AC11CD-0B34-4FEF-8E81-A4E44FBE59DE}" srcOrd="0" destOrd="0" presId="urn:microsoft.com/office/officeart/2018/5/layout/CenteredIconLabelDescriptionList"/>
    <dgm:cxn modelId="{BE5A5C37-D804-4757-B753-5E1FD23B612D}" type="presParOf" srcId="{55AC11CD-0B34-4FEF-8E81-A4E44FBE59DE}" destId="{22578079-B4A1-4415-8E16-D5C1E30E23DB}" srcOrd="0" destOrd="0" presId="urn:microsoft.com/office/officeart/2018/5/layout/CenteredIconLabelDescriptionList"/>
    <dgm:cxn modelId="{F35B5FFA-CA47-4EF2-AC0C-BBA083555137}" type="presParOf" srcId="{55AC11CD-0B34-4FEF-8E81-A4E44FBE59DE}" destId="{891C7599-37CB-4B0E-80DE-906654AFA015}" srcOrd="1" destOrd="0" presId="urn:microsoft.com/office/officeart/2018/5/layout/CenteredIconLabelDescriptionList"/>
    <dgm:cxn modelId="{28E6DF08-82AA-4BF1-980F-396E4E700FEC}" type="presParOf" srcId="{55AC11CD-0B34-4FEF-8E81-A4E44FBE59DE}" destId="{B0C0892A-AFF0-4312-8709-B059C96EBE19}" srcOrd="2" destOrd="0" presId="urn:microsoft.com/office/officeart/2018/5/layout/CenteredIconLabelDescriptionList"/>
    <dgm:cxn modelId="{7BEECE3D-BD96-49FC-A9C8-1C7E936F8822}" type="presParOf" srcId="{55AC11CD-0B34-4FEF-8E81-A4E44FBE59DE}" destId="{C794E9CD-640D-4EC4-992F-9A5E23F2424D}" srcOrd="3" destOrd="0" presId="urn:microsoft.com/office/officeart/2018/5/layout/CenteredIconLabelDescriptionList"/>
    <dgm:cxn modelId="{32C827BD-6C4D-4EE0-871D-C8953690A487}" type="presParOf" srcId="{55AC11CD-0B34-4FEF-8E81-A4E44FBE59DE}" destId="{C6E455F2-9902-4F25-895A-407A16AF3664}" srcOrd="4" destOrd="0" presId="urn:microsoft.com/office/officeart/2018/5/layout/CenteredIconLabelDescriptionList"/>
    <dgm:cxn modelId="{4730D709-5745-4872-8BCE-09A26C8FCA28}" type="presParOf" srcId="{A08408E7-2DD7-458C-9152-30EBE8A10A0F}" destId="{927F6DD0-3F1D-4229-82B3-971C78610E98}" srcOrd="1" destOrd="0" presId="urn:microsoft.com/office/officeart/2018/5/layout/CenteredIconLabelDescriptionList"/>
    <dgm:cxn modelId="{D2BEF5B2-7E39-4471-96D5-E6DB92449F0C}" type="presParOf" srcId="{A08408E7-2DD7-458C-9152-30EBE8A10A0F}" destId="{9CA501AD-4A55-43A7-8501-B55782834FF0}" srcOrd="2" destOrd="0" presId="urn:microsoft.com/office/officeart/2018/5/layout/CenteredIconLabelDescriptionList"/>
    <dgm:cxn modelId="{5E1FA783-7A87-4A4F-AB73-AF22B616D816}" type="presParOf" srcId="{9CA501AD-4A55-43A7-8501-B55782834FF0}" destId="{49F08F51-18C4-4091-9679-EEB512B7346F}" srcOrd="0" destOrd="0" presId="urn:microsoft.com/office/officeart/2018/5/layout/CenteredIconLabelDescriptionList"/>
    <dgm:cxn modelId="{AA033865-8C68-4CAC-AD0A-42C0D69E2DA7}" type="presParOf" srcId="{9CA501AD-4A55-43A7-8501-B55782834FF0}" destId="{EC44F8D2-C7CC-4D01-8399-DF8366FA15A6}" srcOrd="1" destOrd="0" presId="urn:microsoft.com/office/officeart/2018/5/layout/CenteredIconLabelDescriptionList"/>
    <dgm:cxn modelId="{6FF8BB66-7333-4C15-AC16-E523D556EB9D}" type="presParOf" srcId="{9CA501AD-4A55-43A7-8501-B55782834FF0}" destId="{6845DCC3-EBC9-48CC-AF0C-A2C6E650B047}" srcOrd="2" destOrd="0" presId="urn:microsoft.com/office/officeart/2018/5/layout/CenteredIconLabelDescriptionList"/>
    <dgm:cxn modelId="{7219DF83-5A3C-4DDB-AAA8-BF52BDB47366}" type="presParOf" srcId="{9CA501AD-4A55-43A7-8501-B55782834FF0}" destId="{8F942C64-E74C-48B4-8640-481F39463209}" srcOrd="3" destOrd="0" presId="urn:microsoft.com/office/officeart/2018/5/layout/CenteredIconLabelDescriptionList"/>
    <dgm:cxn modelId="{00B7C8A5-3825-4B18-9D97-BF26B99617CB}" type="presParOf" srcId="{9CA501AD-4A55-43A7-8501-B55782834FF0}" destId="{FB735B8D-238A-4E4E-9CE9-FAE4CB36495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D91DA3B1-F4A6-4823-9735-4A0AC790A2DF}" type="doc">
      <dgm:prSet loTypeId="urn:microsoft.com/office/officeart/2005/8/layout/vList5" loCatId="list" qsTypeId="urn:microsoft.com/office/officeart/2005/8/quickstyle/simple3" qsCatId="simple" csTypeId="urn:microsoft.com/office/officeart/2005/8/colors/accent4_1" csCatId="accent4" phldr="1"/>
      <dgm:spPr/>
      <dgm:t>
        <a:bodyPr/>
        <a:lstStyle/>
        <a:p>
          <a:endParaRPr lang="tr-TR"/>
        </a:p>
      </dgm:t>
    </dgm:pt>
    <dgm:pt modelId="{0DDC1019-2716-4149-A431-F862FBE70EE0}">
      <dgm:prSet/>
      <dgm:spPr/>
      <dgm:t>
        <a:bodyPr/>
        <a:lstStyle/>
        <a:p>
          <a:r>
            <a:rPr lang="tr-TR"/>
            <a:t>Segregated Witness</a:t>
          </a:r>
        </a:p>
      </dgm:t>
    </dgm:pt>
    <dgm:pt modelId="{91469D7F-2B3D-45E2-AD73-7BD0BDC6EEBD}" type="parTrans" cxnId="{11E5D179-F9D1-4321-A5B3-E0B95A894AD1}">
      <dgm:prSet/>
      <dgm:spPr/>
      <dgm:t>
        <a:bodyPr/>
        <a:lstStyle/>
        <a:p>
          <a:endParaRPr lang="tr-TR"/>
        </a:p>
      </dgm:t>
    </dgm:pt>
    <dgm:pt modelId="{840CCCC9-5806-4155-94C6-86E1BCD31C2C}" type="sibTrans" cxnId="{11E5D179-F9D1-4321-A5B3-E0B95A894AD1}">
      <dgm:prSet/>
      <dgm:spPr/>
      <dgm:t>
        <a:bodyPr/>
        <a:lstStyle/>
        <a:p>
          <a:endParaRPr lang="tr-TR"/>
        </a:p>
      </dgm:t>
    </dgm:pt>
    <dgm:pt modelId="{7968AFF9-A51E-4A5D-99DC-DFD06C47CEC5}">
      <dgm:prSet/>
      <dgm:spPr/>
      <dgm:t>
        <a:bodyPr/>
        <a:lstStyle/>
        <a:p>
          <a:r>
            <a:rPr lang="en-US" dirty="0"/>
            <a:t>In 2016, a special-purpose </a:t>
          </a:r>
          <a:r>
            <a:rPr lang="en-US" dirty="0" err="1"/>
            <a:t>testnet</a:t>
          </a:r>
          <a:r>
            <a:rPr lang="en-US" dirty="0"/>
            <a:t> was launched to aid</a:t>
          </a:r>
          <a:endParaRPr lang="tr-TR" dirty="0"/>
        </a:p>
      </dgm:t>
    </dgm:pt>
    <dgm:pt modelId="{E6904FD3-4488-48CD-AD51-EA2EB836118B}" type="parTrans" cxnId="{02DEA017-180E-4F58-B010-EA60DFCC14C7}">
      <dgm:prSet/>
      <dgm:spPr/>
      <dgm:t>
        <a:bodyPr/>
        <a:lstStyle/>
        <a:p>
          <a:endParaRPr lang="tr-TR"/>
        </a:p>
      </dgm:t>
    </dgm:pt>
    <dgm:pt modelId="{A381D5E7-394F-4BF0-A453-F0C8CCBB363B}" type="sibTrans" cxnId="{02DEA017-180E-4F58-B010-EA60DFCC14C7}">
      <dgm:prSet/>
      <dgm:spPr/>
      <dgm:t>
        <a:bodyPr/>
        <a:lstStyle/>
        <a:p>
          <a:endParaRPr lang="tr-TR"/>
        </a:p>
      </dgm:t>
    </dgm:pt>
    <dgm:pt modelId="{C354A48E-4EA6-4FDE-9482-A487395418CC}">
      <dgm:prSet/>
      <dgm:spPr/>
      <dgm:t>
        <a:bodyPr/>
        <a:lstStyle/>
        <a:p>
          <a:r>
            <a:rPr lang="tr-TR" dirty="0"/>
            <a:t>in </a:t>
          </a:r>
          <a:r>
            <a:rPr lang="en-US" dirty="0"/>
            <a:t>development and testing of</a:t>
          </a:r>
          <a:r>
            <a:rPr lang="tr-TR" dirty="0"/>
            <a:t> </a:t>
          </a:r>
          <a:r>
            <a:rPr lang="tr-TR" dirty="0" err="1"/>
            <a:t>Segregated</a:t>
          </a:r>
          <a:r>
            <a:rPr lang="tr-TR" dirty="0"/>
            <a:t> </a:t>
          </a:r>
          <a:r>
            <a:rPr lang="tr-TR" dirty="0" err="1"/>
            <a:t>Witness</a:t>
          </a:r>
          <a:endParaRPr lang="tr-TR" dirty="0"/>
        </a:p>
      </dgm:t>
    </dgm:pt>
    <dgm:pt modelId="{DBDE3580-A0D8-4380-B920-FA868CDC2B1B}" type="parTrans" cxnId="{18C778A3-1E30-4040-9D85-4E44DECF8BF0}">
      <dgm:prSet/>
      <dgm:spPr/>
      <dgm:t>
        <a:bodyPr/>
        <a:lstStyle/>
        <a:p>
          <a:endParaRPr lang="tr-TR"/>
        </a:p>
      </dgm:t>
    </dgm:pt>
    <dgm:pt modelId="{17CFE1CC-C621-476E-9983-43D3D048E122}" type="sibTrans" cxnId="{18C778A3-1E30-4040-9D85-4E44DECF8BF0}">
      <dgm:prSet/>
      <dgm:spPr/>
      <dgm:t>
        <a:bodyPr/>
        <a:lstStyle/>
        <a:p>
          <a:endParaRPr lang="tr-TR"/>
        </a:p>
      </dgm:t>
    </dgm:pt>
    <dgm:pt modelId="{A1225FED-47D4-46C7-A7C9-7DC9B7F0D767}">
      <dgm:prSet/>
      <dgm:spPr/>
      <dgm:t>
        <a:bodyPr/>
        <a:lstStyle/>
        <a:p>
          <a:r>
            <a:rPr lang="en-US"/>
            <a:t>Since segwit was added to testnet3 </a:t>
          </a:r>
          <a:endParaRPr lang="tr-TR"/>
        </a:p>
      </dgm:t>
    </dgm:pt>
    <dgm:pt modelId="{653920AF-411E-45FF-BC39-34737F1690A5}" type="parTrans" cxnId="{15E23C62-6441-4232-8703-9455E75573EC}">
      <dgm:prSet/>
      <dgm:spPr/>
      <dgm:t>
        <a:bodyPr/>
        <a:lstStyle/>
        <a:p>
          <a:endParaRPr lang="tr-TR"/>
        </a:p>
      </dgm:t>
    </dgm:pt>
    <dgm:pt modelId="{FF2384A8-E5C6-4B8F-8F64-458C53486E31}" type="sibTrans" cxnId="{15E23C62-6441-4232-8703-9455E75573EC}">
      <dgm:prSet/>
      <dgm:spPr/>
      <dgm:t>
        <a:bodyPr/>
        <a:lstStyle/>
        <a:p>
          <a:endParaRPr lang="tr-TR"/>
        </a:p>
      </dgm:t>
    </dgm:pt>
    <dgm:pt modelId="{2A1CD6B0-4A2E-460A-8C6D-E05D5A9FAACF}">
      <dgm:prSet/>
      <dgm:spPr/>
      <dgm:t>
        <a:bodyPr/>
        <a:lstStyle/>
        <a:p>
          <a:r>
            <a:rPr lang="en-US"/>
            <a:t>it is no longer necessary to use segnet </a:t>
          </a:r>
          <a:endParaRPr lang="tr-TR"/>
        </a:p>
      </dgm:t>
    </dgm:pt>
    <dgm:pt modelId="{850541E5-3AE1-4121-B16C-A97E8CAEB974}" type="parTrans" cxnId="{D1B5AAE8-5914-4757-A967-0B04CFC77453}">
      <dgm:prSet/>
      <dgm:spPr/>
      <dgm:t>
        <a:bodyPr/>
        <a:lstStyle/>
        <a:p>
          <a:endParaRPr lang="tr-TR"/>
        </a:p>
      </dgm:t>
    </dgm:pt>
    <dgm:pt modelId="{0B246614-6971-4E87-8747-51D31B7C72D9}" type="sibTrans" cxnId="{D1B5AAE8-5914-4757-A967-0B04CFC77453}">
      <dgm:prSet/>
      <dgm:spPr/>
      <dgm:t>
        <a:bodyPr/>
        <a:lstStyle/>
        <a:p>
          <a:endParaRPr lang="tr-TR"/>
        </a:p>
      </dgm:t>
    </dgm:pt>
    <dgm:pt modelId="{62214045-2BC4-4392-BC97-F794471699E5}">
      <dgm:prSet/>
      <dgm:spPr/>
      <dgm:t>
        <a:bodyPr/>
        <a:lstStyle/>
        <a:p>
          <a:r>
            <a:rPr lang="en-US"/>
            <a:t>for testing</a:t>
          </a:r>
          <a:r>
            <a:rPr lang="tr-TR"/>
            <a:t> of segwit features</a:t>
          </a:r>
        </a:p>
      </dgm:t>
    </dgm:pt>
    <dgm:pt modelId="{4BDB4EA4-7917-4C31-83E8-E75C0490794F}" type="parTrans" cxnId="{32654426-EF75-4F22-8A15-13BC85C20668}">
      <dgm:prSet/>
      <dgm:spPr/>
      <dgm:t>
        <a:bodyPr/>
        <a:lstStyle/>
        <a:p>
          <a:endParaRPr lang="tr-TR"/>
        </a:p>
      </dgm:t>
    </dgm:pt>
    <dgm:pt modelId="{369190C1-461F-4B5E-84A9-51ED501CB607}" type="sibTrans" cxnId="{32654426-EF75-4F22-8A15-13BC85C20668}">
      <dgm:prSet/>
      <dgm:spPr/>
      <dgm:t>
        <a:bodyPr/>
        <a:lstStyle/>
        <a:p>
          <a:endParaRPr lang="tr-TR"/>
        </a:p>
      </dgm:t>
    </dgm:pt>
    <dgm:pt modelId="{B766A540-7F67-4B66-AEBB-83D2CF747C39}">
      <dgm:prSet/>
      <dgm:spPr/>
      <dgm:t>
        <a:bodyPr/>
        <a:lstStyle/>
        <a:p>
          <a:r>
            <a:rPr lang="tr-TR"/>
            <a:t>Added to testnet3</a:t>
          </a:r>
        </a:p>
      </dgm:t>
    </dgm:pt>
    <dgm:pt modelId="{895F19D5-B1BB-46D4-8109-B49EF7130173}" type="parTrans" cxnId="{20D53DCC-F695-4003-B1CA-E47802859852}">
      <dgm:prSet/>
      <dgm:spPr/>
      <dgm:t>
        <a:bodyPr/>
        <a:lstStyle/>
        <a:p>
          <a:endParaRPr lang="tr-TR"/>
        </a:p>
      </dgm:t>
    </dgm:pt>
    <dgm:pt modelId="{419145EB-A7BC-4821-889F-F308C018E9B3}" type="sibTrans" cxnId="{20D53DCC-F695-4003-B1CA-E47802859852}">
      <dgm:prSet/>
      <dgm:spPr/>
      <dgm:t>
        <a:bodyPr/>
        <a:lstStyle/>
        <a:p>
          <a:endParaRPr lang="tr-TR"/>
        </a:p>
      </dgm:t>
    </dgm:pt>
    <dgm:pt modelId="{741AA0AC-BB59-49B6-86FF-11303249FE30}" type="pres">
      <dgm:prSet presAssocID="{D91DA3B1-F4A6-4823-9735-4A0AC790A2DF}" presName="Name0" presStyleCnt="0">
        <dgm:presLayoutVars>
          <dgm:dir/>
          <dgm:animLvl val="lvl"/>
          <dgm:resizeHandles val="exact"/>
        </dgm:presLayoutVars>
      </dgm:prSet>
      <dgm:spPr/>
    </dgm:pt>
    <dgm:pt modelId="{2543C818-E1C9-434B-8F74-35407AAE9718}" type="pres">
      <dgm:prSet presAssocID="{0DDC1019-2716-4149-A431-F862FBE70EE0}" presName="linNode" presStyleCnt="0"/>
      <dgm:spPr/>
    </dgm:pt>
    <dgm:pt modelId="{FD3285F8-FCA0-48A7-97B7-6482F792A68D}" type="pres">
      <dgm:prSet presAssocID="{0DDC1019-2716-4149-A431-F862FBE70EE0}" presName="parentText" presStyleLbl="node1" presStyleIdx="0" presStyleCnt="2">
        <dgm:presLayoutVars>
          <dgm:chMax val="1"/>
          <dgm:bulletEnabled val="1"/>
        </dgm:presLayoutVars>
      </dgm:prSet>
      <dgm:spPr/>
    </dgm:pt>
    <dgm:pt modelId="{92AA0372-4D9C-41D5-B0CA-6CDBB8769391}" type="pres">
      <dgm:prSet presAssocID="{0DDC1019-2716-4149-A431-F862FBE70EE0}" presName="descendantText" presStyleLbl="alignAccFollowNode1" presStyleIdx="0" presStyleCnt="2">
        <dgm:presLayoutVars>
          <dgm:bulletEnabled val="1"/>
        </dgm:presLayoutVars>
      </dgm:prSet>
      <dgm:spPr/>
    </dgm:pt>
    <dgm:pt modelId="{D021A294-14EA-4FB3-AE69-C085F45CF1E1}" type="pres">
      <dgm:prSet presAssocID="{840CCCC9-5806-4155-94C6-86E1BCD31C2C}" presName="sp" presStyleCnt="0"/>
      <dgm:spPr/>
    </dgm:pt>
    <dgm:pt modelId="{DA5C0D36-8438-41A0-AF92-3DCC34544C7E}" type="pres">
      <dgm:prSet presAssocID="{B766A540-7F67-4B66-AEBB-83D2CF747C39}" presName="linNode" presStyleCnt="0"/>
      <dgm:spPr/>
    </dgm:pt>
    <dgm:pt modelId="{40C9DFD7-EAED-4CB9-9148-5BAB093AE6D7}" type="pres">
      <dgm:prSet presAssocID="{B766A540-7F67-4B66-AEBB-83D2CF747C39}" presName="parentText" presStyleLbl="node1" presStyleIdx="1" presStyleCnt="2">
        <dgm:presLayoutVars>
          <dgm:chMax val="1"/>
          <dgm:bulletEnabled val="1"/>
        </dgm:presLayoutVars>
      </dgm:prSet>
      <dgm:spPr/>
    </dgm:pt>
    <dgm:pt modelId="{ABBB63C7-F101-4CF2-8CAF-AC21B736D766}" type="pres">
      <dgm:prSet presAssocID="{B766A540-7F67-4B66-AEBB-83D2CF747C39}" presName="descendantText" presStyleLbl="alignAccFollowNode1" presStyleIdx="1" presStyleCnt="2">
        <dgm:presLayoutVars>
          <dgm:bulletEnabled val="1"/>
        </dgm:presLayoutVars>
      </dgm:prSet>
      <dgm:spPr/>
    </dgm:pt>
  </dgm:ptLst>
  <dgm:cxnLst>
    <dgm:cxn modelId="{02DEA017-180E-4F58-B010-EA60DFCC14C7}" srcId="{0DDC1019-2716-4149-A431-F862FBE70EE0}" destId="{7968AFF9-A51E-4A5D-99DC-DFD06C47CEC5}" srcOrd="0" destOrd="0" parTransId="{E6904FD3-4488-48CD-AD51-EA2EB836118B}" sibTransId="{A381D5E7-394F-4BF0-A453-F0C8CCBB363B}"/>
    <dgm:cxn modelId="{32654426-EF75-4F22-8A15-13BC85C20668}" srcId="{B766A540-7F67-4B66-AEBB-83D2CF747C39}" destId="{62214045-2BC4-4392-BC97-F794471699E5}" srcOrd="2" destOrd="0" parTransId="{4BDB4EA4-7917-4C31-83E8-E75C0490794F}" sibTransId="{369190C1-461F-4B5E-84A9-51ED501CB607}"/>
    <dgm:cxn modelId="{D57B272B-7F57-4E1D-B4AF-BBFF06C8FFFA}" type="presOf" srcId="{62214045-2BC4-4392-BC97-F794471699E5}" destId="{ABBB63C7-F101-4CF2-8CAF-AC21B736D766}" srcOrd="0" destOrd="2" presId="urn:microsoft.com/office/officeart/2005/8/layout/vList5"/>
    <dgm:cxn modelId="{AD382135-863B-4503-BE35-0748E827BAED}" type="presOf" srcId="{D91DA3B1-F4A6-4823-9735-4A0AC790A2DF}" destId="{741AA0AC-BB59-49B6-86FF-11303249FE30}" srcOrd="0" destOrd="0" presId="urn:microsoft.com/office/officeart/2005/8/layout/vList5"/>
    <dgm:cxn modelId="{6C7EA141-4916-4166-9EFD-157F41197464}" type="presOf" srcId="{A1225FED-47D4-46C7-A7C9-7DC9B7F0D767}" destId="{ABBB63C7-F101-4CF2-8CAF-AC21B736D766}" srcOrd="0" destOrd="0" presId="urn:microsoft.com/office/officeart/2005/8/layout/vList5"/>
    <dgm:cxn modelId="{15E23C62-6441-4232-8703-9455E75573EC}" srcId="{B766A540-7F67-4B66-AEBB-83D2CF747C39}" destId="{A1225FED-47D4-46C7-A7C9-7DC9B7F0D767}" srcOrd="0" destOrd="0" parTransId="{653920AF-411E-45FF-BC39-34737F1690A5}" sibTransId="{FF2384A8-E5C6-4B8F-8F64-458C53486E31}"/>
    <dgm:cxn modelId="{A1044448-0329-4B36-A2A0-F928A7F060BC}" type="presOf" srcId="{2A1CD6B0-4A2E-460A-8C6D-E05D5A9FAACF}" destId="{ABBB63C7-F101-4CF2-8CAF-AC21B736D766}" srcOrd="0" destOrd="1" presId="urn:microsoft.com/office/officeart/2005/8/layout/vList5"/>
    <dgm:cxn modelId="{11E5D179-F9D1-4321-A5B3-E0B95A894AD1}" srcId="{D91DA3B1-F4A6-4823-9735-4A0AC790A2DF}" destId="{0DDC1019-2716-4149-A431-F862FBE70EE0}" srcOrd="0" destOrd="0" parTransId="{91469D7F-2B3D-45E2-AD73-7BD0BDC6EEBD}" sibTransId="{840CCCC9-5806-4155-94C6-86E1BCD31C2C}"/>
    <dgm:cxn modelId="{95EC408B-9668-4AAD-B925-C50BCEF3AA67}" type="presOf" srcId="{C354A48E-4EA6-4FDE-9482-A487395418CC}" destId="{92AA0372-4D9C-41D5-B0CA-6CDBB8769391}" srcOrd="0" destOrd="1" presId="urn:microsoft.com/office/officeart/2005/8/layout/vList5"/>
    <dgm:cxn modelId="{30B59A8B-9AD3-4819-A07B-36ED81FE529B}" type="presOf" srcId="{0DDC1019-2716-4149-A431-F862FBE70EE0}" destId="{FD3285F8-FCA0-48A7-97B7-6482F792A68D}" srcOrd="0" destOrd="0" presId="urn:microsoft.com/office/officeart/2005/8/layout/vList5"/>
    <dgm:cxn modelId="{D2C7598D-3C06-488C-AA8B-63B4258A4B5F}" type="presOf" srcId="{B766A540-7F67-4B66-AEBB-83D2CF747C39}" destId="{40C9DFD7-EAED-4CB9-9148-5BAB093AE6D7}" srcOrd="0" destOrd="0" presId="urn:microsoft.com/office/officeart/2005/8/layout/vList5"/>
    <dgm:cxn modelId="{18C778A3-1E30-4040-9D85-4E44DECF8BF0}" srcId="{0DDC1019-2716-4149-A431-F862FBE70EE0}" destId="{C354A48E-4EA6-4FDE-9482-A487395418CC}" srcOrd="1" destOrd="0" parTransId="{DBDE3580-A0D8-4380-B920-FA868CDC2B1B}" sibTransId="{17CFE1CC-C621-476E-9983-43D3D048E122}"/>
    <dgm:cxn modelId="{C7E486B9-BA0C-40C0-8727-6465860F4ECB}" type="presOf" srcId="{7968AFF9-A51E-4A5D-99DC-DFD06C47CEC5}" destId="{92AA0372-4D9C-41D5-B0CA-6CDBB8769391}" srcOrd="0" destOrd="0" presId="urn:microsoft.com/office/officeart/2005/8/layout/vList5"/>
    <dgm:cxn modelId="{20D53DCC-F695-4003-B1CA-E47802859852}" srcId="{D91DA3B1-F4A6-4823-9735-4A0AC790A2DF}" destId="{B766A540-7F67-4B66-AEBB-83D2CF747C39}" srcOrd="1" destOrd="0" parTransId="{895F19D5-B1BB-46D4-8109-B49EF7130173}" sibTransId="{419145EB-A7BC-4821-889F-F308C018E9B3}"/>
    <dgm:cxn modelId="{D1B5AAE8-5914-4757-A967-0B04CFC77453}" srcId="{B766A540-7F67-4B66-AEBB-83D2CF747C39}" destId="{2A1CD6B0-4A2E-460A-8C6D-E05D5A9FAACF}" srcOrd="1" destOrd="0" parTransId="{850541E5-3AE1-4121-B16C-A97E8CAEB974}" sibTransId="{0B246614-6971-4E87-8747-51D31B7C72D9}"/>
    <dgm:cxn modelId="{DF8BB55E-3C8B-4F36-99B1-122EA8324E92}" type="presParOf" srcId="{741AA0AC-BB59-49B6-86FF-11303249FE30}" destId="{2543C818-E1C9-434B-8F74-35407AAE9718}" srcOrd="0" destOrd="0" presId="urn:microsoft.com/office/officeart/2005/8/layout/vList5"/>
    <dgm:cxn modelId="{36D32660-6C94-4288-A2D1-6AC1F94C4ADD}" type="presParOf" srcId="{2543C818-E1C9-434B-8F74-35407AAE9718}" destId="{FD3285F8-FCA0-48A7-97B7-6482F792A68D}" srcOrd="0" destOrd="0" presId="urn:microsoft.com/office/officeart/2005/8/layout/vList5"/>
    <dgm:cxn modelId="{12B673D3-5EBE-43D7-83F8-CBA06D9F128F}" type="presParOf" srcId="{2543C818-E1C9-434B-8F74-35407AAE9718}" destId="{92AA0372-4D9C-41D5-B0CA-6CDBB8769391}" srcOrd="1" destOrd="0" presId="urn:microsoft.com/office/officeart/2005/8/layout/vList5"/>
    <dgm:cxn modelId="{82531493-2BFC-4BE2-B34C-E5AB6BD8E244}" type="presParOf" srcId="{741AA0AC-BB59-49B6-86FF-11303249FE30}" destId="{D021A294-14EA-4FB3-AE69-C085F45CF1E1}" srcOrd="1" destOrd="0" presId="urn:microsoft.com/office/officeart/2005/8/layout/vList5"/>
    <dgm:cxn modelId="{FD03F932-288A-49F2-92B2-F3301B4A383E}" type="presParOf" srcId="{741AA0AC-BB59-49B6-86FF-11303249FE30}" destId="{DA5C0D36-8438-41A0-AF92-3DCC34544C7E}" srcOrd="2" destOrd="0" presId="urn:microsoft.com/office/officeart/2005/8/layout/vList5"/>
    <dgm:cxn modelId="{C12E15A3-97BB-4ECA-9C72-ECFC7397AFC8}" type="presParOf" srcId="{DA5C0D36-8438-41A0-AF92-3DCC34544C7E}" destId="{40C9DFD7-EAED-4CB9-9148-5BAB093AE6D7}" srcOrd="0" destOrd="0" presId="urn:microsoft.com/office/officeart/2005/8/layout/vList5"/>
    <dgm:cxn modelId="{D02026F5-245F-47B2-B53F-5EF6EF830E20}" type="presParOf" srcId="{DA5C0D36-8438-41A0-AF92-3DCC34544C7E}" destId="{ABBB63C7-F101-4CF2-8CAF-AC21B736D766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5192269B-1E7A-44D2-B41B-8FDB209A890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A2802E8C-EF5E-4ECA-B3F2-88E85EA5964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regtest</a:t>
          </a:r>
        </a:p>
      </dgm:t>
    </dgm:pt>
    <dgm:pt modelId="{2E8B655F-F1B4-46A4-9FEB-AB9BFEE4A331}" type="parTrans" cxnId="{5D00CC85-124A-4C70-8B06-0463F2938EF5}">
      <dgm:prSet/>
      <dgm:spPr/>
      <dgm:t>
        <a:bodyPr/>
        <a:lstStyle/>
        <a:p>
          <a:endParaRPr lang="tr-TR"/>
        </a:p>
      </dgm:t>
    </dgm:pt>
    <dgm:pt modelId="{382DD92F-B61C-4CC3-A4D5-68D0E9CA2266}" type="sibTrans" cxnId="{5D00CC85-124A-4C70-8B06-0463F2938EF5}">
      <dgm:prSet/>
      <dgm:spPr/>
      <dgm:t>
        <a:bodyPr/>
        <a:lstStyle/>
        <a:p>
          <a:endParaRPr lang="tr-TR"/>
        </a:p>
      </dgm:t>
    </dgm:pt>
    <dgm:pt modelId="{F3345D5E-3A0A-4369-9DE2-8E3D748CD21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Usage</a:t>
          </a:r>
        </a:p>
      </dgm:t>
    </dgm:pt>
    <dgm:pt modelId="{6470A764-5529-48B6-A9F5-06176D861771}" type="parTrans" cxnId="{E5EE223A-B209-4934-B430-8AB5ADC93192}">
      <dgm:prSet/>
      <dgm:spPr/>
      <dgm:t>
        <a:bodyPr/>
        <a:lstStyle/>
        <a:p>
          <a:endParaRPr lang="tr-TR"/>
        </a:p>
      </dgm:t>
    </dgm:pt>
    <dgm:pt modelId="{DE2536FF-6D3B-4C0C-BFC6-C6FA8C03D23F}" type="sibTrans" cxnId="{E5EE223A-B209-4934-B430-8AB5ADC93192}">
      <dgm:prSet/>
      <dgm:spPr/>
      <dgm:t>
        <a:bodyPr/>
        <a:lstStyle/>
        <a:p>
          <a:endParaRPr lang="tr-TR"/>
        </a:p>
      </dgm:t>
    </dgm:pt>
    <dgm:pt modelId="{526B92C7-1738-4A21-A2F0-9414C9F9A9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allows</a:t>
          </a:r>
          <a:r>
            <a:rPr lang="tr-TR"/>
            <a:t> </a:t>
          </a:r>
          <a:r>
            <a:rPr lang="en-US"/>
            <a:t>you to create a local blockchain </a:t>
          </a:r>
          <a:endParaRPr lang="tr-TR"/>
        </a:p>
      </dgm:t>
    </dgm:pt>
    <dgm:pt modelId="{CCB149CD-1A48-44E4-8F8F-99F09E8AB79A}" type="parTrans" cxnId="{5FB2E0E3-81BD-4039-9B81-B008F3DFDB6E}">
      <dgm:prSet/>
      <dgm:spPr/>
      <dgm:t>
        <a:bodyPr/>
        <a:lstStyle/>
        <a:p>
          <a:endParaRPr lang="tr-TR"/>
        </a:p>
      </dgm:t>
    </dgm:pt>
    <dgm:pt modelId="{06E53F1A-C6B0-4BE8-8948-C2E5D8B5D122}" type="sibTrans" cxnId="{5FB2E0E3-81BD-4039-9B81-B008F3DFDB6E}">
      <dgm:prSet/>
      <dgm:spPr/>
      <dgm:t>
        <a:bodyPr/>
        <a:lstStyle/>
        <a:p>
          <a:endParaRPr lang="tr-TR"/>
        </a:p>
      </dgm:t>
    </dgm:pt>
    <dgm:pt modelId="{2C10BEA3-B2BC-41A9-AC8F-E8778A03DF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testing purposes</a:t>
          </a:r>
          <a:endParaRPr lang="tr-TR"/>
        </a:p>
      </dgm:t>
    </dgm:pt>
    <dgm:pt modelId="{2A7E920F-6DFF-4E9B-933D-DF9E67C84CB0}" type="parTrans" cxnId="{E11AAABB-4DD3-4A22-84CD-91EB3B1D910A}">
      <dgm:prSet/>
      <dgm:spPr/>
      <dgm:t>
        <a:bodyPr/>
        <a:lstStyle/>
        <a:p>
          <a:endParaRPr lang="tr-TR"/>
        </a:p>
      </dgm:t>
    </dgm:pt>
    <dgm:pt modelId="{AB892FC8-F395-49A9-A09C-F9B03FE36810}" type="sibTrans" cxnId="{E11AAABB-4DD3-4A22-84CD-91EB3B1D910A}">
      <dgm:prSet/>
      <dgm:spPr/>
      <dgm:t>
        <a:bodyPr/>
        <a:lstStyle/>
        <a:p>
          <a:endParaRPr lang="tr-TR"/>
        </a:p>
      </dgm:t>
    </dgm:pt>
    <dgm:pt modelId="{082FCAC7-89FC-45B4-84A5-AD8F7C8838B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Closed system</a:t>
          </a:r>
        </a:p>
      </dgm:t>
    </dgm:pt>
    <dgm:pt modelId="{C610FF0F-AD62-452B-8CD6-273C009153DC}" type="parTrans" cxnId="{09C45013-6958-4614-8CCC-1062C8152948}">
      <dgm:prSet/>
      <dgm:spPr/>
      <dgm:t>
        <a:bodyPr/>
        <a:lstStyle/>
        <a:p>
          <a:endParaRPr lang="tr-TR"/>
        </a:p>
      </dgm:t>
    </dgm:pt>
    <dgm:pt modelId="{67A0D6AF-A16E-4F9A-80DE-09250F3A0690}" type="sibTrans" cxnId="{09C45013-6958-4614-8CCC-1062C8152948}">
      <dgm:prSet/>
      <dgm:spPr/>
      <dgm:t>
        <a:bodyPr/>
        <a:lstStyle/>
        <a:p>
          <a:endParaRPr lang="tr-TR"/>
        </a:p>
      </dgm:t>
    </dgm:pt>
    <dgm:pt modelId="{D0657CDF-350C-45BF-9262-20BAB55175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regtest blockchains are intended to be run </a:t>
          </a:r>
          <a:endParaRPr lang="tr-TR"/>
        </a:p>
      </dgm:t>
    </dgm:pt>
    <dgm:pt modelId="{CE5FED9E-389C-42AA-88BE-004715013F78}" type="parTrans" cxnId="{C060B3AD-E269-40C3-BC26-206A54E50B7E}">
      <dgm:prSet/>
      <dgm:spPr/>
      <dgm:t>
        <a:bodyPr/>
        <a:lstStyle/>
        <a:p>
          <a:endParaRPr lang="tr-TR"/>
        </a:p>
      </dgm:t>
    </dgm:pt>
    <dgm:pt modelId="{2103A653-D64D-4CE3-9570-6CB21ABE89F8}" type="sibTrans" cxnId="{C060B3AD-E269-40C3-BC26-206A54E50B7E}">
      <dgm:prSet/>
      <dgm:spPr/>
      <dgm:t>
        <a:bodyPr/>
        <a:lstStyle/>
        <a:p>
          <a:endParaRPr lang="tr-TR"/>
        </a:p>
      </dgm:t>
    </dgm:pt>
    <dgm:pt modelId="{7AC654E1-EB9A-4463-A4E6-F098252B6C9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</a:t>
          </a:r>
          <a:r>
            <a:rPr lang="tr-TR"/>
            <a:t> </a:t>
          </a:r>
          <a:r>
            <a:rPr lang="en-US"/>
            <a:t>closed systems for local testing. </a:t>
          </a:r>
          <a:endParaRPr lang="tr-TR"/>
        </a:p>
      </dgm:t>
    </dgm:pt>
    <dgm:pt modelId="{363E0896-AA87-4A1D-8FA4-056FB7747D8E}" type="parTrans" cxnId="{2F23F062-5309-41F3-8BF0-4C4FC7A39C2A}">
      <dgm:prSet/>
      <dgm:spPr/>
      <dgm:t>
        <a:bodyPr/>
        <a:lstStyle/>
        <a:p>
          <a:endParaRPr lang="tr-TR"/>
        </a:p>
      </dgm:t>
    </dgm:pt>
    <dgm:pt modelId="{E413C5CC-B9FB-42AE-A44D-B2A569634800}" type="sibTrans" cxnId="{2F23F062-5309-41F3-8BF0-4C4FC7A39C2A}">
      <dgm:prSet/>
      <dgm:spPr/>
      <dgm:t>
        <a:bodyPr/>
        <a:lstStyle/>
        <a:p>
          <a:endParaRPr lang="tr-TR"/>
        </a:p>
      </dgm:t>
    </dgm:pt>
    <dgm:pt modelId="{F6C81758-A98C-4E92-9076-0D5C8C8169E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Own genesis block</a:t>
          </a:r>
        </a:p>
      </dgm:t>
    </dgm:pt>
    <dgm:pt modelId="{0E4A3B5F-F002-4078-B84B-8338E1AA4018}" type="parTrans" cxnId="{25A45421-3AEC-460C-9971-8CBB78700E73}">
      <dgm:prSet/>
      <dgm:spPr/>
      <dgm:t>
        <a:bodyPr/>
        <a:lstStyle/>
        <a:p>
          <a:endParaRPr lang="tr-TR"/>
        </a:p>
      </dgm:t>
    </dgm:pt>
    <dgm:pt modelId="{BDB79151-F4CE-4E40-AC01-3765EE78124B}" type="sibTrans" cxnId="{25A45421-3AEC-460C-9971-8CBB78700E73}">
      <dgm:prSet/>
      <dgm:spPr/>
      <dgm:t>
        <a:bodyPr/>
        <a:lstStyle/>
        <a:p>
          <a:endParaRPr lang="tr-TR"/>
        </a:p>
      </dgm:t>
    </dgm:pt>
    <dgm:pt modelId="{433C5152-F31E-41E5-9580-EC8A29C6EE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launch a regtest blockchain from scratch, </a:t>
          </a:r>
          <a:endParaRPr lang="tr-TR"/>
        </a:p>
      </dgm:t>
    </dgm:pt>
    <dgm:pt modelId="{B196BADB-A967-4DF5-B731-FD762F37D0B3}" type="parTrans" cxnId="{56BA77F7-2A34-47FF-823F-B4BE6ECF11F3}">
      <dgm:prSet/>
      <dgm:spPr/>
      <dgm:t>
        <a:bodyPr/>
        <a:lstStyle/>
        <a:p>
          <a:endParaRPr lang="tr-TR"/>
        </a:p>
      </dgm:t>
    </dgm:pt>
    <dgm:pt modelId="{39C4ECEF-3F4D-4608-A03E-B1E6AB49ADA3}" type="sibTrans" cxnId="{56BA77F7-2A34-47FF-823F-B4BE6ECF11F3}">
      <dgm:prSet/>
      <dgm:spPr/>
      <dgm:t>
        <a:bodyPr/>
        <a:lstStyle/>
        <a:p>
          <a:endParaRPr lang="tr-TR"/>
        </a:p>
      </dgm:t>
    </dgm:pt>
    <dgm:pt modelId="{46982677-05B9-4610-B83B-617C157964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creating</a:t>
          </a:r>
          <a:r>
            <a:rPr lang="tr-TR"/>
            <a:t> </a:t>
          </a:r>
          <a:r>
            <a:rPr lang="en-US"/>
            <a:t>a local genesis block. </a:t>
          </a:r>
          <a:endParaRPr lang="tr-TR"/>
        </a:p>
      </dgm:t>
    </dgm:pt>
    <dgm:pt modelId="{DE40F46D-DA0A-4434-8CA7-80F1F78FA05B}" type="parTrans" cxnId="{EE82DD37-8FAA-42B6-A32E-9F3ABD7BD18F}">
      <dgm:prSet/>
      <dgm:spPr/>
      <dgm:t>
        <a:bodyPr/>
        <a:lstStyle/>
        <a:p>
          <a:endParaRPr lang="tr-TR"/>
        </a:p>
      </dgm:t>
    </dgm:pt>
    <dgm:pt modelId="{C8C473C5-BD24-49E7-8673-73237BC7BD81}" type="sibTrans" cxnId="{EE82DD37-8FAA-42B6-A32E-9F3ABD7BD18F}">
      <dgm:prSet/>
      <dgm:spPr/>
      <dgm:t>
        <a:bodyPr/>
        <a:lstStyle/>
        <a:p>
          <a:endParaRPr lang="tr-TR"/>
        </a:p>
      </dgm:t>
    </dgm:pt>
    <dgm:pt modelId="{AA6A1395-7B9A-414B-81A3-2DE88A765F7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Options</a:t>
          </a:r>
        </a:p>
      </dgm:t>
    </dgm:pt>
    <dgm:pt modelId="{D88FC4E1-39F8-44F8-8BBE-81639F87CF2E}" type="parTrans" cxnId="{06DA71FA-D025-405A-B8A3-B4A63A64A2FE}">
      <dgm:prSet/>
      <dgm:spPr/>
      <dgm:t>
        <a:bodyPr/>
        <a:lstStyle/>
        <a:p>
          <a:endParaRPr lang="tr-TR"/>
        </a:p>
      </dgm:t>
    </dgm:pt>
    <dgm:pt modelId="{BF94732A-9669-46A7-9119-0C6946F39965}" type="sibTrans" cxnId="{06DA71FA-D025-405A-B8A3-B4A63A64A2FE}">
      <dgm:prSet/>
      <dgm:spPr/>
      <dgm:t>
        <a:bodyPr/>
        <a:lstStyle/>
        <a:p>
          <a:endParaRPr lang="tr-TR"/>
        </a:p>
      </dgm:t>
    </dgm:pt>
    <dgm:pt modelId="{EDC567A2-12C9-43CE-916E-4A9E378913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may add other nodes to the network, </a:t>
          </a:r>
          <a:endParaRPr lang="tr-TR"/>
        </a:p>
      </dgm:t>
    </dgm:pt>
    <dgm:pt modelId="{85705AD9-AEB7-400E-B748-0CFDA2A3B4F7}" type="parTrans" cxnId="{35EE3C92-4552-4930-9E47-B21012CBD6CE}">
      <dgm:prSet/>
      <dgm:spPr/>
      <dgm:t>
        <a:bodyPr/>
        <a:lstStyle/>
        <a:p>
          <a:endParaRPr lang="tr-TR"/>
        </a:p>
      </dgm:t>
    </dgm:pt>
    <dgm:pt modelId="{ED762BB4-B742-4C7D-BED2-8C5FC70F6FB0}" type="sibTrans" cxnId="{35EE3C92-4552-4930-9E47-B21012CBD6CE}">
      <dgm:prSet/>
      <dgm:spPr/>
      <dgm:t>
        <a:bodyPr/>
        <a:lstStyle/>
        <a:p>
          <a:endParaRPr lang="tr-TR"/>
        </a:p>
      </dgm:t>
    </dgm:pt>
    <dgm:pt modelId="{A169D0C9-A2F7-4DA0-8AFC-7B242FF1D1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run it with a</a:t>
          </a:r>
          <a:r>
            <a:rPr lang="tr-TR"/>
            <a:t> </a:t>
          </a:r>
          <a:r>
            <a:rPr lang="en-US"/>
            <a:t>single node only to test the Bitcoin Core software.</a:t>
          </a:r>
          <a:endParaRPr lang="tr-TR"/>
        </a:p>
      </dgm:t>
    </dgm:pt>
    <dgm:pt modelId="{5B1E7D50-1044-4AED-92B0-1E129AC4C012}" type="parTrans" cxnId="{AD263F73-6D29-42DD-8162-60A3A8B7DBFF}">
      <dgm:prSet/>
      <dgm:spPr/>
      <dgm:t>
        <a:bodyPr/>
        <a:lstStyle/>
        <a:p>
          <a:endParaRPr lang="tr-TR"/>
        </a:p>
      </dgm:t>
    </dgm:pt>
    <dgm:pt modelId="{C3EC0E88-87EC-4B1E-9C03-47BF5ABD35C0}" type="sibTrans" cxnId="{AD263F73-6D29-42DD-8162-60A3A8B7DBFF}">
      <dgm:prSet/>
      <dgm:spPr/>
      <dgm:t>
        <a:bodyPr/>
        <a:lstStyle/>
        <a:p>
          <a:endParaRPr lang="tr-TR"/>
        </a:p>
      </dgm:t>
    </dgm:pt>
    <dgm:pt modelId="{D31F6EDB-D6ED-4F3E-B57B-16ACBD8202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stands for “Regression Testing,” </a:t>
          </a:r>
          <a:endParaRPr lang="tr-TR"/>
        </a:p>
      </dgm:t>
    </dgm:pt>
    <dgm:pt modelId="{1286AB9A-920E-4DEE-97B8-DE2594F2ECD0}" type="parTrans" cxnId="{1D1680A7-66A4-44E2-9394-7DEE680308A0}">
      <dgm:prSet/>
      <dgm:spPr/>
      <dgm:t>
        <a:bodyPr/>
        <a:lstStyle/>
        <a:p>
          <a:endParaRPr lang="tr-TR"/>
        </a:p>
      </dgm:t>
    </dgm:pt>
    <dgm:pt modelId="{7A53AA90-2106-4A29-9CF5-02B6A5764D92}" type="sibTrans" cxnId="{1D1680A7-66A4-44E2-9394-7DEE680308A0}">
      <dgm:prSet/>
      <dgm:spPr/>
      <dgm:t>
        <a:bodyPr/>
        <a:lstStyle/>
        <a:p>
          <a:endParaRPr lang="tr-TR"/>
        </a:p>
      </dgm:t>
    </dgm:pt>
    <dgm:pt modelId="{223F2CA3-5DD4-43A0-9E36-95F1157FAC82}" type="pres">
      <dgm:prSet presAssocID="{5192269B-1E7A-44D2-B41B-8FDB209A8904}" presName="root" presStyleCnt="0">
        <dgm:presLayoutVars>
          <dgm:dir/>
          <dgm:resizeHandles val="exact"/>
        </dgm:presLayoutVars>
      </dgm:prSet>
      <dgm:spPr/>
    </dgm:pt>
    <dgm:pt modelId="{748DC4F6-1B65-4257-ABD3-8451E26024B8}" type="pres">
      <dgm:prSet presAssocID="{A2802E8C-EF5E-4ECA-B3F2-88E85EA59644}" presName="compNode" presStyleCnt="0"/>
      <dgm:spPr/>
    </dgm:pt>
    <dgm:pt modelId="{7590F154-1A8D-4920-B344-C6289A1689E1}" type="pres">
      <dgm:prSet presAssocID="{A2802E8C-EF5E-4ECA-B3F2-88E85EA59644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est tubes"/>
        </a:ext>
      </dgm:extLst>
    </dgm:pt>
    <dgm:pt modelId="{80A1D8B7-A378-455E-A3A5-ECF5FF7C2DED}" type="pres">
      <dgm:prSet presAssocID="{A2802E8C-EF5E-4ECA-B3F2-88E85EA59644}" presName="iconSpace" presStyleCnt="0"/>
      <dgm:spPr/>
    </dgm:pt>
    <dgm:pt modelId="{7F65C475-968A-4B85-A549-0051E735463D}" type="pres">
      <dgm:prSet presAssocID="{A2802E8C-EF5E-4ECA-B3F2-88E85EA59644}" presName="parTx" presStyleLbl="revTx" presStyleIdx="0" presStyleCnt="10">
        <dgm:presLayoutVars>
          <dgm:chMax val="0"/>
          <dgm:chPref val="0"/>
        </dgm:presLayoutVars>
      </dgm:prSet>
      <dgm:spPr/>
    </dgm:pt>
    <dgm:pt modelId="{8CCA6F64-521F-453F-AD52-2261807D8914}" type="pres">
      <dgm:prSet presAssocID="{A2802E8C-EF5E-4ECA-B3F2-88E85EA59644}" presName="txSpace" presStyleCnt="0"/>
      <dgm:spPr/>
    </dgm:pt>
    <dgm:pt modelId="{FD5033CC-BD5F-42C0-B017-31D8A194CAA3}" type="pres">
      <dgm:prSet presAssocID="{A2802E8C-EF5E-4ECA-B3F2-88E85EA59644}" presName="desTx" presStyleLbl="revTx" presStyleIdx="1" presStyleCnt="10">
        <dgm:presLayoutVars/>
      </dgm:prSet>
      <dgm:spPr/>
    </dgm:pt>
    <dgm:pt modelId="{B6214904-D8BE-46F2-A6AE-F4F116B9F05D}" type="pres">
      <dgm:prSet presAssocID="{382DD92F-B61C-4CC3-A4D5-68D0E9CA2266}" presName="sibTrans" presStyleCnt="0"/>
      <dgm:spPr/>
    </dgm:pt>
    <dgm:pt modelId="{29FC1BEF-F522-4B8B-B6D7-20A9DFAE18EF}" type="pres">
      <dgm:prSet presAssocID="{F3345D5E-3A0A-4369-9DE2-8E3D748CD215}" presName="compNode" presStyleCnt="0"/>
      <dgm:spPr/>
    </dgm:pt>
    <dgm:pt modelId="{3F2C06C9-1C50-4EC6-822E-EE9014E49CB7}" type="pres">
      <dgm:prSet presAssocID="{F3345D5E-3A0A-4369-9DE2-8E3D748CD215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B899299-8303-435C-ABAE-1CF2B6C1DF8E}" type="pres">
      <dgm:prSet presAssocID="{F3345D5E-3A0A-4369-9DE2-8E3D748CD215}" presName="iconSpace" presStyleCnt="0"/>
      <dgm:spPr/>
    </dgm:pt>
    <dgm:pt modelId="{CF37BBE4-8C8A-4228-A473-573B7DC6DA66}" type="pres">
      <dgm:prSet presAssocID="{F3345D5E-3A0A-4369-9DE2-8E3D748CD215}" presName="parTx" presStyleLbl="revTx" presStyleIdx="2" presStyleCnt="10">
        <dgm:presLayoutVars>
          <dgm:chMax val="0"/>
          <dgm:chPref val="0"/>
        </dgm:presLayoutVars>
      </dgm:prSet>
      <dgm:spPr/>
    </dgm:pt>
    <dgm:pt modelId="{83CA368A-74C2-48AA-A506-0E21DD0BC184}" type="pres">
      <dgm:prSet presAssocID="{F3345D5E-3A0A-4369-9DE2-8E3D748CD215}" presName="txSpace" presStyleCnt="0"/>
      <dgm:spPr/>
    </dgm:pt>
    <dgm:pt modelId="{B3E16E5C-2FDF-446A-9BC5-0D09E6932C7F}" type="pres">
      <dgm:prSet presAssocID="{F3345D5E-3A0A-4369-9DE2-8E3D748CD215}" presName="desTx" presStyleLbl="revTx" presStyleIdx="3" presStyleCnt="10">
        <dgm:presLayoutVars/>
      </dgm:prSet>
      <dgm:spPr/>
    </dgm:pt>
    <dgm:pt modelId="{DAE40341-069C-48E2-BD95-A410D0DA4FC8}" type="pres">
      <dgm:prSet presAssocID="{DE2536FF-6D3B-4C0C-BFC6-C6FA8C03D23F}" presName="sibTrans" presStyleCnt="0"/>
      <dgm:spPr/>
    </dgm:pt>
    <dgm:pt modelId="{3ECC8559-A455-4E62-8EB0-3669A14D6851}" type="pres">
      <dgm:prSet presAssocID="{082FCAC7-89FC-45B4-84A5-AD8F7C8838B0}" presName="compNode" presStyleCnt="0"/>
      <dgm:spPr/>
    </dgm:pt>
    <dgm:pt modelId="{B2F4CA35-39FF-4A58-8CAF-405B6E4DF6E4}" type="pres">
      <dgm:prSet presAssocID="{082FCAC7-89FC-45B4-84A5-AD8F7C8838B0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06D638F2-8BC6-402F-9C14-2DC12E98633D}" type="pres">
      <dgm:prSet presAssocID="{082FCAC7-89FC-45B4-84A5-AD8F7C8838B0}" presName="iconSpace" presStyleCnt="0"/>
      <dgm:spPr/>
    </dgm:pt>
    <dgm:pt modelId="{28E6F7A5-3351-4701-9A9D-A79A8122B713}" type="pres">
      <dgm:prSet presAssocID="{082FCAC7-89FC-45B4-84A5-AD8F7C8838B0}" presName="parTx" presStyleLbl="revTx" presStyleIdx="4" presStyleCnt="10">
        <dgm:presLayoutVars>
          <dgm:chMax val="0"/>
          <dgm:chPref val="0"/>
        </dgm:presLayoutVars>
      </dgm:prSet>
      <dgm:spPr/>
    </dgm:pt>
    <dgm:pt modelId="{CA4004F9-75C7-4BE1-AC09-60E9FC5B99B1}" type="pres">
      <dgm:prSet presAssocID="{082FCAC7-89FC-45B4-84A5-AD8F7C8838B0}" presName="txSpace" presStyleCnt="0"/>
      <dgm:spPr/>
    </dgm:pt>
    <dgm:pt modelId="{95409AEA-4997-4F22-A594-A312DCCE7FA7}" type="pres">
      <dgm:prSet presAssocID="{082FCAC7-89FC-45B4-84A5-AD8F7C8838B0}" presName="desTx" presStyleLbl="revTx" presStyleIdx="5" presStyleCnt="10">
        <dgm:presLayoutVars/>
      </dgm:prSet>
      <dgm:spPr/>
    </dgm:pt>
    <dgm:pt modelId="{EA062DC5-8B1D-4228-AE38-4FD760A607A2}" type="pres">
      <dgm:prSet presAssocID="{67A0D6AF-A16E-4F9A-80DE-09250F3A0690}" presName="sibTrans" presStyleCnt="0"/>
      <dgm:spPr/>
    </dgm:pt>
    <dgm:pt modelId="{BD04CA05-DB8B-4DFF-B648-C9F628FA9A9B}" type="pres">
      <dgm:prSet presAssocID="{F6C81758-A98C-4E92-9076-0D5C8C8169EC}" presName="compNode" presStyleCnt="0"/>
      <dgm:spPr/>
    </dgm:pt>
    <dgm:pt modelId="{62B6043D-D43B-4C65-AA01-CB89F71EA078}" type="pres">
      <dgm:prSet presAssocID="{F6C81758-A98C-4E92-9076-0D5C8C8169EC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abbit"/>
        </a:ext>
      </dgm:extLst>
    </dgm:pt>
    <dgm:pt modelId="{306B264E-84B9-49E7-BE8C-E72D9017E1F7}" type="pres">
      <dgm:prSet presAssocID="{F6C81758-A98C-4E92-9076-0D5C8C8169EC}" presName="iconSpace" presStyleCnt="0"/>
      <dgm:spPr/>
    </dgm:pt>
    <dgm:pt modelId="{8585E2DD-5F55-4C94-8F0E-6F25D571A62C}" type="pres">
      <dgm:prSet presAssocID="{F6C81758-A98C-4E92-9076-0D5C8C8169EC}" presName="parTx" presStyleLbl="revTx" presStyleIdx="6" presStyleCnt="10">
        <dgm:presLayoutVars>
          <dgm:chMax val="0"/>
          <dgm:chPref val="0"/>
        </dgm:presLayoutVars>
      </dgm:prSet>
      <dgm:spPr/>
    </dgm:pt>
    <dgm:pt modelId="{B24D424E-7680-4EC7-8BD4-2F4B8AC93E44}" type="pres">
      <dgm:prSet presAssocID="{F6C81758-A98C-4E92-9076-0D5C8C8169EC}" presName="txSpace" presStyleCnt="0"/>
      <dgm:spPr/>
    </dgm:pt>
    <dgm:pt modelId="{D0BC2B25-4824-4FF5-8158-A268EBD819FD}" type="pres">
      <dgm:prSet presAssocID="{F6C81758-A98C-4E92-9076-0D5C8C8169EC}" presName="desTx" presStyleLbl="revTx" presStyleIdx="7" presStyleCnt="10">
        <dgm:presLayoutVars/>
      </dgm:prSet>
      <dgm:spPr/>
    </dgm:pt>
    <dgm:pt modelId="{6B194547-2560-445D-844F-D51368F86B38}" type="pres">
      <dgm:prSet presAssocID="{BDB79151-F4CE-4E40-AC01-3765EE78124B}" presName="sibTrans" presStyleCnt="0"/>
      <dgm:spPr/>
    </dgm:pt>
    <dgm:pt modelId="{6FE9D36D-F55C-4A73-82E5-8E76FE5BB907}" type="pres">
      <dgm:prSet presAssocID="{AA6A1395-7B9A-414B-81A3-2DE88A765F76}" presName="compNode" presStyleCnt="0"/>
      <dgm:spPr/>
    </dgm:pt>
    <dgm:pt modelId="{3E4B34B9-B245-4310-81C4-739A6C0CB547}" type="pres">
      <dgm:prSet presAssocID="{AA6A1395-7B9A-414B-81A3-2DE88A765F76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A7B5EF66-5495-4A71-A301-09E5812DEF3A}" type="pres">
      <dgm:prSet presAssocID="{AA6A1395-7B9A-414B-81A3-2DE88A765F76}" presName="iconSpace" presStyleCnt="0"/>
      <dgm:spPr/>
    </dgm:pt>
    <dgm:pt modelId="{92AE902C-FCFF-4D0E-8528-7D63ADA50FDB}" type="pres">
      <dgm:prSet presAssocID="{AA6A1395-7B9A-414B-81A3-2DE88A765F76}" presName="parTx" presStyleLbl="revTx" presStyleIdx="8" presStyleCnt="10">
        <dgm:presLayoutVars>
          <dgm:chMax val="0"/>
          <dgm:chPref val="0"/>
        </dgm:presLayoutVars>
      </dgm:prSet>
      <dgm:spPr/>
    </dgm:pt>
    <dgm:pt modelId="{40545F02-D230-4FEC-89AE-BB1EB16CC1F9}" type="pres">
      <dgm:prSet presAssocID="{AA6A1395-7B9A-414B-81A3-2DE88A765F76}" presName="txSpace" presStyleCnt="0"/>
      <dgm:spPr/>
    </dgm:pt>
    <dgm:pt modelId="{7E497C4B-C778-455B-9907-3C5D988AC44C}" type="pres">
      <dgm:prSet presAssocID="{AA6A1395-7B9A-414B-81A3-2DE88A765F76}" presName="desTx" presStyleLbl="revTx" presStyleIdx="9" presStyleCnt="10">
        <dgm:presLayoutVars/>
      </dgm:prSet>
      <dgm:spPr/>
    </dgm:pt>
  </dgm:ptLst>
  <dgm:cxnLst>
    <dgm:cxn modelId="{9B842013-BFEF-4A2B-8A1D-DFCC4384F21F}" type="presOf" srcId="{F3345D5E-3A0A-4369-9DE2-8E3D748CD215}" destId="{CF37BBE4-8C8A-4228-A473-573B7DC6DA66}" srcOrd="0" destOrd="0" presId="urn:microsoft.com/office/officeart/2018/5/layout/CenteredIconLabelDescriptionList"/>
    <dgm:cxn modelId="{09C45013-6958-4614-8CCC-1062C8152948}" srcId="{5192269B-1E7A-44D2-B41B-8FDB209A8904}" destId="{082FCAC7-89FC-45B4-84A5-AD8F7C8838B0}" srcOrd="2" destOrd="0" parTransId="{C610FF0F-AD62-452B-8CD6-273C009153DC}" sibTransId="{67A0D6AF-A16E-4F9A-80DE-09250F3A0690}"/>
    <dgm:cxn modelId="{5C4FB51E-EE56-49DC-A61E-C15B6DCC6FCE}" type="presOf" srcId="{F6C81758-A98C-4E92-9076-0D5C8C8169EC}" destId="{8585E2DD-5F55-4C94-8F0E-6F25D571A62C}" srcOrd="0" destOrd="0" presId="urn:microsoft.com/office/officeart/2018/5/layout/CenteredIconLabelDescriptionList"/>
    <dgm:cxn modelId="{25A45421-3AEC-460C-9971-8CBB78700E73}" srcId="{5192269B-1E7A-44D2-B41B-8FDB209A8904}" destId="{F6C81758-A98C-4E92-9076-0D5C8C8169EC}" srcOrd="3" destOrd="0" parTransId="{0E4A3B5F-F002-4078-B84B-8338E1AA4018}" sibTransId="{BDB79151-F4CE-4E40-AC01-3765EE78124B}"/>
    <dgm:cxn modelId="{EE82DD37-8FAA-42B6-A32E-9F3ABD7BD18F}" srcId="{F6C81758-A98C-4E92-9076-0D5C8C8169EC}" destId="{46982677-05B9-4610-B83B-617C1579641E}" srcOrd="1" destOrd="0" parTransId="{DE40F46D-DA0A-4434-8CA7-80F1F78FA05B}" sibTransId="{C8C473C5-BD24-49E7-8673-73237BC7BD81}"/>
    <dgm:cxn modelId="{E5EE223A-B209-4934-B430-8AB5ADC93192}" srcId="{5192269B-1E7A-44D2-B41B-8FDB209A8904}" destId="{F3345D5E-3A0A-4369-9DE2-8E3D748CD215}" srcOrd="1" destOrd="0" parTransId="{6470A764-5529-48B6-A9F5-06176D861771}" sibTransId="{DE2536FF-6D3B-4C0C-BFC6-C6FA8C03D23F}"/>
    <dgm:cxn modelId="{CE7F4360-9C8F-4E17-ABDD-FF4DEC9900C4}" type="presOf" srcId="{526B92C7-1738-4A21-A2F0-9414C9F9A9AD}" destId="{B3E16E5C-2FDF-446A-9BC5-0D09E6932C7F}" srcOrd="0" destOrd="0" presId="urn:microsoft.com/office/officeart/2018/5/layout/CenteredIconLabelDescriptionList"/>
    <dgm:cxn modelId="{DFEEC842-9CE4-4CEB-90CC-F5750B0612C6}" type="presOf" srcId="{2C10BEA3-B2BC-41A9-AC8F-E8778A03DF54}" destId="{B3E16E5C-2FDF-446A-9BC5-0D09E6932C7F}" srcOrd="0" destOrd="1" presId="urn:microsoft.com/office/officeart/2018/5/layout/CenteredIconLabelDescriptionList"/>
    <dgm:cxn modelId="{2F23F062-5309-41F3-8BF0-4C4FC7A39C2A}" srcId="{082FCAC7-89FC-45B4-84A5-AD8F7C8838B0}" destId="{7AC654E1-EB9A-4463-A4E6-F098252B6C91}" srcOrd="1" destOrd="0" parTransId="{363E0896-AA87-4A1D-8FA4-056FB7747D8E}" sibTransId="{E413C5CC-B9FB-42AE-A44D-B2A569634800}"/>
    <dgm:cxn modelId="{B7358245-F49F-4A03-B7D7-228B950157F7}" type="presOf" srcId="{082FCAC7-89FC-45B4-84A5-AD8F7C8838B0}" destId="{28E6F7A5-3351-4701-9A9D-A79A8122B713}" srcOrd="0" destOrd="0" presId="urn:microsoft.com/office/officeart/2018/5/layout/CenteredIconLabelDescriptionList"/>
    <dgm:cxn modelId="{AD263F73-6D29-42DD-8162-60A3A8B7DBFF}" srcId="{AA6A1395-7B9A-414B-81A3-2DE88A765F76}" destId="{A169D0C9-A2F7-4DA0-8AFC-7B242FF1D174}" srcOrd="1" destOrd="0" parTransId="{5B1E7D50-1044-4AED-92B0-1E129AC4C012}" sibTransId="{C3EC0E88-87EC-4B1E-9C03-47BF5ABD35C0}"/>
    <dgm:cxn modelId="{835C6D56-EF71-48FF-A43B-3FD3B617C072}" type="presOf" srcId="{D31F6EDB-D6ED-4F3E-B57B-16ACBD820254}" destId="{FD5033CC-BD5F-42C0-B017-31D8A194CAA3}" srcOrd="0" destOrd="0" presId="urn:microsoft.com/office/officeart/2018/5/layout/CenteredIconLabelDescriptionList"/>
    <dgm:cxn modelId="{261EED7A-8B15-46BE-9793-C97D2934E70D}" type="presOf" srcId="{7AC654E1-EB9A-4463-A4E6-F098252B6C91}" destId="{95409AEA-4997-4F22-A594-A312DCCE7FA7}" srcOrd="0" destOrd="1" presId="urn:microsoft.com/office/officeart/2018/5/layout/CenteredIconLabelDescriptionList"/>
    <dgm:cxn modelId="{49FBA87C-8ED1-4431-BB2B-D28F885A8850}" type="presOf" srcId="{433C5152-F31E-41E5-9580-EC8A29C6EE7F}" destId="{D0BC2B25-4824-4FF5-8158-A268EBD819FD}" srcOrd="0" destOrd="0" presId="urn:microsoft.com/office/officeart/2018/5/layout/CenteredIconLabelDescriptionList"/>
    <dgm:cxn modelId="{92D77880-2445-4C5C-B425-BBBC47F7E854}" type="presOf" srcId="{A169D0C9-A2F7-4DA0-8AFC-7B242FF1D174}" destId="{7E497C4B-C778-455B-9907-3C5D988AC44C}" srcOrd="0" destOrd="1" presId="urn:microsoft.com/office/officeart/2018/5/layout/CenteredIconLabelDescriptionList"/>
    <dgm:cxn modelId="{5D00CC85-124A-4C70-8B06-0463F2938EF5}" srcId="{5192269B-1E7A-44D2-B41B-8FDB209A8904}" destId="{A2802E8C-EF5E-4ECA-B3F2-88E85EA59644}" srcOrd="0" destOrd="0" parTransId="{2E8B655F-F1B4-46A4-9FEB-AB9BFEE4A331}" sibTransId="{382DD92F-B61C-4CC3-A4D5-68D0E9CA2266}"/>
    <dgm:cxn modelId="{E37E008F-DC50-428E-85E7-0A9645EB46D4}" type="presOf" srcId="{EDC567A2-12C9-43CE-916E-4A9E37891363}" destId="{7E497C4B-C778-455B-9907-3C5D988AC44C}" srcOrd="0" destOrd="0" presId="urn:microsoft.com/office/officeart/2018/5/layout/CenteredIconLabelDescriptionList"/>
    <dgm:cxn modelId="{35EE3C92-4552-4930-9E47-B21012CBD6CE}" srcId="{AA6A1395-7B9A-414B-81A3-2DE88A765F76}" destId="{EDC567A2-12C9-43CE-916E-4A9E37891363}" srcOrd="0" destOrd="0" parTransId="{85705AD9-AEB7-400E-B748-0CFDA2A3B4F7}" sibTransId="{ED762BB4-B742-4C7D-BED2-8C5FC70F6FB0}"/>
    <dgm:cxn modelId="{D1E7729C-32BC-423D-A5B0-E1C4FA20152C}" type="presOf" srcId="{5192269B-1E7A-44D2-B41B-8FDB209A8904}" destId="{223F2CA3-5DD4-43A0-9E36-95F1157FAC82}" srcOrd="0" destOrd="0" presId="urn:microsoft.com/office/officeart/2018/5/layout/CenteredIconLabelDescriptionList"/>
    <dgm:cxn modelId="{1D1680A7-66A4-44E2-9394-7DEE680308A0}" srcId="{A2802E8C-EF5E-4ECA-B3F2-88E85EA59644}" destId="{D31F6EDB-D6ED-4F3E-B57B-16ACBD820254}" srcOrd="0" destOrd="0" parTransId="{1286AB9A-920E-4DEE-97B8-DE2594F2ECD0}" sibTransId="{7A53AA90-2106-4A29-9CF5-02B6A5764D92}"/>
    <dgm:cxn modelId="{218F00A9-2547-408B-8662-A444C41652B6}" type="presOf" srcId="{AA6A1395-7B9A-414B-81A3-2DE88A765F76}" destId="{92AE902C-FCFF-4D0E-8528-7D63ADA50FDB}" srcOrd="0" destOrd="0" presId="urn:microsoft.com/office/officeart/2018/5/layout/CenteredIconLabelDescriptionList"/>
    <dgm:cxn modelId="{C060B3AD-E269-40C3-BC26-206A54E50B7E}" srcId="{082FCAC7-89FC-45B4-84A5-AD8F7C8838B0}" destId="{D0657CDF-350C-45BF-9262-20BAB5517552}" srcOrd="0" destOrd="0" parTransId="{CE5FED9E-389C-42AA-88BE-004715013F78}" sibTransId="{2103A653-D64D-4CE3-9570-6CB21ABE89F8}"/>
    <dgm:cxn modelId="{E11AAABB-4DD3-4A22-84CD-91EB3B1D910A}" srcId="{F3345D5E-3A0A-4369-9DE2-8E3D748CD215}" destId="{2C10BEA3-B2BC-41A9-AC8F-E8778A03DF54}" srcOrd="1" destOrd="0" parTransId="{2A7E920F-6DFF-4E9B-933D-DF9E67C84CB0}" sibTransId="{AB892FC8-F395-49A9-A09C-F9B03FE36810}"/>
    <dgm:cxn modelId="{2322CCDA-1468-48DF-90BB-01F40BEF25BE}" type="presOf" srcId="{46982677-05B9-4610-B83B-617C1579641E}" destId="{D0BC2B25-4824-4FF5-8158-A268EBD819FD}" srcOrd="0" destOrd="1" presId="urn:microsoft.com/office/officeart/2018/5/layout/CenteredIconLabelDescriptionList"/>
    <dgm:cxn modelId="{00DF29DD-FA36-4F22-965A-4AC324C1F9C3}" type="presOf" srcId="{D0657CDF-350C-45BF-9262-20BAB5517552}" destId="{95409AEA-4997-4F22-A594-A312DCCE7FA7}" srcOrd="0" destOrd="0" presId="urn:microsoft.com/office/officeart/2018/5/layout/CenteredIconLabelDescriptionList"/>
    <dgm:cxn modelId="{58A512E1-39EA-49F3-833D-E01FD2B45DED}" type="presOf" srcId="{A2802E8C-EF5E-4ECA-B3F2-88E85EA59644}" destId="{7F65C475-968A-4B85-A549-0051E735463D}" srcOrd="0" destOrd="0" presId="urn:microsoft.com/office/officeart/2018/5/layout/CenteredIconLabelDescriptionList"/>
    <dgm:cxn modelId="{5FB2E0E3-81BD-4039-9B81-B008F3DFDB6E}" srcId="{F3345D5E-3A0A-4369-9DE2-8E3D748CD215}" destId="{526B92C7-1738-4A21-A2F0-9414C9F9A9AD}" srcOrd="0" destOrd="0" parTransId="{CCB149CD-1A48-44E4-8F8F-99F09E8AB79A}" sibTransId="{06E53F1A-C6B0-4BE8-8948-C2E5D8B5D122}"/>
    <dgm:cxn modelId="{56BA77F7-2A34-47FF-823F-B4BE6ECF11F3}" srcId="{F6C81758-A98C-4E92-9076-0D5C8C8169EC}" destId="{433C5152-F31E-41E5-9580-EC8A29C6EE7F}" srcOrd="0" destOrd="0" parTransId="{B196BADB-A967-4DF5-B731-FD762F37D0B3}" sibTransId="{39C4ECEF-3F4D-4608-A03E-B1E6AB49ADA3}"/>
    <dgm:cxn modelId="{06DA71FA-D025-405A-B8A3-B4A63A64A2FE}" srcId="{5192269B-1E7A-44D2-B41B-8FDB209A8904}" destId="{AA6A1395-7B9A-414B-81A3-2DE88A765F76}" srcOrd="4" destOrd="0" parTransId="{D88FC4E1-39F8-44F8-8BBE-81639F87CF2E}" sibTransId="{BF94732A-9669-46A7-9119-0C6946F39965}"/>
    <dgm:cxn modelId="{8F5DAFE5-2A5E-4CCE-8D8C-60EE2BEED3DC}" type="presParOf" srcId="{223F2CA3-5DD4-43A0-9E36-95F1157FAC82}" destId="{748DC4F6-1B65-4257-ABD3-8451E26024B8}" srcOrd="0" destOrd="0" presId="urn:microsoft.com/office/officeart/2018/5/layout/CenteredIconLabelDescriptionList"/>
    <dgm:cxn modelId="{4295C77A-FE0E-4A4E-9824-ADCF4E1562E7}" type="presParOf" srcId="{748DC4F6-1B65-4257-ABD3-8451E26024B8}" destId="{7590F154-1A8D-4920-B344-C6289A1689E1}" srcOrd="0" destOrd="0" presId="urn:microsoft.com/office/officeart/2018/5/layout/CenteredIconLabelDescriptionList"/>
    <dgm:cxn modelId="{A12A8AF5-FEAB-4F66-8EFF-8A1A01E0D560}" type="presParOf" srcId="{748DC4F6-1B65-4257-ABD3-8451E26024B8}" destId="{80A1D8B7-A378-455E-A3A5-ECF5FF7C2DED}" srcOrd="1" destOrd="0" presId="urn:microsoft.com/office/officeart/2018/5/layout/CenteredIconLabelDescriptionList"/>
    <dgm:cxn modelId="{E377B00E-682C-457D-868A-4C85BA2763DC}" type="presParOf" srcId="{748DC4F6-1B65-4257-ABD3-8451E26024B8}" destId="{7F65C475-968A-4B85-A549-0051E735463D}" srcOrd="2" destOrd="0" presId="urn:microsoft.com/office/officeart/2018/5/layout/CenteredIconLabelDescriptionList"/>
    <dgm:cxn modelId="{8614A86A-6B90-4C60-BD5F-FDB947B206A5}" type="presParOf" srcId="{748DC4F6-1B65-4257-ABD3-8451E26024B8}" destId="{8CCA6F64-521F-453F-AD52-2261807D8914}" srcOrd="3" destOrd="0" presId="urn:microsoft.com/office/officeart/2018/5/layout/CenteredIconLabelDescriptionList"/>
    <dgm:cxn modelId="{A6D7A909-D2FD-4D9F-B795-14D6F4B9B7E7}" type="presParOf" srcId="{748DC4F6-1B65-4257-ABD3-8451E26024B8}" destId="{FD5033CC-BD5F-42C0-B017-31D8A194CAA3}" srcOrd="4" destOrd="0" presId="urn:microsoft.com/office/officeart/2018/5/layout/CenteredIconLabelDescriptionList"/>
    <dgm:cxn modelId="{788597A2-3B97-4829-9C67-C9AF46CACAB9}" type="presParOf" srcId="{223F2CA3-5DD4-43A0-9E36-95F1157FAC82}" destId="{B6214904-D8BE-46F2-A6AE-F4F116B9F05D}" srcOrd="1" destOrd="0" presId="urn:microsoft.com/office/officeart/2018/5/layout/CenteredIconLabelDescriptionList"/>
    <dgm:cxn modelId="{055B44A5-284B-4A16-B461-22E44FAAB22E}" type="presParOf" srcId="{223F2CA3-5DD4-43A0-9E36-95F1157FAC82}" destId="{29FC1BEF-F522-4B8B-B6D7-20A9DFAE18EF}" srcOrd="2" destOrd="0" presId="urn:microsoft.com/office/officeart/2018/5/layout/CenteredIconLabelDescriptionList"/>
    <dgm:cxn modelId="{725E31FD-EE73-44CC-8C10-20F2B8AB3BEF}" type="presParOf" srcId="{29FC1BEF-F522-4B8B-B6D7-20A9DFAE18EF}" destId="{3F2C06C9-1C50-4EC6-822E-EE9014E49CB7}" srcOrd="0" destOrd="0" presId="urn:microsoft.com/office/officeart/2018/5/layout/CenteredIconLabelDescriptionList"/>
    <dgm:cxn modelId="{9DFC1F9B-43FF-412C-A442-F53F31875B31}" type="presParOf" srcId="{29FC1BEF-F522-4B8B-B6D7-20A9DFAE18EF}" destId="{AB899299-8303-435C-ABAE-1CF2B6C1DF8E}" srcOrd="1" destOrd="0" presId="urn:microsoft.com/office/officeart/2018/5/layout/CenteredIconLabelDescriptionList"/>
    <dgm:cxn modelId="{F1A254BE-79F6-4294-A31B-8EF272228982}" type="presParOf" srcId="{29FC1BEF-F522-4B8B-B6D7-20A9DFAE18EF}" destId="{CF37BBE4-8C8A-4228-A473-573B7DC6DA66}" srcOrd="2" destOrd="0" presId="urn:microsoft.com/office/officeart/2018/5/layout/CenteredIconLabelDescriptionList"/>
    <dgm:cxn modelId="{40A2FE05-214A-4956-BA5A-CCE7DD632792}" type="presParOf" srcId="{29FC1BEF-F522-4B8B-B6D7-20A9DFAE18EF}" destId="{83CA368A-74C2-48AA-A506-0E21DD0BC184}" srcOrd="3" destOrd="0" presId="urn:microsoft.com/office/officeart/2018/5/layout/CenteredIconLabelDescriptionList"/>
    <dgm:cxn modelId="{2A01FEBB-69A6-44EF-AB5F-3AEAC7E6432A}" type="presParOf" srcId="{29FC1BEF-F522-4B8B-B6D7-20A9DFAE18EF}" destId="{B3E16E5C-2FDF-446A-9BC5-0D09E6932C7F}" srcOrd="4" destOrd="0" presId="urn:microsoft.com/office/officeart/2018/5/layout/CenteredIconLabelDescriptionList"/>
    <dgm:cxn modelId="{0D99151B-3A1D-44CA-9212-1CCAF758B40E}" type="presParOf" srcId="{223F2CA3-5DD4-43A0-9E36-95F1157FAC82}" destId="{DAE40341-069C-48E2-BD95-A410D0DA4FC8}" srcOrd="3" destOrd="0" presId="urn:microsoft.com/office/officeart/2018/5/layout/CenteredIconLabelDescriptionList"/>
    <dgm:cxn modelId="{25819050-9ACA-41CA-9CDC-E99C8C61CF9E}" type="presParOf" srcId="{223F2CA3-5DD4-43A0-9E36-95F1157FAC82}" destId="{3ECC8559-A455-4E62-8EB0-3669A14D6851}" srcOrd="4" destOrd="0" presId="urn:microsoft.com/office/officeart/2018/5/layout/CenteredIconLabelDescriptionList"/>
    <dgm:cxn modelId="{170B0F5D-122D-4E81-AE36-04BF97891BE3}" type="presParOf" srcId="{3ECC8559-A455-4E62-8EB0-3669A14D6851}" destId="{B2F4CA35-39FF-4A58-8CAF-405B6E4DF6E4}" srcOrd="0" destOrd="0" presId="urn:microsoft.com/office/officeart/2018/5/layout/CenteredIconLabelDescriptionList"/>
    <dgm:cxn modelId="{3A8DEB1A-5C5A-4129-AC1C-F02BEA0DAE5D}" type="presParOf" srcId="{3ECC8559-A455-4E62-8EB0-3669A14D6851}" destId="{06D638F2-8BC6-402F-9C14-2DC12E98633D}" srcOrd="1" destOrd="0" presId="urn:microsoft.com/office/officeart/2018/5/layout/CenteredIconLabelDescriptionList"/>
    <dgm:cxn modelId="{54332E9C-1EB1-43D2-A4F4-E92999565DDD}" type="presParOf" srcId="{3ECC8559-A455-4E62-8EB0-3669A14D6851}" destId="{28E6F7A5-3351-4701-9A9D-A79A8122B713}" srcOrd="2" destOrd="0" presId="urn:microsoft.com/office/officeart/2018/5/layout/CenteredIconLabelDescriptionList"/>
    <dgm:cxn modelId="{E59293B7-F6C0-4BDB-9013-C875B0513A65}" type="presParOf" srcId="{3ECC8559-A455-4E62-8EB0-3669A14D6851}" destId="{CA4004F9-75C7-4BE1-AC09-60E9FC5B99B1}" srcOrd="3" destOrd="0" presId="urn:microsoft.com/office/officeart/2018/5/layout/CenteredIconLabelDescriptionList"/>
    <dgm:cxn modelId="{25C98966-B7CE-4841-B100-C2AE95ECDAE3}" type="presParOf" srcId="{3ECC8559-A455-4E62-8EB0-3669A14D6851}" destId="{95409AEA-4997-4F22-A594-A312DCCE7FA7}" srcOrd="4" destOrd="0" presId="urn:microsoft.com/office/officeart/2018/5/layout/CenteredIconLabelDescriptionList"/>
    <dgm:cxn modelId="{8B267BC4-993C-47A7-AE75-9F371373D6BE}" type="presParOf" srcId="{223F2CA3-5DD4-43A0-9E36-95F1157FAC82}" destId="{EA062DC5-8B1D-4228-AE38-4FD760A607A2}" srcOrd="5" destOrd="0" presId="urn:microsoft.com/office/officeart/2018/5/layout/CenteredIconLabelDescriptionList"/>
    <dgm:cxn modelId="{1D166AD7-BE3A-4457-BD8E-099890DCE104}" type="presParOf" srcId="{223F2CA3-5DD4-43A0-9E36-95F1157FAC82}" destId="{BD04CA05-DB8B-4DFF-B648-C9F628FA9A9B}" srcOrd="6" destOrd="0" presId="urn:microsoft.com/office/officeart/2018/5/layout/CenteredIconLabelDescriptionList"/>
    <dgm:cxn modelId="{ED832AA6-7C3C-400C-8560-DB4C9450274A}" type="presParOf" srcId="{BD04CA05-DB8B-4DFF-B648-C9F628FA9A9B}" destId="{62B6043D-D43B-4C65-AA01-CB89F71EA078}" srcOrd="0" destOrd="0" presId="urn:microsoft.com/office/officeart/2018/5/layout/CenteredIconLabelDescriptionList"/>
    <dgm:cxn modelId="{8A6A7544-0250-425A-83B0-778547C42886}" type="presParOf" srcId="{BD04CA05-DB8B-4DFF-B648-C9F628FA9A9B}" destId="{306B264E-84B9-49E7-BE8C-E72D9017E1F7}" srcOrd="1" destOrd="0" presId="urn:microsoft.com/office/officeart/2018/5/layout/CenteredIconLabelDescriptionList"/>
    <dgm:cxn modelId="{D42A73F1-95B8-4DFE-BFFA-1934F6877BE4}" type="presParOf" srcId="{BD04CA05-DB8B-4DFF-B648-C9F628FA9A9B}" destId="{8585E2DD-5F55-4C94-8F0E-6F25D571A62C}" srcOrd="2" destOrd="0" presId="urn:microsoft.com/office/officeart/2018/5/layout/CenteredIconLabelDescriptionList"/>
    <dgm:cxn modelId="{E995DD78-3F70-4D2A-B162-4B64F5CEAE8A}" type="presParOf" srcId="{BD04CA05-DB8B-4DFF-B648-C9F628FA9A9B}" destId="{B24D424E-7680-4EC7-8BD4-2F4B8AC93E44}" srcOrd="3" destOrd="0" presId="urn:microsoft.com/office/officeart/2018/5/layout/CenteredIconLabelDescriptionList"/>
    <dgm:cxn modelId="{E35316A8-92EB-4642-B997-B458FE51668D}" type="presParOf" srcId="{BD04CA05-DB8B-4DFF-B648-C9F628FA9A9B}" destId="{D0BC2B25-4824-4FF5-8158-A268EBD819FD}" srcOrd="4" destOrd="0" presId="urn:microsoft.com/office/officeart/2018/5/layout/CenteredIconLabelDescriptionList"/>
    <dgm:cxn modelId="{6F590EF6-8C59-4F94-B914-CF23F7689DF8}" type="presParOf" srcId="{223F2CA3-5DD4-43A0-9E36-95F1157FAC82}" destId="{6B194547-2560-445D-844F-D51368F86B38}" srcOrd="7" destOrd="0" presId="urn:microsoft.com/office/officeart/2018/5/layout/CenteredIconLabelDescriptionList"/>
    <dgm:cxn modelId="{F9633C7C-F111-4A2D-8A20-18740E4FC1C9}" type="presParOf" srcId="{223F2CA3-5DD4-43A0-9E36-95F1157FAC82}" destId="{6FE9D36D-F55C-4A73-82E5-8E76FE5BB907}" srcOrd="8" destOrd="0" presId="urn:microsoft.com/office/officeart/2018/5/layout/CenteredIconLabelDescriptionList"/>
    <dgm:cxn modelId="{DA793D22-E4E8-4108-ABDE-26FC0274F894}" type="presParOf" srcId="{6FE9D36D-F55C-4A73-82E5-8E76FE5BB907}" destId="{3E4B34B9-B245-4310-81C4-739A6C0CB547}" srcOrd="0" destOrd="0" presId="urn:microsoft.com/office/officeart/2018/5/layout/CenteredIconLabelDescriptionList"/>
    <dgm:cxn modelId="{342AD3A9-0F81-40A7-9DD0-6DD423DF18E4}" type="presParOf" srcId="{6FE9D36D-F55C-4A73-82E5-8E76FE5BB907}" destId="{A7B5EF66-5495-4A71-A301-09E5812DEF3A}" srcOrd="1" destOrd="0" presId="urn:microsoft.com/office/officeart/2018/5/layout/CenteredIconLabelDescriptionList"/>
    <dgm:cxn modelId="{F1EC3CC4-01CA-4A69-AD62-B3E0AB289164}" type="presParOf" srcId="{6FE9D36D-F55C-4A73-82E5-8E76FE5BB907}" destId="{92AE902C-FCFF-4D0E-8528-7D63ADA50FDB}" srcOrd="2" destOrd="0" presId="urn:microsoft.com/office/officeart/2018/5/layout/CenteredIconLabelDescriptionList"/>
    <dgm:cxn modelId="{0CED933D-7CBA-4D8F-8A8E-B6B4D1B80732}" type="presParOf" srcId="{6FE9D36D-F55C-4A73-82E5-8E76FE5BB907}" destId="{40545F02-D230-4FEC-89AE-BB1EB16CC1F9}" srcOrd="3" destOrd="0" presId="urn:microsoft.com/office/officeart/2018/5/layout/CenteredIconLabelDescriptionList"/>
    <dgm:cxn modelId="{5BABACB3-F20E-4C62-ADA9-4ED543F1D071}" type="presParOf" srcId="{6FE9D36D-F55C-4A73-82E5-8E76FE5BB907}" destId="{7E497C4B-C778-455B-9907-3C5D988AC44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EDFB7648-1860-44DC-9C14-12E0DA7E323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6533EF69-D282-4726-B5EB-BF3AD03CEB9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Development pipeline</a:t>
          </a:r>
        </a:p>
      </dgm:t>
    </dgm:pt>
    <dgm:pt modelId="{89CDDB49-5FAB-4B36-AFB7-0314F4314B6F}" type="parTrans" cxnId="{0EA0BB40-DA23-4864-8A71-048C32D3A382}">
      <dgm:prSet/>
      <dgm:spPr/>
      <dgm:t>
        <a:bodyPr/>
        <a:lstStyle/>
        <a:p>
          <a:endParaRPr lang="tr-TR" sz="2400"/>
        </a:p>
      </dgm:t>
    </dgm:pt>
    <dgm:pt modelId="{6EE0279C-0D2B-4953-ABEC-6692F7BBAB22}" type="sibTrans" cxnId="{0EA0BB40-DA23-4864-8A71-048C32D3A382}">
      <dgm:prSet/>
      <dgm:spPr/>
      <dgm:t>
        <a:bodyPr/>
        <a:lstStyle/>
        <a:p>
          <a:endParaRPr lang="tr-TR"/>
        </a:p>
      </dgm:t>
    </dgm:pt>
    <dgm:pt modelId="{21476593-B906-46E5-B516-EB8B356FE6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can use the test blockchains </a:t>
          </a:r>
          <a:endParaRPr lang="tr-TR"/>
        </a:p>
      </dgm:t>
    </dgm:pt>
    <dgm:pt modelId="{32A7BA3A-E20D-4550-B335-084B1CE4A122}" type="parTrans" cxnId="{057E185C-B567-420B-84D2-877D225D1377}">
      <dgm:prSet/>
      <dgm:spPr/>
      <dgm:t>
        <a:bodyPr/>
        <a:lstStyle/>
        <a:p>
          <a:endParaRPr lang="tr-TR" sz="2400"/>
        </a:p>
      </dgm:t>
    </dgm:pt>
    <dgm:pt modelId="{BB742D40-6B02-4407-8A28-5F48996A7D5D}" type="sibTrans" cxnId="{057E185C-B567-420B-84D2-877D225D1377}">
      <dgm:prSet/>
      <dgm:spPr/>
      <dgm:t>
        <a:bodyPr/>
        <a:lstStyle/>
        <a:p>
          <a:endParaRPr lang="tr-TR"/>
        </a:p>
      </dgm:t>
    </dgm:pt>
    <dgm:pt modelId="{344E99D1-E9DD-46CD-8742-6DA6EA8B253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establish a development pipeline. </a:t>
          </a:r>
          <a:endParaRPr lang="tr-TR"/>
        </a:p>
      </dgm:t>
    </dgm:pt>
    <dgm:pt modelId="{D507597F-1219-4E55-B953-2C6A1D40FF24}" type="parTrans" cxnId="{BEEA5085-CEE8-41CD-8279-E17B07D26240}">
      <dgm:prSet/>
      <dgm:spPr/>
      <dgm:t>
        <a:bodyPr/>
        <a:lstStyle/>
        <a:p>
          <a:endParaRPr lang="tr-TR" sz="2400"/>
        </a:p>
      </dgm:t>
    </dgm:pt>
    <dgm:pt modelId="{45345334-7975-4A0B-993B-E974F2B9BEC7}" type="sibTrans" cxnId="{BEEA5085-CEE8-41CD-8279-E17B07D26240}">
      <dgm:prSet/>
      <dgm:spPr/>
      <dgm:t>
        <a:bodyPr/>
        <a:lstStyle/>
        <a:p>
          <a:endParaRPr lang="tr-TR"/>
        </a:p>
      </dgm:t>
    </dgm:pt>
    <dgm:pt modelId="{25D510E9-1003-47FB-A78F-7E68B8E77D3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Regtest after development</a:t>
          </a:r>
        </a:p>
      </dgm:t>
    </dgm:pt>
    <dgm:pt modelId="{8592604E-8162-4688-90A2-89DEB5C02739}" type="parTrans" cxnId="{E70FE064-4A0E-46BF-A4D4-FCC29464C46B}">
      <dgm:prSet/>
      <dgm:spPr/>
      <dgm:t>
        <a:bodyPr/>
        <a:lstStyle/>
        <a:p>
          <a:endParaRPr lang="tr-TR" sz="2400"/>
        </a:p>
      </dgm:t>
    </dgm:pt>
    <dgm:pt modelId="{6E9F85A7-320C-4EA1-8ED2-C2467E66CD20}" type="sibTrans" cxnId="{E70FE064-4A0E-46BF-A4D4-FCC29464C46B}">
      <dgm:prSet/>
      <dgm:spPr/>
      <dgm:t>
        <a:bodyPr/>
        <a:lstStyle/>
        <a:p>
          <a:endParaRPr lang="tr-TR"/>
        </a:p>
      </dgm:t>
    </dgm:pt>
    <dgm:pt modelId="{7576E080-750F-4E23-997E-39F4F63E846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Test your code</a:t>
          </a:r>
          <a:r>
            <a:rPr lang="tr-TR"/>
            <a:t> </a:t>
          </a:r>
          <a:r>
            <a:rPr lang="en-US"/>
            <a:t>locally on a regtest as you develop it. </a:t>
          </a:r>
          <a:endParaRPr lang="tr-TR"/>
        </a:p>
      </dgm:t>
    </dgm:pt>
    <dgm:pt modelId="{03414FC4-EEF1-40FD-A42C-E5E6C0A06FA4}" type="parTrans" cxnId="{12D65E97-6B38-4D66-8FDD-94442A06D6D3}">
      <dgm:prSet/>
      <dgm:spPr/>
      <dgm:t>
        <a:bodyPr/>
        <a:lstStyle/>
        <a:p>
          <a:endParaRPr lang="tr-TR" sz="2400"/>
        </a:p>
      </dgm:t>
    </dgm:pt>
    <dgm:pt modelId="{E128F7FA-3F0A-4745-95B4-FF7F64E5BA02}" type="sibTrans" cxnId="{12D65E97-6B38-4D66-8FDD-94442A06D6D3}">
      <dgm:prSet/>
      <dgm:spPr/>
      <dgm:t>
        <a:bodyPr/>
        <a:lstStyle/>
        <a:p>
          <a:endParaRPr lang="tr-TR"/>
        </a:p>
      </dgm:t>
    </dgm:pt>
    <dgm:pt modelId="{23BF22D0-B924-4F51-B170-232DA514F93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Switch to testnet</a:t>
          </a:r>
        </a:p>
      </dgm:t>
    </dgm:pt>
    <dgm:pt modelId="{0C7C1F77-5EA9-4394-959F-47FAF28C30E0}" type="parTrans" cxnId="{6C94A689-1010-47F7-9814-64E9FC834201}">
      <dgm:prSet/>
      <dgm:spPr/>
      <dgm:t>
        <a:bodyPr/>
        <a:lstStyle/>
        <a:p>
          <a:endParaRPr lang="tr-TR" sz="2400"/>
        </a:p>
      </dgm:t>
    </dgm:pt>
    <dgm:pt modelId="{7C889702-1059-463C-A30A-806AFEA110D1}" type="sibTrans" cxnId="{6C94A689-1010-47F7-9814-64E9FC834201}">
      <dgm:prSet/>
      <dgm:spPr/>
      <dgm:t>
        <a:bodyPr/>
        <a:lstStyle/>
        <a:p>
          <a:endParaRPr lang="tr-TR"/>
        </a:p>
      </dgm:t>
    </dgm:pt>
    <dgm:pt modelId="{6FC04F20-ED48-4917-8E56-B03FD2149F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try it on a public network</a:t>
          </a:r>
          <a:r>
            <a:rPr lang="tr-TR"/>
            <a:t> </a:t>
          </a:r>
          <a:r>
            <a:rPr lang="en-US"/>
            <a:t>switch to testnet </a:t>
          </a:r>
          <a:endParaRPr lang="tr-TR"/>
        </a:p>
      </dgm:t>
    </dgm:pt>
    <dgm:pt modelId="{78F1AE93-5939-4434-AAF2-71C3784D3F0A}" type="parTrans" cxnId="{70A07AF3-EB6F-47C7-90C3-CFC7D8306639}">
      <dgm:prSet/>
      <dgm:spPr/>
      <dgm:t>
        <a:bodyPr/>
        <a:lstStyle/>
        <a:p>
          <a:endParaRPr lang="tr-TR" sz="2400"/>
        </a:p>
      </dgm:t>
    </dgm:pt>
    <dgm:pt modelId="{8511240A-ED02-44FA-B8E8-3B7F6271EDD7}" type="sibTrans" cxnId="{70A07AF3-EB6F-47C7-90C3-CFC7D8306639}">
      <dgm:prSet/>
      <dgm:spPr/>
      <dgm:t>
        <a:bodyPr/>
        <a:lstStyle/>
        <a:p>
          <a:endParaRPr lang="tr-TR"/>
        </a:p>
      </dgm:t>
    </dgm:pt>
    <dgm:pt modelId="{E032B75A-4149-4F1B-9B80-EB23F1FCA9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expose your code to a more dynamic environment </a:t>
          </a:r>
          <a:endParaRPr lang="tr-TR"/>
        </a:p>
      </dgm:t>
    </dgm:pt>
    <dgm:pt modelId="{701D0CEE-259A-4F36-9078-435AD44E77E8}" type="parTrans" cxnId="{F4E6A964-9428-4BD7-8188-2353E56383C0}">
      <dgm:prSet/>
      <dgm:spPr/>
      <dgm:t>
        <a:bodyPr/>
        <a:lstStyle/>
        <a:p>
          <a:endParaRPr lang="tr-TR" sz="2400"/>
        </a:p>
      </dgm:t>
    </dgm:pt>
    <dgm:pt modelId="{7D5261F5-7139-4C53-BC01-2FD1D9566E59}" type="sibTrans" cxnId="{F4E6A964-9428-4BD7-8188-2353E56383C0}">
      <dgm:prSet/>
      <dgm:spPr/>
      <dgm:t>
        <a:bodyPr/>
        <a:lstStyle/>
        <a:p>
          <a:endParaRPr lang="tr-TR"/>
        </a:p>
      </dgm:t>
    </dgm:pt>
    <dgm:pt modelId="{9CE54F36-DB08-45A3-9296-E2B9BD2968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</a:t>
          </a:r>
          <a:r>
            <a:rPr lang="tr-TR"/>
            <a:t> </a:t>
          </a:r>
          <a:r>
            <a:rPr lang="en-US"/>
            <a:t>more diversity of code and applications. </a:t>
          </a:r>
          <a:endParaRPr lang="tr-TR"/>
        </a:p>
      </dgm:t>
    </dgm:pt>
    <dgm:pt modelId="{91044127-0A3D-4758-B609-371177D3C355}" type="parTrans" cxnId="{C1CAB753-F97D-4F64-AA2A-E6BE6D4144F3}">
      <dgm:prSet/>
      <dgm:spPr/>
      <dgm:t>
        <a:bodyPr/>
        <a:lstStyle/>
        <a:p>
          <a:endParaRPr lang="tr-TR" sz="2400"/>
        </a:p>
      </dgm:t>
    </dgm:pt>
    <dgm:pt modelId="{87C31FD6-B573-4B0F-97C4-B6EB73C937E5}" type="sibTrans" cxnId="{C1CAB753-F97D-4F64-AA2A-E6BE6D4144F3}">
      <dgm:prSet/>
      <dgm:spPr/>
      <dgm:t>
        <a:bodyPr/>
        <a:lstStyle/>
        <a:p>
          <a:endParaRPr lang="tr-TR"/>
        </a:p>
      </dgm:t>
    </dgm:pt>
    <dgm:pt modelId="{C8DF9293-86DD-4261-A0CF-288140ED9E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Switch to mainnet</a:t>
          </a:r>
        </a:p>
      </dgm:t>
    </dgm:pt>
    <dgm:pt modelId="{5022DD87-1F1F-48F8-9DEF-5C8C8110F857}" type="parTrans" cxnId="{10CEDBA7-2065-4B30-BCE1-16355C39DE3A}">
      <dgm:prSet/>
      <dgm:spPr/>
      <dgm:t>
        <a:bodyPr/>
        <a:lstStyle/>
        <a:p>
          <a:endParaRPr lang="tr-TR" sz="2400"/>
        </a:p>
      </dgm:t>
    </dgm:pt>
    <dgm:pt modelId="{8DA7BB31-71D7-4014-A357-BC4E252491A5}" type="sibTrans" cxnId="{10CEDBA7-2065-4B30-BCE1-16355C39DE3A}">
      <dgm:prSet/>
      <dgm:spPr/>
      <dgm:t>
        <a:bodyPr/>
        <a:lstStyle/>
        <a:p>
          <a:endParaRPr lang="tr-TR"/>
        </a:p>
      </dgm:t>
    </dgm:pt>
    <dgm:pt modelId="{99A11F14-1519-4B6F-A2CA-7D5876751C5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When </a:t>
          </a:r>
          <a:r>
            <a:rPr lang="en-US"/>
            <a:t>code</a:t>
          </a:r>
          <a:r>
            <a:rPr lang="tr-TR"/>
            <a:t> </a:t>
          </a:r>
          <a:r>
            <a:rPr lang="en-US"/>
            <a:t>works as expected, </a:t>
          </a:r>
          <a:endParaRPr lang="tr-TR"/>
        </a:p>
      </dgm:t>
    </dgm:pt>
    <dgm:pt modelId="{055C3E16-339C-4B0A-BCE3-449D3CA6EE61}" type="parTrans" cxnId="{EC00A702-E5A5-49B0-9CB5-7F92A1A9BF1F}">
      <dgm:prSet/>
      <dgm:spPr/>
      <dgm:t>
        <a:bodyPr/>
        <a:lstStyle/>
        <a:p>
          <a:endParaRPr lang="tr-TR" sz="2400"/>
        </a:p>
      </dgm:t>
    </dgm:pt>
    <dgm:pt modelId="{06407E20-A890-4A59-B1E5-E3D75AB24ABF}" type="sibTrans" cxnId="{EC00A702-E5A5-49B0-9CB5-7F92A1A9BF1F}">
      <dgm:prSet/>
      <dgm:spPr/>
      <dgm:t>
        <a:bodyPr/>
        <a:lstStyle/>
        <a:p>
          <a:endParaRPr lang="tr-TR"/>
        </a:p>
      </dgm:t>
    </dgm:pt>
    <dgm:pt modelId="{5BA1CD6E-F9C3-4DCD-937A-4177E792341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switch to mainnet to deploy it in production.</a:t>
          </a:r>
          <a:endParaRPr lang="tr-TR"/>
        </a:p>
      </dgm:t>
    </dgm:pt>
    <dgm:pt modelId="{21214810-CA43-483D-B48A-3048C74C5D65}" type="parTrans" cxnId="{B8D9EC93-D492-44B8-84A1-959A60F202CA}">
      <dgm:prSet/>
      <dgm:spPr/>
      <dgm:t>
        <a:bodyPr/>
        <a:lstStyle/>
        <a:p>
          <a:endParaRPr lang="tr-TR" sz="2400"/>
        </a:p>
      </dgm:t>
    </dgm:pt>
    <dgm:pt modelId="{25F3B0C4-7C16-427C-B2F6-0AA0847DE6DE}" type="sibTrans" cxnId="{B8D9EC93-D492-44B8-84A1-959A60F202CA}">
      <dgm:prSet/>
      <dgm:spPr/>
      <dgm:t>
        <a:bodyPr/>
        <a:lstStyle/>
        <a:p>
          <a:endParaRPr lang="tr-TR"/>
        </a:p>
      </dgm:t>
    </dgm:pt>
    <dgm:pt modelId="{EC03AED4-CEAE-4F3A-937C-E85E1EB4C667}" type="pres">
      <dgm:prSet presAssocID="{EDFB7648-1860-44DC-9C14-12E0DA7E3236}" presName="root" presStyleCnt="0">
        <dgm:presLayoutVars>
          <dgm:dir/>
          <dgm:resizeHandles val="exact"/>
        </dgm:presLayoutVars>
      </dgm:prSet>
      <dgm:spPr/>
    </dgm:pt>
    <dgm:pt modelId="{748903C0-5722-430C-BEED-A154F2BE2436}" type="pres">
      <dgm:prSet presAssocID="{6533EF69-D282-4726-B5EB-BF3AD03CEB9F}" presName="compNode" presStyleCnt="0"/>
      <dgm:spPr/>
    </dgm:pt>
    <dgm:pt modelId="{A9A187E8-B635-42A9-92B5-22F7AEB9F0C0}" type="pres">
      <dgm:prSet presAssocID="{6533EF69-D282-4726-B5EB-BF3AD03CEB9F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7E975835-476A-4283-B154-9B342ED63061}" type="pres">
      <dgm:prSet presAssocID="{6533EF69-D282-4726-B5EB-BF3AD03CEB9F}" presName="iconSpace" presStyleCnt="0"/>
      <dgm:spPr/>
    </dgm:pt>
    <dgm:pt modelId="{56925E90-085C-4D0E-A398-7E8C55D6EB62}" type="pres">
      <dgm:prSet presAssocID="{6533EF69-D282-4726-B5EB-BF3AD03CEB9F}" presName="parTx" presStyleLbl="revTx" presStyleIdx="0" presStyleCnt="8">
        <dgm:presLayoutVars>
          <dgm:chMax val="0"/>
          <dgm:chPref val="0"/>
        </dgm:presLayoutVars>
      </dgm:prSet>
      <dgm:spPr/>
    </dgm:pt>
    <dgm:pt modelId="{00C9A87B-8D59-4C44-80A7-70CF09B466E9}" type="pres">
      <dgm:prSet presAssocID="{6533EF69-D282-4726-B5EB-BF3AD03CEB9F}" presName="txSpace" presStyleCnt="0"/>
      <dgm:spPr/>
    </dgm:pt>
    <dgm:pt modelId="{CF5D14AA-43B7-48EF-ABCA-2E6995197FF0}" type="pres">
      <dgm:prSet presAssocID="{6533EF69-D282-4726-B5EB-BF3AD03CEB9F}" presName="desTx" presStyleLbl="revTx" presStyleIdx="1" presStyleCnt="8">
        <dgm:presLayoutVars/>
      </dgm:prSet>
      <dgm:spPr/>
    </dgm:pt>
    <dgm:pt modelId="{188077F6-E8C2-4A78-A31A-DF66A86D4F62}" type="pres">
      <dgm:prSet presAssocID="{6EE0279C-0D2B-4953-ABEC-6692F7BBAB22}" presName="sibTrans" presStyleCnt="0"/>
      <dgm:spPr/>
    </dgm:pt>
    <dgm:pt modelId="{EFAF69F6-77FF-4611-8056-7B18E96A6B3D}" type="pres">
      <dgm:prSet presAssocID="{25D510E9-1003-47FB-A78F-7E68B8E77D3D}" presName="compNode" presStyleCnt="0"/>
      <dgm:spPr/>
    </dgm:pt>
    <dgm:pt modelId="{EDA37550-FB33-4649-99A2-39D7DEC4D85E}" type="pres">
      <dgm:prSet presAssocID="{25D510E9-1003-47FB-A78F-7E68B8E77D3D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eb Design"/>
        </a:ext>
      </dgm:extLst>
    </dgm:pt>
    <dgm:pt modelId="{49D32664-E4F3-4555-8DC4-D996D755A616}" type="pres">
      <dgm:prSet presAssocID="{25D510E9-1003-47FB-A78F-7E68B8E77D3D}" presName="iconSpace" presStyleCnt="0"/>
      <dgm:spPr/>
    </dgm:pt>
    <dgm:pt modelId="{6493E84F-DF97-4F77-9C78-4C270316487C}" type="pres">
      <dgm:prSet presAssocID="{25D510E9-1003-47FB-A78F-7E68B8E77D3D}" presName="parTx" presStyleLbl="revTx" presStyleIdx="2" presStyleCnt="8">
        <dgm:presLayoutVars>
          <dgm:chMax val="0"/>
          <dgm:chPref val="0"/>
        </dgm:presLayoutVars>
      </dgm:prSet>
      <dgm:spPr/>
    </dgm:pt>
    <dgm:pt modelId="{954163DC-9D75-42AE-A0D2-ED2B3BB88781}" type="pres">
      <dgm:prSet presAssocID="{25D510E9-1003-47FB-A78F-7E68B8E77D3D}" presName="txSpace" presStyleCnt="0"/>
      <dgm:spPr/>
    </dgm:pt>
    <dgm:pt modelId="{B6AF1D34-7B6B-4FA5-B543-8CB9B83853BC}" type="pres">
      <dgm:prSet presAssocID="{25D510E9-1003-47FB-A78F-7E68B8E77D3D}" presName="desTx" presStyleLbl="revTx" presStyleIdx="3" presStyleCnt="8">
        <dgm:presLayoutVars/>
      </dgm:prSet>
      <dgm:spPr/>
    </dgm:pt>
    <dgm:pt modelId="{5F24AFC8-021F-4B1C-B15B-DD340083A0AE}" type="pres">
      <dgm:prSet presAssocID="{6E9F85A7-320C-4EA1-8ED2-C2467E66CD20}" presName="sibTrans" presStyleCnt="0"/>
      <dgm:spPr/>
    </dgm:pt>
    <dgm:pt modelId="{EC217E47-C9C3-42AA-B904-C07FCBB301E0}" type="pres">
      <dgm:prSet presAssocID="{23BF22D0-B924-4F51-B170-232DA514F938}" presName="compNode" presStyleCnt="0"/>
      <dgm:spPr/>
    </dgm:pt>
    <dgm:pt modelId="{FDAE59FD-1FD1-41C5-AB73-BE842F527726}" type="pres">
      <dgm:prSet presAssocID="{23BF22D0-B924-4F51-B170-232DA514F938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B7CBA843-9BE7-4313-ABFE-92713523935A}" type="pres">
      <dgm:prSet presAssocID="{23BF22D0-B924-4F51-B170-232DA514F938}" presName="iconSpace" presStyleCnt="0"/>
      <dgm:spPr/>
    </dgm:pt>
    <dgm:pt modelId="{F31A28EC-21C1-4150-A03E-57BB91ED8861}" type="pres">
      <dgm:prSet presAssocID="{23BF22D0-B924-4F51-B170-232DA514F938}" presName="parTx" presStyleLbl="revTx" presStyleIdx="4" presStyleCnt="8">
        <dgm:presLayoutVars>
          <dgm:chMax val="0"/>
          <dgm:chPref val="0"/>
        </dgm:presLayoutVars>
      </dgm:prSet>
      <dgm:spPr/>
    </dgm:pt>
    <dgm:pt modelId="{9CEFE485-1E9D-4786-A2CF-7B5AF6FC047A}" type="pres">
      <dgm:prSet presAssocID="{23BF22D0-B924-4F51-B170-232DA514F938}" presName="txSpace" presStyleCnt="0"/>
      <dgm:spPr/>
    </dgm:pt>
    <dgm:pt modelId="{1E34BC8D-EBD8-4225-AEE9-522E85C46C98}" type="pres">
      <dgm:prSet presAssocID="{23BF22D0-B924-4F51-B170-232DA514F938}" presName="desTx" presStyleLbl="revTx" presStyleIdx="5" presStyleCnt="8">
        <dgm:presLayoutVars/>
      </dgm:prSet>
      <dgm:spPr/>
    </dgm:pt>
    <dgm:pt modelId="{D318E7BD-1BFC-4501-A0FF-6B19BE5C9E6B}" type="pres">
      <dgm:prSet presAssocID="{7C889702-1059-463C-A30A-806AFEA110D1}" presName="sibTrans" presStyleCnt="0"/>
      <dgm:spPr/>
    </dgm:pt>
    <dgm:pt modelId="{03AEBB9F-7B0E-4967-972D-B09EAC6717E7}" type="pres">
      <dgm:prSet presAssocID="{C8DF9293-86DD-4261-A0CF-288140ED9E5C}" presName="compNode" presStyleCnt="0"/>
      <dgm:spPr/>
    </dgm:pt>
    <dgm:pt modelId="{A3421CFB-39E5-4D39-BEEF-C4F36215BEF5}" type="pres">
      <dgm:prSet presAssocID="{C8DF9293-86DD-4261-A0CF-288140ED9E5C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rowser Window"/>
        </a:ext>
      </dgm:extLst>
    </dgm:pt>
    <dgm:pt modelId="{18BF1BEC-2287-415D-8067-9EB183856637}" type="pres">
      <dgm:prSet presAssocID="{C8DF9293-86DD-4261-A0CF-288140ED9E5C}" presName="iconSpace" presStyleCnt="0"/>
      <dgm:spPr/>
    </dgm:pt>
    <dgm:pt modelId="{30C5B738-A2A9-4571-94B7-BB6DD5779F82}" type="pres">
      <dgm:prSet presAssocID="{C8DF9293-86DD-4261-A0CF-288140ED9E5C}" presName="parTx" presStyleLbl="revTx" presStyleIdx="6" presStyleCnt="8">
        <dgm:presLayoutVars>
          <dgm:chMax val="0"/>
          <dgm:chPref val="0"/>
        </dgm:presLayoutVars>
      </dgm:prSet>
      <dgm:spPr/>
    </dgm:pt>
    <dgm:pt modelId="{AD5ED99A-87E1-4EAE-A301-048266C16417}" type="pres">
      <dgm:prSet presAssocID="{C8DF9293-86DD-4261-A0CF-288140ED9E5C}" presName="txSpace" presStyleCnt="0"/>
      <dgm:spPr/>
    </dgm:pt>
    <dgm:pt modelId="{511F41CE-B20A-49AF-B692-8E1110A9E73C}" type="pres">
      <dgm:prSet presAssocID="{C8DF9293-86DD-4261-A0CF-288140ED9E5C}" presName="desTx" presStyleLbl="revTx" presStyleIdx="7" presStyleCnt="8">
        <dgm:presLayoutVars/>
      </dgm:prSet>
      <dgm:spPr/>
    </dgm:pt>
  </dgm:ptLst>
  <dgm:cxnLst>
    <dgm:cxn modelId="{8C5D4102-CA3F-49DE-B1C3-9F1D4BC8094B}" type="presOf" srcId="{C8DF9293-86DD-4261-A0CF-288140ED9E5C}" destId="{30C5B738-A2A9-4571-94B7-BB6DD5779F82}" srcOrd="0" destOrd="0" presId="urn:microsoft.com/office/officeart/2018/5/layout/CenteredIconLabelDescriptionList"/>
    <dgm:cxn modelId="{EC00A702-E5A5-49B0-9CB5-7F92A1A9BF1F}" srcId="{C8DF9293-86DD-4261-A0CF-288140ED9E5C}" destId="{99A11F14-1519-4B6F-A2CA-7D5876751C58}" srcOrd="0" destOrd="0" parTransId="{055C3E16-339C-4B0A-BCE3-449D3CA6EE61}" sibTransId="{06407E20-A890-4A59-B1E5-E3D75AB24ABF}"/>
    <dgm:cxn modelId="{6840E90D-F109-486D-9169-76C6A7558803}" type="presOf" srcId="{5BA1CD6E-F9C3-4DCD-937A-4177E7923411}" destId="{511F41CE-B20A-49AF-B692-8E1110A9E73C}" srcOrd="0" destOrd="1" presId="urn:microsoft.com/office/officeart/2018/5/layout/CenteredIconLabelDescriptionList"/>
    <dgm:cxn modelId="{2511CB21-D145-4A8F-87E1-4A270F0E0BDD}" type="presOf" srcId="{23BF22D0-B924-4F51-B170-232DA514F938}" destId="{F31A28EC-21C1-4150-A03E-57BB91ED8861}" srcOrd="0" destOrd="0" presId="urn:microsoft.com/office/officeart/2018/5/layout/CenteredIconLabelDescriptionList"/>
    <dgm:cxn modelId="{62D89B2D-B71E-4465-8ED6-CDCE51D19444}" type="presOf" srcId="{7576E080-750F-4E23-997E-39F4F63E846A}" destId="{B6AF1D34-7B6B-4FA5-B543-8CB9B83853BC}" srcOrd="0" destOrd="0" presId="urn:microsoft.com/office/officeart/2018/5/layout/CenteredIconLabelDescriptionList"/>
    <dgm:cxn modelId="{EEC0CC31-83BA-49D1-B3C5-025C806B3AE3}" type="presOf" srcId="{9CE54F36-DB08-45A3-9296-E2B9BD296814}" destId="{1E34BC8D-EBD8-4225-AEE9-522E85C46C98}" srcOrd="0" destOrd="2" presId="urn:microsoft.com/office/officeart/2018/5/layout/CenteredIconLabelDescriptionList"/>
    <dgm:cxn modelId="{0EA0BB40-DA23-4864-8A71-048C32D3A382}" srcId="{EDFB7648-1860-44DC-9C14-12E0DA7E3236}" destId="{6533EF69-D282-4726-B5EB-BF3AD03CEB9F}" srcOrd="0" destOrd="0" parTransId="{89CDDB49-5FAB-4B36-AFB7-0314F4314B6F}" sibTransId="{6EE0279C-0D2B-4953-ABEC-6692F7BBAB22}"/>
    <dgm:cxn modelId="{181B935B-A30B-49D2-B978-995DF6347FD8}" type="presOf" srcId="{344E99D1-E9DD-46CD-8742-6DA6EA8B2538}" destId="{CF5D14AA-43B7-48EF-ABCA-2E6995197FF0}" srcOrd="0" destOrd="1" presId="urn:microsoft.com/office/officeart/2018/5/layout/CenteredIconLabelDescriptionList"/>
    <dgm:cxn modelId="{057E185C-B567-420B-84D2-877D225D1377}" srcId="{6533EF69-D282-4726-B5EB-BF3AD03CEB9F}" destId="{21476593-B906-46E5-B516-EB8B356FE69F}" srcOrd="0" destOrd="0" parTransId="{32A7BA3A-E20D-4550-B335-084B1CE4A122}" sibTransId="{BB742D40-6B02-4407-8A28-5F48996A7D5D}"/>
    <dgm:cxn modelId="{F4E6A964-9428-4BD7-8188-2353E56383C0}" srcId="{23BF22D0-B924-4F51-B170-232DA514F938}" destId="{E032B75A-4149-4F1B-9B80-EB23F1FCA979}" srcOrd="1" destOrd="0" parTransId="{701D0CEE-259A-4F36-9078-435AD44E77E8}" sibTransId="{7D5261F5-7139-4C53-BC01-2FD1D9566E59}"/>
    <dgm:cxn modelId="{E70FE064-4A0E-46BF-A4D4-FCC29464C46B}" srcId="{EDFB7648-1860-44DC-9C14-12E0DA7E3236}" destId="{25D510E9-1003-47FB-A78F-7E68B8E77D3D}" srcOrd="1" destOrd="0" parTransId="{8592604E-8162-4688-90A2-89DEB5C02739}" sibTransId="{6E9F85A7-320C-4EA1-8ED2-C2467E66CD20}"/>
    <dgm:cxn modelId="{A88D9D6F-9D64-4833-9FC1-5F3F1106D8AA}" type="presOf" srcId="{6FC04F20-ED48-4917-8E56-B03FD2149F23}" destId="{1E34BC8D-EBD8-4225-AEE9-522E85C46C98}" srcOrd="0" destOrd="0" presId="urn:microsoft.com/office/officeart/2018/5/layout/CenteredIconLabelDescriptionList"/>
    <dgm:cxn modelId="{C1CAB753-F97D-4F64-AA2A-E6BE6D4144F3}" srcId="{23BF22D0-B924-4F51-B170-232DA514F938}" destId="{9CE54F36-DB08-45A3-9296-E2B9BD296814}" srcOrd="2" destOrd="0" parTransId="{91044127-0A3D-4758-B609-371177D3C355}" sibTransId="{87C31FD6-B573-4B0F-97C4-B6EB73C937E5}"/>
    <dgm:cxn modelId="{29470355-8891-439D-B3CC-011755E92D09}" type="presOf" srcId="{21476593-B906-46E5-B516-EB8B356FE69F}" destId="{CF5D14AA-43B7-48EF-ABCA-2E6995197FF0}" srcOrd="0" destOrd="0" presId="urn:microsoft.com/office/officeart/2018/5/layout/CenteredIconLabelDescriptionList"/>
    <dgm:cxn modelId="{BEEA5085-CEE8-41CD-8279-E17B07D26240}" srcId="{6533EF69-D282-4726-B5EB-BF3AD03CEB9F}" destId="{344E99D1-E9DD-46CD-8742-6DA6EA8B2538}" srcOrd="1" destOrd="0" parTransId="{D507597F-1219-4E55-B953-2C6A1D40FF24}" sibTransId="{45345334-7975-4A0B-993B-E974F2B9BEC7}"/>
    <dgm:cxn modelId="{3199FD85-8DD0-42FF-8281-3425979309A7}" type="presOf" srcId="{99A11F14-1519-4B6F-A2CA-7D5876751C58}" destId="{511F41CE-B20A-49AF-B692-8E1110A9E73C}" srcOrd="0" destOrd="0" presId="urn:microsoft.com/office/officeart/2018/5/layout/CenteredIconLabelDescriptionList"/>
    <dgm:cxn modelId="{6C94A689-1010-47F7-9814-64E9FC834201}" srcId="{EDFB7648-1860-44DC-9C14-12E0DA7E3236}" destId="{23BF22D0-B924-4F51-B170-232DA514F938}" srcOrd="2" destOrd="0" parTransId="{0C7C1F77-5EA9-4394-959F-47FAF28C30E0}" sibTransId="{7C889702-1059-463C-A30A-806AFEA110D1}"/>
    <dgm:cxn modelId="{55A8318D-4940-48E4-8D06-27095D1A0114}" type="presOf" srcId="{E032B75A-4149-4F1B-9B80-EB23F1FCA979}" destId="{1E34BC8D-EBD8-4225-AEE9-522E85C46C98}" srcOrd="0" destOrd="1" presId="urn:microsoft.com/office/officeart/2018/5/layout/CenteredIconLabelDescriptionList"/>
    <dgm:cxn modelId="{B8D9EC93-D492-44B8-84A1-959A60F202CA}" srcId="{C8DF9293-86DD-4261-A0CF-288140ED9E5C}" destId="{5BA1CD6E-F9C3-4DCD-937A-4177E7923411}" srcOrd="1" destOrd="0" parTransId="{21214810-CA43-483D-B48A-3048C74C5D65}" sibTransId="{25F3B0C4-7C16-427C-B2F6-0AA0847DE6DE}"/>
    <dgm:cxn modelId="{12D65E97-6B38-4D66-8FDD-94442A06D6D3}" srcId="{25D510E9-1003-47FB-A78F-7E68B8E77D3D}" destId="{7576E080-750F-4E23-997E-39F4F63E846A}" srcOrd="0" destOrd="0" parTransId="{03414FC4-EEF1-40FD-A42C-E5E6C0A06FA4}" sibTransId="{E128F7FA-3F0A-4745-95B4-FF7F64E5BA02}"/>
    <dgm:cxn modelId="{7B6C3C9D-95F6-435E-A329-E45640C0601C}" type="presOf" srcId="{EDFB7648-1860-44DC-9C14-12E0DA7E3236}" destId="{EC03AED4-CEAE-4F3A-937C-E85E1EB4C667}" srcOrd="0" destOrd="0" presId="urn:microsoft.com/office/officeart/2018/5/layout/CenteredIconLabelDescriptionList"/>
    <dgm:cxn modelId="{10CEDBA7-2065-4B30-BCE1-16355C39DE3A}" srcId="{EDFB7648-1860-44DC-9C14-12E0DA7E3236}" destId="{C8DF9293-86DD-4261-A0CF-288140ED9E5C}" srcOrd="3" destOrd="0" parTransId="{5022DD87-1F1F-48F8-9DEF-5C8C8110F857}" sibTransId="{8DA7BB31-71D7-4014-A357-BC4E252491A5}"/>
    <dgm:cxn modelId="{08B50FC3-31E5-4F57-A1E2-08383E176EFE}" type="presOf" srcId="{6533EF69-D282-4726-B5EB-BF3AD03CEB9F}" destId="{56925E90-085C-4D0E-A398-7E8C55D6EB62}" srcOrd="0" destOrd="0" presId="urn:microsoft.com/office/officeart/2018/5/layout/CenteredIconLabelDescriptionList"/>
    <dgm:cxn modelId="{4A0A61CF-C92B-4FFC-9BE9-1FB0D526F88C}" type="presOf" srcId="{25D510E9-1003-47FB-A78F-7E68B8E77D3D}" destId="{6493E84F-DF97-4F77-9C78-4C270316487C}" srcOrd="0" destOrd="0" presId="urn:microsoft.com/office/officeart/2018/5/layout/CenteredIconLabelDescriptionList"/>
    <dgm:cxn modelId="{70A07AF3-EB6F-47C7-90C3-CFC7D8306639}" srcId="{23BF22D0-B924-4F51-B170-232DA514F938}" destId="{6FC04F20-ED48-4917-8E56-B03FD2149F23}" srcOrd="0" destOrd="0" parTransId="{78F1AE93-5939-4434-AAF2-71C3784D3F0A}" sibTransId="{8511240A-ED02-44FA-B8E8-3B7F6271EDD7}"/>
    <dgm:cxn modelId="{65CE8E46-A14E-42E0-BE06-5D7B5662478E}" type="presParOf" srcId="{EC03AED4-CEAE-4F3A-937C-E85E1EB4C667}" destId="{748903C0-5722-430C-BEED-A154F2BE2436}" srcOrd="0" destOrd="0" presId="urn:microsoft.com/office/officeart/2018/5/layout/CenteredIconLabelDescriptionList"/>
    <dgm:cxn modelId="{9FE208A0-8C86-47F8-8A33-F23B4F4BF10D}" type="presParOf" srcId="{748903C0-5722-430C-BEED-A154F2BE2436}" destId="{A9A187E8-B635-42A9-92B5-22F7AEB9F0C0}" srcOrd="0" destOrd="0" presId="urn:microsoft.com/office/officeart/2018/5/layout/CenteredIconLabelDescriptionList"/>
    <dgm:cxn modelId="{99AAF464-0663-4BA5-BD80-F0A3D48E1803}" type="presParOf" srcId="{748903C0-5722-430C-BEED-A154F2BE2436}" destId="{7E975835-476A-4283-B154-9B342ED63061}" srcOrd="1" destOrd="0" presId="urn:microsoft.com/office/officeart/2018/5/layout/CenteredIconLabelDescriptionList"/>
    <dgm:cxn modelId="{57F1BB37-967E-4D5F-A834-89BA6477CEE0}" type="presParOf" srcId="{748903C0-5722-430C-BEED-A154F2BE2436}" destId="{56925E90-085C-4D0E-A398-7E8C55D6EB62}" srcOrd="2" destOrd="0" presId="urn:microsoft.com/office/officeart/2018/5/layout/CenteredIconLabelDescriptionList"/>
    <dgm:cxn modelId="{83818D02-FC97-4A53-96C5-59C7C52A87D6}" type="presParOf" srcId="{748903C0-5722-430C-BEED-A154F2BE2436}" destId="{00C9A87B-8D59-4C44-80A7-70CF09B466E9}" srcOrd="3" destOrd="0" presId="urn:microsoft.com/office/officeart/2018/5/layout/CenteredIconLabelDescriptionList"/>
    <dgm:cxn modelId="{74CC4D71-FA93-40AA-BBE3-54BDFA65E05B}" type="presParOf" srcId="{748903C0-5722-430C-BEED-A154F2BE2436}" destId="{CF5D14AA-43B7-48EF-ABCA-2E6995197FF0}" srcOrd="4" destOrd="0" presId="urn:microsoft.com/office/officeart/2018/5/layout/CenteredIconLabelDescriptionList"/>
    <dgm:cxn modelId="{A962A691-C138-496A-B6D3-87AE260FCA2B}" type="presParOf" srcId="{EC03AED4-CEAE-4F3A-937C-E85E1EB4C667}" destId="{188077F6-E8C2-4A78-A31A-DF66A86D4F62}" srcOrd="1" destOrd="0" presId="urn:microsoft.com/office/officeart/2018/5/layout/CenteredIconLabelDescriptionList"/>
    <dgm:cxn modelId="{3FF68209-2361-485E-9B94-12EAC676ED70}" type="presParOf" srcId="{EC03AED4-CEAE-4F3A-937C-E85E1EB4C667}" destId="{EFAF69F6-77FF-4611-8056-7B18E96A6B3D}" srcOrd="2" destOrd="0" presId="urn:microsoft.com/office/officeart/2018/5/layout/CenteredIconLabelDescriptionList"/>
    <dgm:cxn modelId="{B8C65125-8025-426B-B93B-F71670FDF642}" type="presParOf" srcId="{EFAF69F6-77FF-4611-8056-7B18E96A6B3D}" destId="{EDA37550-FB33-4649-99A2-39D7DEC4D85E}" srcOrd="0" destOrd="0" presId="urn:microsoft.com/office/officeart/2018/5/layout/CenteredIconLabelDescriptionList"/>
    <dgm:cxn modelId="{AA92E159-39B6-41E3-885F-0524457D3259}" type="presParOf" srcId="{EFAF69F6-77FF-4611-8056-7B18E96A6B3D}" destId="{49D32664-E4F3-4555-8DC4-D996D755A616}" srcOrd="1" destOrd="0" presId="urn:microsoft.com/office/officeart/2018/5/layout/CenteredIconLabelDescriptionList"/>
    <dgm:cxn modelId="{67AE0C7F-AD4B-4748-891F-B6CB06D5571C}" type="presParOf" srcId="{EFAF69F6-77FF-4611-8056-7B18E96A6B3D}" destId="{6493E84F-DF97-4F77-9C78-4C270316487C}" srcOrd="2" destOrd="0" presId="urn:microsoft.com/office/officeart/2018/5/layout/CenteredIconLabelDescriptionList"/>
    <dgm:cxn modelId="{63BAD472-0E07-4B16-AF21-A7333682F101}" type="presParOf" srcId="{EFAF69F6-77FF-4611-8056-7B18E96A6B3D}" destId="{954163DC-9D75-42AE-A0D2-ED2B3BB88781}" srcOrd="3" destOrd="0" presId="urn:microsoft.com/office/officeart/2018/5/layout/CenteredIconLabelDescriptionList"/>
    <dgm:cxn modelId="{9193071B-D9A6-42B8-8D65-F67B35A9D6A0}" type="presParOf" srcId="{EFAF69F6-77FF-4611-8056-7B18E96A6B3D}" destId="{B6AF1D34-7B6B-4FA5-B543-8CB9B83853BC}" srcOrd="4" destOrd="0" presId="urn:microsoft.com/office/officeart/2018/5/layout/CenteredIconLabelDescriptionList"/>
    <dgm:cxn modelId="{94231DCB-20A7-47B9-9B7C-C28203EC46C1}" type="presParOf" srcId="{EC03AED4-CEAE-4F3A-937C-E85E1EB4C667}" destId="{5F24AFC8-021F-4B1C-B15B-DD340083A0AE}" srcOrd="3" destOrd="0" presId="urn:microsoft.com/office/officeart/2018/5/layout/CenteredIconLabelDescriptionList"/>
    <dgm:cxn modelId="{660FD980-D4EB-44A2-B7DA-89C9656654E2}" type="presParOf" srcId="{EC03AED4-CEAE-4F3A-937C-E85E1EB4C667}" destId="{EC217E47-C9C3-42AA-B904-C07FCBB301E0}" srcOrd="4" destOrd="0" presId="urn:microsoft.com/office/officeart/2018/5/layout/CenteredIconLabelDescriptionList"/>
    <dgm:cxn modelId="{6533E1B6-F8B5-4B90-BF14-B8ADC6910A68}" type="presParOf" srcId="{EC217E47-C9C3-42AA-B904-C07FCBB301E0}" destId="{FDAE59FD-1FD1-41C5-AB73-BE842F527726}" srcOrd="0" destOrd="0" presId="urn:microsoft.com/office/officeart/2018/5/layout/CenteredIconLabelDescriptionList"/>
    <dgm:cxn modelId="{CE05528B-BFCB-47F0-8B9A-A1125ADAD6CA}" type="presParOf" srcId="{EC217E47-C9C3-42AA-B904-C07FCBB301E0}" destId="{B7CBA843-9BE7-4313-ABFE-92713523935A}" srcOrd="1" destOrd="0" presId="urn:microsoft.com/office/officeart/2018/5/layout/CenteredIconLabelDescriptionList"/>
    <dgm:cxn modelId="{258B67E6-9285-498F-80B5-24133A9BBF99}" type="presParOf" srcId="{EC217E47-C9C3-42AA-B904-C07FCBB301E0}" destId="{F31A28EC-21C1-4150-A03E-57BB91ED8861}" srcOrd="2" destOrd="0" presId="urn:microsoft.com/office/officeart/2018/5/layout/CenteredIconLabelDescriptionList"/>
    <dgm:cxn modelId="{560FE90B-FD61-40FF-B514-92FDE1CE3220}" type="presParOf" srcId="{EC217E47-C9C3-42AA-B904-C07FCBB301E0}" destId="{9CEFE485-1E9D-4786-A2CF-7B5AF6FC047A}" srcOrd="3" destOrd="0" presId="urn:microsoft.com/office/officeart/2018/5/layout/CenteredIconLabelDescriptionList"/>
    <dgm:cxn modelId="{C7C508A5-B33F-45A1-99B6-6DDDFE99F2FD}" type="presParOf" srcId="{EC217E47-C9C3-42AA-B904-C07FCBB301E0}" destId="{1E34BC8D-EBD8-4225-AEE9-522E85C46C98}" srcOrd="4" destOrd="0" presId="urn:microsoft.com/office/officeart/2018/5/layout/CenteredIconLabelDescriptionList"/>
    <dgm:cxn modelId="{1C1EF434-689F-4932-A9FB-AC317F8EC32C}" type="presParOf" srcId="{EC03AED4-CEAE-4F3A-937C-E85E1EB4C667}" destId="{D318E7BD-1BFC-4501-A0FF-6B19BE5C9E6B}" srcOrd="5" destOrd="0" presId="urn:microsoft.com/office/officeart/2018/5/layout/CenteredIconLabelDescriptionList"/>
    <dgm:cxn modelId="{E6EAB3CD-D56A-4553-8A48-C675D2C2ECF8}" type="presParOf" srcId="{EC03AED4-CEAE-4F3A-937C-E85E1EB4C667}" destId="{03AEBB9F-7B0E-4967-972D-B09EAC6717E7}" srcOrd="6" destOrd="0" presId="urn:microsoft.com/office/officeart/2018/5/layout/CenteredIconLabelDescriptionList"/>
    <dgm:cxn modelId="{8A871B5C-DB3F-4568-9483-BCF39E8C605A}" type="presParOf" srcId="{03AEBB9F-7B0E-4967-972D-B09EAC6717E7}" destId="{A3421CFB-39E5-4D39-BEEF-C4F36215BEF5}" srcOrd="0" destOrd="0" presId="urn:microsoft.com/office/officeart/2018/5/layout/CenteredIconLabelDescriptionList"/>
    <dgm:cxn modelId="{4DB2FEA3-8997-485D-A2E0-1B0A1090A0A8}" type="presParOf" srcId="{03AEBB9F-7B0E-4967-972D-B09EAC6717E7}" destId="{18BF1BEC-2287-415D-8067-9EB183856637}" srcOrd="1" destOrd="0" presId="urn:microsoft.com/office/officeart/2018/5/layout/CenteredIconLabelDescriptionList"/>
    <dgm:cxn modelId="{FC5B6E08-E252-44E2-8901-E74B40F4A7AE}" type="presParOf" srcId="{03AEBB9F-7B0E-4967-972D-B09EAC6717E7}" destId="{30C5B738-A2A9-4571-94B7-BB6DD5779F82}" srcOrd="2" destOrd="0" presId="urn:microsoft.com/office/officeart/2018/5/layout/CenteredIconLabelDescriptionList"/>
    <dgm:cxn modelId="{E0108EA6-863B-4B91-AB9D-F1A63989D3DA}" type="presParOf" srcId="{03AEBB9F-7B0E-4967-972D-B09EAC6717E7}" destId="{AD5ED99A-87E1-4EAE-A301-048266C16417}" srcOrd="3" destOrd="0" presId="urn:microsoft.com/office/officeart/2018/5/layout/CenteredIconLabelDescriptionList"/>
    <dgm:cxn modelId="{C33DC485-34F2-43DB-A034-1B6D51AFFB31}" type="presParOf" srcId="{03AEBB9F-7B0E-4967-972D-B09EAC6717E7}" destId="{511F41CE-B20A-49AF-B692-8E1110A9E73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B56EFF07-F619-44CF-9BAA-6C7D336F542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C39B30A5-73B7-415C-B676-12BF6CB40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Your opinion</a:t>
          </a:r>
        </a:p>
      </dgm:t>
    </dgm:pt>
    <dgm:pt modelId="{64B03A6B-5C2C-450A-9F2E-2FC84E9A4BE3}" type="parTrans" cxnId="{24B9AC7B-4026-46FA-8EAB-EA72A6A5F2DB}">
      <dgm:prSet/>
      <dgm:spPr/>
      <dgm:t>
        <a:bodyPr/>
        <a:lstStyle/>
        <a:p>
          <a:endParaRPr lang="tr-TR"/>
        </a:p>
      </dgm:t>
    </dgm:pt>
    <dgm:pt modelId="{52881BA2-E7AE-42C4-94D6-6579828C2B87}" type="sibTrans" cxnId="{24B9AC7B-4026-46FA-8EAB-EA72A6A5F2DB}">
      <dgm:prSet/>
      <dgm:spPr/>
      <dgm:t>
        <a:bodyPr/>
        <a:lstStyle/>
        <a:p>
          <a:endParaRPr lang="tr-TR"/>
        </a:p>
      </dgm:t>
    </dgm:pt>
    <dgm:pt modelId="{8841368A-36B1-48FC-A2A5-5D1EB73812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Challenging</a:t>
          </a:r>
        </a:p>
      </dgm:t>
    </dgm:pt>
    <dgm:pt modelId="{E54B16FF-61D9-47D5-ABE3-235F1A0D04A3}" type="parTrans" cxnId="{7F6132E2-89E3-4DDC-9C9D-176A50345F17}">
      <dgm:prSet/>
      <dgm:spPr/>
      <dgm:t>
        <a:bodyPr/>
        <a:lstStyle/>
        <a:p>
          <a:endParaRPr lang="tr-TR"/>
        </a:p>
      </dgm:t>
    </dgm:pt>
    <dgm:pt modelId="{4DB2FC51-182E-41E0-8584-5BB6B1D5B605}" type="sibTrans" cxnId="{7F6132E2-89E3-4DDC-9C9D-176A50345F17}">
      <dgm:prSet/>
      <dgm:spPr/>
      <dgm:t>
        <a:bodyPr/>
        <a:lstStyle/>
        <a:p>
          <a:endParaRPr lang="tr-TR"/>
        </a:p>
      </dgm:t>
    </dgm:pt>
    <dgm:pt modelId="{0849733B-2445-43CF-AD92-CD3266E42B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Clarification</a:t>
          </a:r>
        </a:p>
      </dgm:t>
    </dgm:pt>
    <dgm:pt modelId="{3BD14DE0-CED7-4B8C-B815-ED18A6A9F9AD}" type="parTrans" cxnId="{846B5234-B264-4DB9-930B-B894DFBCFBB6}">
      <dgm:prSet/>
      <dgm:spPr/>
      <dgm:t>
        <a:bodyPr/>
        <a:lstStyle/>
        <a:p>
          <a:endParaRPr lang="tr-TR"/>
        </a:p>
      </dgm:t>
    </dgm:pt>
    <dgm:pt modelId="{6F437F73-7249-423F-A6B6-08814B24D355}" type="sibTrans" cxnId="{846B5234-B264-4DB9-930B-B894DFBCFBB6}">
      <dgm:prSet/>
      <dgm:spPr/>
      <dgm:t>
        <a:bodyPr/>
        <a:lstStyle/>
        <a:p>
          <a:endParaRPr lang="tr-TR"/>
        </a:p>
      </dgm:t>
    </dgm:pt>
    <dgm:pt modelId="{732EB7B2-2BCB-44B9-95EB-32AEB4DF1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issue</a:t>
          </a:r>
        </a:p>
      </dgm:t>
    </dgm:pt>
    <dgm:pt modelId="{8CE98A37-CA36-4F01-A7EC-15B7D03350F8}" type="parTrans" cxnId="{AEBA1F83-A57A-41DC-8471-30B2A81DE615}">
      <dgm:prSet/>
      <dgm:spPr/>
      <dgm:t>
        <a:bodyPr/>
        <a:lstStyle/>
        <a:p>
          <a:endParaRPr lang="tr-TR"/>
        </a:p>
      </dgm:t>
    </dgm:pt>
    <dgm:pt modelId="{6AFEBCBB-C74E-4589-962E-49FB4A9948F4}" type="sibTrans" cxnId="{AEBA1F83-A57A-41DC-8471-30B2A81DE615}">
      <dgm:prSet/>
      <dgm:spPr/>
      <dgm:t>
        <a:bodyPr/>
        <a:lstStyle/>
        <a:p>
          <a:endParaRPr lang="tr-TR"/>
        </a:p>
      </dgm:t>
    </dgm:pt>
    <dgm:pt modelId="{0C44AAE8-30E4-46E9-ABB1-7C04744FE1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do you think on this chapter?</a:t>
          </a:r>
          <a:endParaRPr lang="tr-TR"/>
        </a:p>
      </dgm:t>
    </dgm:pt>
    <dgm:pt modelId="{2D00B61B-145C-45FB-B68B-07C28FE7D437}" type="parTrans" cxnId="{E083FBEB-65BE-4ED8-B591-E6E52AF361FD}">
      <dgm:prSet/>
      <dgm:spPr/>
      <dgm:t>
        <a:bodyPr/>
        <a:lstStyle/>
        <a:p>
          <a:endParaRPr lang="tr-TR"/>
        </a:p>
      </dgm:t>
    </dgm:pt>
    <dgm:pt modelId="{DBEFD1DD-AEF4-4349-B4A8-A82A54C69C58}" type="sibTrans" cxnId="{E083FBEB-65BE-4ED8-B591-E6E52AF361FD}">
      <dgm:prSet/>
      <dgm:spPr/>
      <dgm:t>
        <a:bodyPr/>
        <a:lstStyle/>
        <a:p>
          <a:endParaRPr lang="tr-TR"/>
        </a:p>
      </dgm:t>
    </dgm:pt>
    <dgm:pt modelId="{051E10DC-E74A-4906-8F74-B1A3B09A1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the most interesting point?</a:t>
          </a:r>
          <a:endParaRPr lang="tr-TR"/>
        </a:p>
      </dgm:t>
    </dgm:pt>
    <dgm:pt modelId="{402AF6CE-A044-4123-8ABD-7A77874723CD}" type="parTrans" cxnId="{F818F593-C936-45B8-AA4C-740B26E81D16}">
      <dgm:prSet/>
      <dgm:spPr/>
      <dgm:t>
        <a:bodyPr/>
        <a:lstStyle/>
        <a:p>
          <a:endParaRPr lang="tr-TR"/>
        </a:p>
      </dgm:t>
    </dgm:pt>
    <dgm:pt modelId="{580C0F77-AD2B-4079-9F03-CC28D940F8E3}" type="sibTrans" cxnId="{F818F593-C936-45B8-AA4C-740B26E81D16}">
      <dgm:prSet/>
      <dgm:spPr/>
      <dgm:t>
        <a:bodyPr/>
        <a:lstStyle/>
        <a:p>
          <a:endParaRPr lang="tr-TR"/>
        </a:p>
      </dgm:t>
    </dgm:pt>
    <dgm:pt modelId="{E5389173-720E-4683-BC63-1EF88F29E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are the unclarified points?</a:t>
          </a:r>
          <a:endParaRPr lang="tr-TR"/>
        </a:p>
      </dgm:t>
    </dgm:pt>
    <dgm:pt modelId="{34DF1CA1-71D7-4667-99B4-00390D793BD4}" type="parTrans" cxnId="{6A7DCE53-D748-4B65-A773-407BB0F445D3}">
      <dgm:prSet/>
      <dgm:spPr/>
      <dgm:t>
        <a:bodyPr/>
        <a:lstStyle/>
        <a:p>
          <a:endParaRPr lang="tr-TR"/>
        </a:p>
      </dgm:t>
    </dgm:pt>
    <dgm:pt modelId="{7BDB82B9-CAD6-46EA-AC0B-F9A469F62595}" type="sibTrans" cxnId="{6A7DCE53-D748-4B65-A773-407BB0F445D3}">
      <dgm:prSet/>
      <dgm:spPr/>
      <dgm:t>
        <a:bodyPr/>
        <a:lstStyle/>
        <a:p>
          <a:endParaRPr lang="tr-TR"/>
        </a:p>
      </dgm:t>
    </dgm:pt>
    <dgm:pt modelId="{8F873442-61B3-4E56-B25A-2ECB6D315D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Select and explain a critical </a:t>
          </a:r>
          <a:r>
            <a:rPr lang="en-US" dirty="0" err="1"/>
            <a:t>issu</a:t>
          </a:r>
          <a:r>
            <a:rPr lang="en-US" dirty="0"/>
            <a:t> in this chapter</a:t>
          </a:r>
          <a:endParaRPr lang="tr-TR" dirty="0"/>
        </a:p>
      </dgm:t>
    </dgm:pt>
    <dgm:pt modelId="{8F228638-2AFD-4BEB-B25E-4627DD3D305C}" type="parTrans" cxnId="{27B8C1B9-5A76-450D-8397-E3BE45F16056}">
      <dgm:prSet/>
      <dgm:spPr/>
      <dgm:t>
        <a:bodyPr/>
        <a:lstStyle/>
        <a:p>
          <a:endParaRPr lang="tr-TR"/>
        </a:p>
      </dgm:t>
    </dgm:pt>
    <dgm:pt modelId="{C60EE264-730D-426A-A73E-2BB71EF85F8D}" type="sibTrans" cxnId="{27B8C1B9-5A76-450D-8397-E3BE45F16056}">
      <dgm:prSet/>
      <dgm:spPr/>
      <dgm:t>
        <a:bodyPr/>
        <a:lstStyle/>
        <a:p>
          <a:endParaRPr lang="tr-TR"/>
        </a:p>
      </dgm:t>
    </dgm:pt>
    <dgm:pt modelId="{F6E6DCCC-F1D7-4CD3-BC1E-9F1C3BB99CC5}" type="pres">
      <dgm:prSet presAssocID="{B56EFF07-F619-44CF-9BAA-6C7D336F5420}" presName="root" presStyleCnt="0">
        <dgm:presLayoutVars>
          <dgm:dir/>
          <dgm:resizeHandles val="exact"/>
        </dgm:presLayoutVars>
      </dgm:prSet>
      <dgm:spPr/>
    </dgm:pt>
    <dgm:pt modelId="{82C93A11-5434-43F5-AF34-F358B3E1417A}" type="pres">
      <dgm:prSet presAssocID="{C39B30A5-73B7-415C-B676-12BF6CB4007C}" presName="compNode" presStyleCnt="0"/>
      <dgm:spPr/>
    </dgm:pt>
    <dgm:pt modelId="{21342365-8139-44CC-9018-0EC0A6E492F0}" type="pres">
      <dgm:prSet presAssocID="{C39B30A5-73B7-415C-B676-12BF6CB4007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41A5523A-49C6-40F6-AD18-5C8ED26D05B4}" type="pres">
      <dgm:prSet presAssocID="{C39B30A5-73B7-415C-B676-12BF6CB4007C}" presName="iconSpace" presStyleCnt="0"/>
      <dgm:spPr/>
    </dgm:pt>
    <dgm:pt modelId="{DEA29564-C127-45C9-84FD-FB0D6745C519}" type="pres">
      <dgm:prSet presAssocID="{C39B30A5-73B7-415C-B676-12BF6CB4007C}" presName="parTx" presStyleLbl="revTx" presStyleIdx="0" presStyleCnt="8">
        <dgm:presLayoutVars>
          <dgm:chMax val="0"/>
          <dgm:chPref val="0"/>
        </dgm:presLayoutVars>
      </dgm:prSet>
      <dgm:spPr/>
    </dgm:pt>
    <dgm:pt modelId="{D0399131-81C3-4377-AE9C-B8549CB6F41E}" type="pres">
      <dgm:prSet presAssocID="{C39B30A5-73B7-415C-B676-12BF6CB4007C}" presName="txSpace" presStyleCnt="0"/>
      <dgm:spPr/>
    </dgm:pt>
    <dgm:pt modelId="{7EDEF049-F1A9-4E28-B579-BFFC13E86FAC}" type="pres">
      <dgm:prSet presAssocID="{C39B30A5-73B7-415C-B676-12BF6CB4007C}" presName="desTx" presStyleLbl="revTx" presStyleIdx="1" presStyleCnt="8">
        <dgm:presLayoutVars/>
      </dgm:prSet>
      <dgm:spPr/>
    </dgm:pt>
    <dgm:pt modelId="{64CB4BFC-63C6-4E37-928A-8709BE462918}" type="pres">
      <dgm:prSet presAssocID="{52881BA2-E7AE-42C4-94D6-6579828C2B87}" presName="sibTrans" presStyleCnt="0"/>
      <dgm:spPr/>
    </dgm:pt>
    <dgm:pt modelId="{112265CF-F005-4F97-AFA2-A4862E75FDB9}" type="pres">
      <dgm:prSet presAssocID="{8841368A-36B1-48FC-A2A5-5D1EB7381265}" presName="compNode" presStyleCnt="0"/>
      <dgm:spPr/>
    </dgm:pt>
    <dgm:pt modelId="{5E8F8A7A-9490-44FC-A7E8-40D0F10C7CCC}" type="pres">
      <dgm:prSet presAssocID="{8841368A-36B1-48FC-A2A5-5D1EB7381265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2FDCA40F-6985-40F1-BA7F-D3407B367D32}" type="pres">
      <dgm:prSet presAssocID="{8841368A-36B1-48FC-A2A5-5D1EB7381265}" presName="iconSpace" presStyleCnt="0"/>
      <dgm:spPr/>
    </dgm:pt>
    <dgm:pt modelId="{B3186365-AB58-491B-A0A1-62063495E1FB}" type="pres">
      <dgm:prSet presAssocID="{8841368A-36B1-48FC-A2A5-5D1EB7381265}" presName="parTx" presStyleLbl="revTx" presStyleIdx="2" presStyleCnt="8">
        <dgm:presLayoutVars>
          <dgm:chMax val="0"/>
          <dgm:chPref val="0"/>
        </dgm:presLayoutVars>
      </dgm:prSet>
      <dgm:spPr/>
    </dgm:pt>
    <dgm:pt modelId="{169BFA6B-D171-499C-9118-A72B394E41E4}" type="pres">
      <dgm:prSet presAssocID="{8841368A-36B1-48FC-A2A5-5D1EB7381265}" presName="txSpace" presStyleCnt="0"/>
      <dgm:spPr/>
    </dgm:pt>
    <dgm:pt modelId="{503F28B4-419F-4189-8EF1-3AAA5AC2C057}" type="pres">
      <dgm:prSet presAssocID="{8841368A-36B1-48FC-A2A5-5D1EB7381265}" presName="desTx" presStyleLbl="revTx" presStyleIdx="3" presStyleCnt="8">
        <dgm:presLayoutVars/>
      </dgm:prSet>
      <dgm:spPr/>
    </dgm:pt>
    <dgm:pt modelId="{F2AB4FB1-D57C-4C08-8C82-D2BE1613797F}" type="pres">
      <dgm:prSet presAssocID="{4DB2FC51-182E-41E0-8584-5BB6B1D5B605}" presName="sibTrans" presStyleCnt="0"/>
      <dgm:spPr/>
    </dgm:pt>
    <dgm:pt modelId="{775C5914-16C8-429B-A5E7-4D1D04248368}" type="pres">
      <dgm:prSet presAssocID="{0849733B-2445-43CF-AD92-CD3266E42B5C}" presName="compNode" presStyleCnt="0"/>
      <dgm:spPr/>
    </dgm:pt>
    <dgm:pt modelId="{0D1F16E1-001C-4F4B-B5B5-C8F578729E73}" type="pres">
      <dgm:prSet presAssocID="{0849733B-2445-43CF-AD92-CD3266E42B5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 mark"/>
        </a:ext>
      </dgm:extLst>
    </dgm:pt>
    <dgm:pt modelId="{BC830D53-6C14-4FE9-82C9-6FCCFA0EA126}" type="pres">
      <dgm:prSet presAssocID="{0849733B-2445-43CF-AD92-CD3266E42B5C}" presName="iconSpace" presStyleCnt="0"/>
      <dgm:spPr/>
    </dgm:pt>
    <dgm:pt modelId="{3365F64B-08E0-451E-8E23-DCA274503F61}" type="pres">
      <dgm:prSet presAssocID="{0849733B-2445-43CF-AD92-CD3266E42B5C}" presName="parTx" presStyleLbl="revTx" presStyleIdx="4" presStyleCnt="8">
        <dgm:presLayoutVars>
          <dgm:chMax val="0"/>
          <dgm:chPref val="0"/>
        </dgm:presLayoutVars>
      </dgm:prSet>
      <dgm:spPr/>
    </dgm:pt>
    <dgm:pt modelId="{96FD95E1-8664-477F-868B-96E4705D05DE}" type="pres">
      <dgm:prSet presAssocID="{0849733B-2445-43CF-AD92-CD3266E42B5C}" presName="txSpace" presStyleCnt="0"/>
      <dgm:spPr/>
    </dgm:pt>
    <dgm:pt modelId="{6D129A52-35D1-46AF-B09A-DCBC4FE80DBE}" type="pres">
      <dgm:prSet presAssocID="{0849733B-2445-43CF-AD92-CD3266E42B5C}" presName="desTx" presStyleLbl="revTx" presStyleIdx="5" presStyleCnt="8">
        <dgm:presLayoutVars/>
      </dgm:prSet>
      <dgm:spPr/>
    </dgm:pt>
    <dgm:pt modelId="{7F2ABB1B-5674-4600-AF83-D3412F44C875}" type="pres">
      <dgm:prSet presAssocID="{6F437F73-7249-423F-A6B6-08814B24D355}" presName="sibTrans" presStyleCnt="0"/>
      <dgm:spPr/>
    </dgm:pt>
    <dgm:pt modelId="{832D3AE9-724C-4C7F-9316-F0226612D743}" type="pres">
      <dgm:prSet presAssocID="{732EB7B2-2BCB-44B9-95EB-32AEB4DF1799}" presName="compNode" presStyleCnt="0"/>
      <dgm:spPr/>
    </dgm:pt>
    <dgm:pt modelId="{5C86ECA9-317D-4F01-A593-EB77CE907331}" type="pres">
      <dgm:prSet presAssocID="{732EB7B2-2BCB-44B9-95EB-32AEB4DF1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6242B411-8FD6-4360-8C8E-E817B6B95DB1}" type="pres">
      <dgm:prSet presAssocID="{732EB7B2-2BCB-44B9-95EB-32AEB4DF1799}" presName="iconSpace" presStyleCnt="0"/>
      <dgm:spPr/>
    </dgm:pt>
    <dgm:pt modelId="{82A97F6A-D049-4802-804D-F4BD9FCB5565}" type="pres">
      <dgm:prSet presAssocID="{732EB7B2-2BCB-44B9-95EB-32AEB4DF1799}" presName="parTx" presStyleLbl="revTx" presStyleIdx="6" presStyleCnt="8">
        <dgm:presLayoutVars>
          <dgm:chMax val="0"/>
          <dgm:chPref val="0"/>
        </dgm:presLayoutVars>
      </dgm:prSet>
      <dgm:spPr/>
    </dgm:pt>
    <dgm:pt modelId="{28FF8D36-55EC-4516-9076-31C7930C6CF9}" type="pres">
      <dgm:prSet presAssocID="{732EB7B2-2BCB-44B9-95EB-32AEB4DF1799}" presName="txSpace" presStyleCnt="0"/>
      <dgm:spPr/>
    </dgm:pt>
    <dgm:pt modelId="{2295EE30-76A9-431A-BE94-B9A9D43B841E}" type="pres">
      <dgm:prSet presAssocID="{732EB7B2-2BCB-44B9-95EB-32AEB4DF1799}" presName="desTx" presStyleLbl="revTx" presStyleIdx="7" presStyleCnt="8">
        <dgm:presLayoutVars/>
      </dgm:prSet>
      <dgm:spPr/>
    </dgm:pt>
  </dgm:ptLst>
  <dgm:cxnLst>
    <dgm:cxn modelId="{5C066B05-1418-4D2B-B050-D86AE53DE4F7}" type="presOf" srcId="{8F873442-61B3-4E56-B25A-2ECB6D315DD7}" destId="{2295EE30-76A9-431A-BE94-B9A9D43B841E}" srcOrd="0" destOrd="0" presId="urn:microsoft.com/office/officeart/2018/2/layout/IconLabelDescriptionList"/>
    <dgm:cxn modelId="{A319A30E-2852-4FF6-B748-FFC2BABDC6E1}" type="presOf" srcId="{E5389173-720E-4683-BC63-1EF88F29E563}" destId="{6D129A52-35D1-46AF-B09A-DCBC4FE80DBE}" srcOrd="0" destOrd="0" presId="urn:microsoft.com/office/officeart/2018/2/layout/IconLabelDescriptionList"/>
    <dgm:cxn modelId="{A99AE80F-985E-4919-BEA1-678DF689D54B}" type="presOf" srcId="{C39B30A5-73B7-415C-B676-12BF6CB4007C}" destId="{DEA29564-C127-45C9-84FD-FB0D6745C519}" srcOrd="0" destOrd="0" presId="urn:microsoft.com/office/officeart/2018/2/layout/IconLabelDescriptionList"/>
    <dgm:cxn modelId="{CE077826-4BBA-4E22-8C9D-13B938B3C45E}" type="presOf" srcId="{0C44AAE8-30E4-46E9-ABB1-7C04744FE14C}" destId="{7EDEF049-F1A9-4E28-B579-BFFC13E86FAC}" srcOrd="0" destOrd="0" presId="urn:microsoft.com/office/officeart/2018/2/layout/IconLabelDescriptionList"/>
    <dgm:cxn modelId="{846B5234-B264-4DB9-930B-B894DFBCFBB6}" srcId="{B56EFF07-F619-44CF-9BAA-6C7D336F5420}" destId="{0849733B-2445-43CF-AD92-CD3266E42B5C}" srcOrd="2" destOrd="0" parTransId="{3BD14DE0-CED7-4B8C-B815-ED18A6A9F9AD}" sibTransId="{6F437F73-7249-423F-A6B6-08814B24D355}"/>
    <dgm:cxn modelId="{690B1539-9912-4CAE-891E-1C3783FEF98E}" type="presOf" srcId="{0849733B-2445-43CF-AD92-CD3266E42B5C}" destId="{3365F64B-08E0-451E-8E23-DCA274503F61}" srcOrd="0" destOrd="0" presId="urn:microsoft.com/office/officeart/2018/2/layout/IconLabelDescriptionList"/>
    <dgm:cxn modelId="{5B65AB3C-BF3B-4DB8-8827-440E20737F5C}" type="presOf" srcId="{732EB7B2-2BCB-44B9-95EB-32AEB4DF1799}" destId="{82A97F6A-D049-4802-804D-F4BD9FCB5565}" srcOrd="0" destOrd="0" presId="urn:microsoft.com/office/officeart/2018/2/layout/IconLabelDescriptionList"/>
    <dgm:cxn modelId="{F39B6E61-FFDE-46B5-9480-ACE5B6C4CDAA}" type="presOf" srcId="{B56EFF07-F619-44CF-9BAA-6C7D336F5420}" destId="{F6E6DCCC-F1D7-4CD3-BC1E-9F1C3BB99CC5}" srcOrd="0" destOrd="0" presId="urn:microsoft.com/office/officeart/2018/2/layout/IconLabelDescriptionList"/>
    <dgm:cxn modelId="{AE41D452-CF30-4E5B-AA27-DE864E4A71AC}" type="presOf" srcId="{051E10DC-E74A-4906-8F74-B1A3B09A1930}" destId="{503F28B4-419F-4189-8EF1-3AAA5AC2C057}" srcOrd="0" destOrd="0" presId="urn:microsoft.com/office/officeart/2018/2/layout/IconLabelDescriptionList"/>
    <dgm:cxn modelId="{6A7DCE53-D748-4B65-A773-407BB0F445D3}" srcId="{0849733B-2445-43CF-AD92-CD3266E42B5C}" destId="{E5389173-720E-4683-BC63-1EF88F29E563}" srcOrd="0" destOrd="0" parTransId="{34DF1CA1-71D7-4667-99B4-00390D793BD4}" sibTransId="{7BDB82B9-CAD6-46EA-AC0B-F9A469F62595}"/>
    <dgm:cxn modelId="{24B9AC7B-4026-46FA-8EAB-EA72A6A5F2DB}" srcId="{B56EFF07-F619-44CF-9BAA-6C7D336F5420}" destId="{C39B30A5-73B7-415C-B676-12BF6CB4007C}" srcOrd="0" destOrd="0" parTransId="{64B03A6B-5C2C-450A-9F2E-2FC84E9A4BE3}" sibTransId="{52881BA2-E7AE-42C4-94D6-6579828C2B87}"/>
    <dgm:cxn modelId="{AEBA1F83-A57A-41DC-8471-30B2A81DE615}" srcId="{B56EFF07-F619-44CF-9BAA-6C7D336F5420}" destId="{732EB7B2-2BCB-44B9-95EB-32AEB4DF1799}" srcOrd="3" destOrd="0" parTransId="{8CE98A37-CA36-4F01-A7EC-15B7D03350F8}" sibTransId="{6AFEBCBB-C74E-4589-962E-49FB4A9948F4}"/>
    <dgm:cxn modelId="{F818F593-C936-45B8-AA4C-740B26E81D16}" srcId="{8841368A-36B1-48FC-A2A5-5D1EB7381265}" destId="{051E10DC-E74A-4906-8F74-B1A3B09A1930}" srcOrd="0" destOrd="0" parTransId="{402AF6CE-A044-4123-8ABD-7A77874723CD}" sibTransId="{580C0F77-AD2B-4079-9F03-CC28D940F8E3}"/>
    <dgm:cxn modelId="{0B73749B-8F2E-4EF8-ABED-5B8B3A199172}" type="presOf" srcId="{8841368A-36B1-48FC-A2A5-5D1EB7381265}" destId="{B3186365-AB58-491B-A0A1-62063495E1FB}" srcOrd="0" destOrd="0" presId="urn:microsoft.com/office/officeart/2018/2/layout/IconLabelDescriptionList"/>
    <dgm:cxn modelId="{27B8C1B9-5A76-450D-8397-E3BE45F16056}" srcId="{732EB7B2-2BCB-44B9-95EB-32AEB4DF1799}" destId="{8F873442-61B3-4E56-B25A-2ECB6D315DD7}" srcOrd="0" destOrd="0" parTransId="{8F228638-2AFD-4BEB-B25E-4627DD3D305C}" sibTransId="{C60EE264-730D-426A-A73E-2BB71EF85F8D}"/>
    <dgm:cxn modelId="{7F6132E2-89E3-4DDC-9C9D-176A50345F17}" srcId="{B56EFF07-F619-44CF-9BAA-6C7D336F5420}" destId="{8841368A-36B1-48FC-A2A5-5D1EB7381265}" srcOrd="1" destOrd="0" parTransId="{E54B16FF-61D9-47D5-ABE3-235F1A0D04A3}" sibTransId="{4DB2FC51-182E-41E0-8584-5BB6B1D5B605}"/>
    <dgm:cxn modelId="{E083FBEB-65BE-4ED8-B591-E6E52AF361FD}" srcId="{C39B30A5-73B7-415C-B676-12BF6CB4007C}" destId="{0C44AAE8-30E4-46E9-ABB1-7C04744FE14C}" srcOrd="0" destOrd="0" parTransId="{2D00B61B-145C-45FB-B68B-07C28FE7D437}" sibTransId="{DBEFD1DD-AEF4-4349-B4A8-A82A54C69C58}"/>
    <dgm:cxn modelId="{646B6BAD-4B36-4E97-9CAC-6A921C880097}" type="presParOf" srcId="{F6E6DCCC-F1D7-4CD3-BC1E-9F1C3BB99CC5}" destId="{82C93A11-5434-43F5-AF34-F358B3E1417A}" srcOrd="0" destOrd="0" presId="urn:microsoft.com/office/officeart/2018/2/layout/IconLabelDescriptionList"/>
    <dgm:cxn modelId="{BDF7FF8A-AAFE-4EEA-A3C5-A6023F785BC4}" type="presParOf" srcId="{82C93A11-5434-43F5-AF34-F358B3E1417A}" destId="{21342365-8139-44CC-9018-0EC0A6E492F0}" srcOrd="0" destOrd="0" presId="urn:microsoft.com/office/officeart/2018/2/layout/IconLabelDescriptionList"/>
    <dgm:cxn modelId="{FF887E34-9868-4C50-AB5E-FF1B689B4232}" type="presParOf" srcId="{82C93A11-5434-43F5-AF34-F358B3E1417A}" destId="{41A5523A-49C6-40F6-AD18-5C8ED26D05B4}" srcOrd="1" destOrd="0" presId="urn:microsoft.com/office/officeart/2018/2/layout/IconLabelDescriptionList"/>
    <dgm:cxn modelId="{5811DDAF-6A25-4B4A-B4D8-6F392EBC09BB}" type="presParOf" srcId="{82C93A11-5434-43F5-AF34-F358B3E1417A}" destId="{DEA29564-C127-45C9-84FD-FB0D6745C519}" srcOrd="2" destOrd="0" presId="urn:microsoft.com/office/officeart/2018/2/layout/IconLabelDescriptionList"/>
    <dgm:cxn modelId="{624190FB-1942-46C7-A7EA-EFACC778BFA4}" type="presParOf" srcId="{82C93A11-5434-43F5-AF34-F358B3E1417A}" destId="{D0399131-81C3-4377-AE9C-B8549CB6F41E}" srcOrd="3" destOrd="0" presId="urn:microsoft.com/office/officeart/2018/2/layout/IconLabelDescriptionList"/>
    <dgm:cxn modelId="{7354A42D-EF4F-42E5-BC24-AC96059ECD7E}" type="presParOf" srcId="{82C93A11-5434-43F5-AF34-F358B3E1417A}" destId="{7EDEF049-F1A9-4E28-B579-BFFC13E86FAC}" srcOrd="4" destOrd="0" presId="urn:microsoft.com/office/officeart/2018/2/layout/IconLabelDescriptionList"/>
    <dgm:cxn modelId="{D5CBAAD7-59B5-4F29-92EC-D3339A36505F}" type="presParOf" srcId="{F6E6DCCC-F1D7-4CD3-BC1E-9F1C3BB99CC5}" destId="{64CB4BFC-63C6-4E37-928A-8709BE462918}" srcOrd="1" destOrd="0" presId="urn:microsoft.com/office/officeart/2018/2/layout/IconLabelDescriptionList"/>
    <dgm:cxn modelId="{6597CB6D-66F7-4F3C-AEBE-F8BE9BAACC2B}" type="presParOf" srcId="{F6E6DCCC-F1D7-4CD3-BC1E-9F1C3BB99CC5}" destId="{112265CF-F005-4F97-AFA2-A4862E75FDB9}" srcOrd="2" destOrd="0" presId="urn:microsoft.com/office/officeart/2018/2/layout/IconLabelDescriptionList"/>
    <dgm:cxn modelId="{67AE2875-7F60-4071-AD0D-B1B3A85EA311}" type="presParOf" srcId="{112265CF-F005-4F97-AFA2-A4862E75FDB9}" destId="{5E8F8A7A-9490-44FC-A7E8-40D0F10C7CCC}" srcOrd="0" destOrd="0" presId="urn:microsoft.com/office/officeart/2018/2/layout/IconLabelDescriptionList"/>
    <dgm:cxn modelId="{1F63DE5F-CF0D-4734-9CA6-BB62A4CAB860}" type="presParOf" srcId="{112265CF-F005-4F97-AFA2-A4862E75FDB9}" destId="{2FDCA40F-6985-40F1-BA7F-D3407B367D32}" srcOrd="1" destOrd="0" presId="urn:microsoft.com/office/officeart/2018/2/layout/IconLabelDescriptionList"/>
    <dgm:cxn modelId="{0AC7ED5D-E009-44BB-9C1A-841D5A425E3A}" type="presParOf" srcId="{112265CF-F005-4F97-AFA2-A4862E75FDB9}" destId="{B3186365-AB58-491B-A0A1-62063495E1FB}" srcOrd="2" destOrd="0" presId="urn:microsoft.com/office/officeart/2018/2/layout/IconLabelDescriptionList"/>
    <dgm:cxn modelId="{C06FD05E-EFAC-4726-BB60-B0D71645409F}" type="presParOf" srcId="{112265CF-F005-4F97-AFA2-A4862E75FDB9}" destId="{169BFA6B-D171-499C-9118-A72B394E41E4}" srcOrd="3" destOrd="0" presId="urn:microsoft.com/office/officeart/2018/2/layout/IconLabelDescriptionList"/>
    <dgm:cxn modelId="{AD3424EB-28D7-4BC7-97CD-CCA4BAC6DFD8}" type="presParOf" srcId="{112265CF-F005-4F97-AFA2-A4862E75FDB9}" destId="{503F28B4-419F-4189-8EF1-3AAA5AC2C057}" srcOrd="4" destOrd="0" presId="urn:microsoft.com/office/officeart/2018/2/layout/IconLabelDescriptionList"/>
    <dgm:cxn modelId="{92F5F187-9B77-4D37-8F76-DE9F9C45D58B}" type="presParOf" srcId="{F6E6DCCC-F1D7-4CD3-BC1E-9F1C3BB99CC5}" destId="{F2AB4FB1-D57C-4C08-8C82-D2BE1613797F}" srcOrd="3" destOrd="0" presId="urn:microsoft.com/office/officeart/2018/2/layout/IconLabelDescriptionList"/>
    <dgm:cxn modelId="{F0CDA6BE-3AD2-4D90-8674-C70CA440F95B}" type="presParOf" srcId="{F6E6DCCC-F1D7-4CD3-BC1E-9F1C3BB99CC5}" destId="{775C5914-16C8-429B-A5E7-4D1D04248368}" srcOrd="4" destOrd="0" presId="urn:microsoft.com/office/officeart/2018/2/layout/IconLabelDescriptionList"/>
    <dgm:cxn modelId="{97AA41A6-7BDC-45DA-9A1F-0BBCA93470D7}" type="presParOf" srcId="{775C5914-16C8-429B-A5E7-4D1D04248368}" destId="{0D1F16E1-001C-4F4B-B5B5-C8F578729E73}" srcOrd="0" destOrd="0" presId="urn:microsoft.com/office/officeart/2018/2/layout/IconLabelDescriptionList"/>
    <dgm:cxn modelId="{0AEF75FA-3E60-4DDA-BCF6-079646678427}" type="presParOf" srcId="{775C5914-16C8-429B-A5E7-4D1D04248368}" destId="{BC830D53-6C14-4FE9-82C9-6FCCFA0EA126}" srcOrd="1" destOrd="0" presId="urn:microsoft.com/office/officeart/2018/2/layout/IconLabelDescriptionList"/>
    <dgm:cxn modelId="{D55C29E9-B37E-45E5-B2BC-E50126B99F90}" type="presParOf" srcId="{775C5914-16C8-429B-A5E7-4D1D04248368}" destId="{3365F64B-08E0-451E-8E23-DCA274503F61}" srcOrd="2" destOrd="0" presId="urn:microsoft.com/office/officeart/2018/2/layout/IconLabelDescriptionList"/>
    <dgm:cxn modelId="{3AA99617-257B-49A6-A741-68663CEBA929}" type="presParOf" srcId="{775C5914-16C8-429B-A5E7-4D1D04248368}" destId="{96FD95E1-8664-477F-868B-96E4705D05DE}" srcOrd="3" destOrd="0" presId="urn:microsoft.com/office/officeart/2018/2/layout/IconLabelDescriptionList"/>
    <dgm:cxn modelId="{32FF883D-F76A-497C-8490-A852F5B4143D}" type="presParOf" srcId="{775C5914-16C8-429B-A5E7-4D1D04248368}" destId="{6D129A52-35D1-46AF-B09A-DCBC4FE80DBE}" srcOrd="4" destOrd="0" presId="urn:microsoft.com/office/officeart/2018/2/layout/IconLabelDescriptionList"/>
    <dgm:cxn modelId="{38BE690F-4C09-455C-9E22-52048FA1B0E9}" type="presParOf" srcId="{F6E6DCCC-F1D7-4CD3-BC1E-9F1C3BB99CC5}" destId="{7F2ABB1B-5674-4600-AF83-D3412F44C875}" srcOrd="5" destOrd="0" presId="urn:microsoft.com/office/officeart/2018/2/layout/IconLabelDescriptionList"/>
    <dgm:cxn modelId="{CE558498-71AD-424C-97F6-62753C5CB43C}" type="presParOf" srcId="{F6E6DCCC-F1D7-4CD3-BC1E-9F1C3BB99CC5}" destId="{832D3AE9-724C-4C7F-9316-F0226612D743}" srcOrd="6" destOrd="0" presId="urn:microsoft.com/office/officeart/2018/2/layout/IconLabelDescriptionList"/>
    <dgm:cxn modelId="{E3803FCA-F1DB-43A3-A7FD-851DC304B5C4}" type="presParOf" srcId="{832D3AE9-724C-4C7F-9316-F0226612D743}" destId="{5C86ECA9-317D-4F01-A593-EB77CE907331}" srcOrd="0" destOrd="0" presId="urn:microsoft.com/office/officeart/2018/2/layout/IconLabelDescriptionList"/>
    <dgm:cxn modelId="{C3B9DDB3-A70D-4635-90C9-A8C83F1C4DD9}" type="presParOf" srcId="{832D3AE9-724C-4C7F-9316-F0226612D743}" destId="{6242B411-8FD6-4360-8C8E-E817B6B95DB1}" srcOrd="1" destOrd="0" presId="urn:microsoft.com/office/officeart/2018/2/layout/IconLabelDescriptionList"/>
    <dgm:cxn modelId="{335CC69C-5EBF-4819-8D13-50092AAA84D3}" type="presParOf" srcId="{832D3AE9-724C-4C7F-9316-F0226612D743}" destId="{82A97F6A-D049-4802-804D-F4BD9FCB5565}" srcOrd="2" destOrd="0" presId="urn:microsoft.com/office/officeart/2018/2/layout/IconLabelDescriptionList"/>
    <dgm:cxn modelId="{3D8DC25A-0710-4BA9-9C88-B51E28B8C328}" type="presParOf" srcId="{832D3AE9-724C-4C7F-9316-F0226612D743}" destId="{28FF8D36-55EC-4516-9076-31C7930C6CF9}" srcOrd="3" destOrd="0" presId="urn:microsoft.com/office/officeart/2018/2/layout/IconLabelDescriptionList"/>
    <dgm:cxn modelId="{C2DFAA3E-158B-416C-95CF-96B69F2F6F9C}" type="presParOf" srcId="{832D3AE9-724C-4C7F-9316-F0226612D743}" destId="{2295EE30-76A9-431A-BE94-B9A9D43B841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F61D6AA-F154-4C02-BF89-4E959692B186}">
      <dsp:nvSpPr>
        <dsp:cNvPr id="0" name=""/>
        <dsp:cNvSpPr/>
      </dsp:nvSpPr>
      <dsp:spPr>
        <a:xfrm>
          <a:off x="0" y="1802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5FDDA82-91D8-49E1-957E-8CD51BB0AAA7}">
      <dsp:nvSpPr>
        <dsp:cNvPr id="0" name=""/>
        <dsp:cNvSpPr/>
      </dsp:nvSpPr>
      <dsp:spPr>
        <a:xfrm>
          <a:off x="232341" y="174618"/>
          <a:ext cx="422439" cy="422439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7086D05-00DC-42E7-ABA8-F28AAB22342B}">
      <dsp:nvSpPr>
        <dsp:cNvPr id="0" name=""/>
        <dsp:cNvSpPr/>
      </dsp:nvSpPr>
      <dsp:spPr>
        <a:xfrm>
          <a:off x="887122" y="1802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Introduction</a:t>
          </a:r>
          <a:endParaRPr lang="en-US" sz="1900" kern="1200"/>
        </a:p>
      </dsp:txBody>
      <dsp:txXfrm>
        <a:off x="887122" y="1802"/>
        <a:ext cx="6301077" cy="768071"/>
      </dsp:txXfrm>
    </dsp:sp>
    <dsp:sp modelId="{E1F906A8-CEF5-42F8-B994-91D281E8BDAF}">
      <dsp:nvSpPr>
        <dsp:cNvPr id="0" name=""/>
        <dsp:cNvSpPr/>
      </dsp:nvSpPr>
      <dsp:spPr>
        <a:xfrm>
          <a:off x="0" y="961892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0655E1D-CF38-4D53-99B9-AAC7070ED7DA}">
      <dsp:nvSpPr>
        <dsp:cNvPr id="0" name=""/>
        <dsp:cNvSpPr/>
      </dsp:nvSpPr>
      <dsp:spPr>
        <a:xfrm>
          <a:off x="232341" y="1134708"/>
          <a:ext cx="422439" cy="422439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D68BBFC-F4FB-4134-843D-074FF9A7B205}">
      <dsp:nvSpPr>
        <dsp:cNvPr id="0" name=""/>
        <dsp:cNvSpPr/>
      </dsp:nvSpPr>
      <dsp:spPr>
        <a:xfrm>
          <a:off x="887122" y="961892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Structure of a Block</a:t>
          </a:r>
          <a:endParaRPr lang="en-US" sz="1900" kern="1200"/>
        </a:p>
      </dsp:txBody>
      <dsp:txXfrm>
        <a:off x="887122" y="961892"/>
        <a:ext cx="6301077" cy="768071"/>
      </dsp:txXfrm>
    </dsp:sp>
    <dsp:sp modelId="{3869AE8E-732F-49A0-A401-7994CE780388}">
      <dsp:nvSpPr>
        <dsp:cNvPr id="0" name=""/>
        <dsp:cNvSpPr/>
      </dsp:nvSpPr>
      <dsp:spPr>
        <a:xfrm>
          <a:off x="0" y="192198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F7DC008-959B-4DF2-A429-92E70667C50F}">
      <dsp:nvSpPr>
        <dsp:cNvPr id="0" name=""/>
        <dsp:cNvSpPr/>
      </dsp:nvSpPr>
      <dsp:spPr>
        <a:xfrm>
          <a:off x="232341" y="2094797"/>
          <a:ext cx="422439" cy="422439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44243B6-9B32-4E3D-A420-B75D6A99D762}">
      <dsp:nvSpPr>
        <dsp:cNvPr id="0" name=""/>
        <dsp:cNvSpPr/>
      </dsp:nvSpPr>
      <dsp:spPr>
        <a:xfrm>
          <a:off x="887122" y="192198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Block Header</a:t>
          </a:r>
          <a:endParaRPr lang="en-US" sz="1900" kern="1200"/>
        </a:p>
      </dsp:txBody>
      <dsp:txXfrm>
        <a:off x="887122" y="1921981"/>
        <a:ext cx="6301077" cy="768071"/>
      </dsp:txXfrm>
    </dsp:sp>
    <dsp:sp modelId="{E7C0C833-E570-430E-AA3F-1643C632797D}">
      <dsp:nvSpPr>
        <dsp:cNvPr id="0" name=""/>
        <dsp:cNvSpPr/>
      </dsp:nvSpPr>
      <dsp:spPr>
        <a:xfrm>
          <a:off x="0" y="288207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809E2DC-A953-48CE-8192-35FF371CE278}">
      <dsp:nvSpPr>
        <dsp:cNvPr id="0" name=""/>
        <dsp:cNvSpPr/>
      </dsp:nvSpPr>
      <dsp:spPr>
        <a:xfrm>
          <a:off x="232341" y="3054887"/>
          <a:ext cx="422439" cy="422439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919B016-A446-4F51-BFA3-792C2F49B52F}">
      <dsp:nvSpPr>
        <dsp:cNvPr id="0" name=""/>
        <dsp:cNvSpPr/>
      </dsp:nvSpPr>
      <dsp:spPr>
        <a:xfrm>
          <a:off x="887122" y="288207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Block Identifiers</a:t>
          </a:r>
        </a:p>
      </dsp:txBody>
      <dsp:txXfrm>
        <a:off x="887122" y="2882071"/>
        <a:ext cx="6301077" cy="768071"/>
      </dsp:txXfrm>
    </dsp:sp>
    <dsp:sp modelId="{50D60AC2-857A-43D5-9E22-2105ABB40EB6}">
      <dsp:nvSpPr>
        <dsp:cNvPr id="0" name=""/>
        <dsp:cNvSpPr/>
      </dsp:nvSpPr>
      <dsp:spPr>
        <a:xfrm>
          <a:off x="0" y="384216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2CC780E-ABE6-462C-8C01-0A99DB455A19}">
      <dsp:nvSpPr>
        <dsp:cNvPr id="0" name=""/>
        <dsp:cNvSpPr/>
      </dsp:nvSpPr>
      <dsp:spPr>
        <a:xfrm>
          <a:off x="232341" y="4014977"/>
          <a:ext cx="422439" cy="422439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919B73C-EAD2-488A-9C15-5CB3760F39BA}">
      <dsp:nvSpPr>
        <dsp:cNvPr id="0" name=""/>
        <dsp:cNvSpPr/>
      </dsp:nvSpPr>
      <dsp:spPr>
        <a:xfrm>
          <a:off x="887122" y="384216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The Genesis Block</a:t>
          </a:r>
          <a:endParaRPr lang="en-US" sz="1900" kern="1200" dirty="0"/>
        </a:p>
      </dsp:txBody>
      <dsp:txXfrm>
        <a:off x="887122" y="3842161"/>
        <a:ext cx="6301077" cy="768071"/>
      </dsp:txXfrm>
    </dsp:sp>
    <dsp:sp modelId="{FF782FF9-AD86-4F22-811C-9ED67BC94613}">
      <dsp:nvSpPr>
        <dsp:cNvPr id="0" name=""/>
        <dsp:cNvSpPr/>
      </dsp:nvSpPr>
      <dsp:spPr>
        <a:xfrm>
          <a:off x="0" y="4802250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806252F-31B8-42D7-8086-F84D40B78DA9}">
      <dsp:nvSpPr>
        <dsp:cNvPr id="0" name=""/>
        <dsp:cNvSpPr/>
      </dsp:nvSpPr>
      <dsp:spPr>
        <a:xfrm>
          <a:off x="232341" y="4975066"/>
          <a:ext cx="422439" cy="422439"/>
        </a:xfrm>
        <a:prstGeom prst="rect">
          <a:avLst/>
        </a:prstGeom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F3BF5DE-B35B-494F-93E1-1A7C1FB91E3C}">
      <dsp:nvSpPr>
        <dsp:cNvPr id="0" name=""/>
        <dsp:cNvSpPr/>
      </dsp:nvSpPr>
      <dsp:spPr>
        <a:xfrm>
          <a:off x="887122" y="4802250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Linking Blocks in the Blockchain</a:t>
          </a:r>
        </a:p>
      </dsp:txBody>
      <dsp:txXfrm>
        <a:off x="887122" y="4802250"/>
        <a:ext cx="6301077" cy="768071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C451111-9EB3-4467-872B-2550DADD86CA}">
      <dsp:nvSpPr>
        <dsp:cNvPr id="0" name=""/>
        <dsp:cNvSpPr/>
      </dsp:nvSpPr>
      <dsp:spPr>
        <a:xfrm>
          <a:off x="0" y="2312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2953E38-CB17-4E70-82C7-09F304BF3B34}">
      <dsp:nvSpPr>
        <dsp:cNvPr id="0" name=""/>
        <dsp:cNvSpPr/>
      </dsp:nvSpPr>
      <dsp:spPr>
        <a:xfrm>
          <a:off x="354561" y="266036"/>
          <a:ext cx="644657" cy="64465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E1BB455-6985-4FEA-AE42-62E9B87BAC40}">
      <dsp:nvSpPr>
        <dsp:cNvPr id="0" name=""/>
        <dsp:cNvSpPr/>
      </dsp:nvSpPr>
      <dsp:spPr>
        <a:xfrm>
          <a:off x="1353781" y="2312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Merkle Trees</a:t>
          </a:r>
          <a:endParaRPr lang="en-US" sz="2200" kern="1200"/>
        </a:p>
      </dsp:txBody>
      <dsp:txXfrm>
        <a:off x="1353781" y="2312"/>
        <a:ext cx="5834418" cy="1172105"/>
      </dsp:txXfrm>
    </dsp:sp>
    <dsp:sp modelId="{C92DA124-2E67-4B0E-9479-DDFCAE094C8E}">
      <dsp:nvSpPr>
        <dsp:cNvPr id="0" name=""/>
        <dsp:cNvSpPr/>
      </dsp:nvSpPr>
      <dsp:spPr>
        <a:xfrm>
          <a:off x="0" y="1467444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9EA49E6-4992-4710-9E06-5CF1FBE9C6DC}">
      <dsp:nvSpPr>
        <dsp:cNvPr id="0" name=""/>
        <dsp:cNvSpPr/>
      </dsp:nvSpPr>
      <dsp:spPr>
        <a:xfrm>
          <a:off x="354561" y="1731167"/>
          <a:ext cx="644657" cy="64465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2E039D8-C1A2-4EC7-9C45-CAD53C94318A}">
      <dsp:nvSpPr>
        <dsp:cNvPr id="0" name=""/>
        <dsp:cNvSpPr/>
      </dsp:nvSpPr>
      <dsp:spPr>
        <a:xfrm>
          <a:off x="1353781" y="1467444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Merkle Trees and Simplified Payment Verification (SPV)</a:t>
          </a:r>
        </a:p>
      </dsp:txBody>
      <dsp:txXfrm>
        <a:off x="1353781" y="1467444"/>
        <a:ext cx="5834418" cy="1172105"/>
      </dsp:txXfrm>
    </dsp:sp>
    <dsp:sp modelId="{F3BC7586-6B5C-4DAA-8000-1A37FC018176}">
      <dsp:nvSpPr>
        <dsp:cNvPr id="0" name=""/>
        <dsp:cNvSpPr/>
      </dsp:nvSpPr>
      <dsp:spPr>
        <a:xfrm>
          <a:off x="0" y="2932575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78D61B0-026C-40D1-AECE-6A8C45F0691B}">
      <dsp:nvSpPr>
        <dsp:cNvPr id="0" name=""/>
        <dsp:cNvSpPr/>
      </dsp:nvSpPr>
      <dsp:spPr>
        <a:xfrm>
          <a:off x="354561" y="3196299"/>
          <a:ext cx="644657" cy="64465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1905382-D6C1-4A57-96A3-66DF01262516}">
      <dsp:nvSpPr>
        <dsp:cNvPr id="0" name=""/>
        <dsp:cNvSpPr/>
      </dsp:nvSpPr>
      <dsp:spPr>
        <a:xfrm>
          <a:off x="1353781" y="2932575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Bitcoin’s Test Blockchains</a:t>
          </a:r>
          <a:endParaRPr lang="en-US" sz="2200" kern="1200"/>
        </a:p>
      </dsp:txBody>
      <dsp:txXfrm>
        <a:off x="1353781" y="2932575"/>
        <a:ext cx="5834418" cy="1172105"/>
      </dsp:txXfrm>
    </dsp:sp>
    <dsp:sp modelId="{555AF333-952E-41FA-8414-AD6795858467}">
      <dsp:nvSpPr>
        <dsp:cNvPr id="0" name=""/>
        <dsp:cNvSpPr/>
      </dsp:nvSpPr>
      <dsp:spPr>
        <a:xfrm>
          <a:off x="0" y="4397707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64D7EB2-638C-4E7D-8750-E345F961E92D}">
      <dsp:nvSpPr>
        <dsp:cNvPr id="0" name=""/>
        <dsp:cNvSpPr/>
      </dsp:nvSpPr>
      <dsp:spPr>
        <a:xfrm>
          <a:off x="354561" y="4661430"/>
          <a:ext cx="644657" cy="64465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81E393C-DDDC-4164-804D-4720256CD689}">
      <dsp:nvSpPr>
        <dsp:cNvPr id="0" name=""/>
        <dsp:cNvSpPr/>
      </dsp:nvSpPr>
      <dsp:spPr>
        <a:xfrm>
          <a:off x="1353781" y="4397707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Using Test Blockchains for Development</a:t>
          </a:r>
        </a:p>
      </dsp:txBody>
      <dsp:txXfrm>
        <a:off x="1353781" y="4397707"/>
        <a:ext cx="5834418" cy="1172105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4D0430B-DEA1-483E-8A8F-886760718660}">
      <dsp:nvSpPr>
        <dsp:cNvPr id="0" name=""/>
        <dsp:cNvSpPr/>
      </dsp:nvSpPr>
      <dsp:spPr>
        <a:xfrm rot="5400000">
          <a:off x="6868980" y="-2904077"/>
          <a:ext cx="837062" cy="6858833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5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 dirty="0"/>
            <a:t>Ordered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 dirty="0"/>
            <a:t>Back-linked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List of transaction blocks</a:t>
          </a:r>
        </a:p>
      </dsp:txBody>
      <dsp:txXfrm rot="-5400000">
        <a:off x="3858095" y="147670"/>
        <a:ext cx="6817971" cy="755338"/>
      </dsp:txXfrm>
    </dsp:sp>
    <dsp:sp modelId="{CE11B3DA-9EC2-4392-9214-B8B4167ED57D}">
      <dsp:nvSpPr>
        <dsp:cNvPr id="0" name=""/>
        <dsp:cNvSpPr/>
      </dsp:nvSpPr>
      <dsp:spPr>
        <a:xfrm>
          <a:off x="0" y="2175"/>
          <a:ext cx="3858094" cy="1046327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/>
            <a:t>Blockchain data structure</a:t>
          </a:r>
        </a:p>
      </dsp:txBody>
      <dsp:txXfrm>
        <a:off x="51077" y="53252"/>
        <a:ext cx="3755940" cy="944173"/>
      </dsp:txXfrm>
    </dsp:sp>
    <dsp:sp modelId="{99B1DDBF-108F-4E35-935B-7FC3175D93D8}">
      <dsp:nvSpPr>
        <dsp:cNvPr id="0" name=""/>
        <dsp:cNvSpPr/>
      </dsp:nvSpPr>
      <dsp:spPr>
        <a:xfrm rot="5400000">
          <a:off x="6868980" y="-1805433"/>
          <a:ext cx="837062" cy="6858833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5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 dirty="0"/>
            <a:t>Can be stored as a flat file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 dirty="0"/>
            <a:t>Or in a simple database</a:t>
          </a:r>
        </a:p>
      </dsp:txBody>
      <dsp:txXfrm rot="-5400000">
        <a:off x="3858095" y="1246314"/>
        <a:ext cx="6817971" cy="755338"/>
      </dsp:txXfrm>
    </dsp:sp>
    <dsp:sp modelId="{CE504755-FA8F-4F4B-95DA-351089EF1C18}">
      <dsp:nvSpPr>
        <dsp:cNvPr id="0" name=""/>
        <dsp:cNvSpPr/>
      </dsp:nvSpPr>
      <dsp:spPr>
        <a:xfrm>
          <a:off x="0" y="1100819"/>
          <a:ext cx="3858094" cy="1046327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 dirty="0"/>
            <a:t>Storage</a:t>
          </a:r>
        </a:p>
      </dsp:txBody>
      <dsp:txXfrm>
        <a:off x="51077" y="1151896"/>
        <a:ext cx="3755940" cy="944173"/>
      </dsp:txXfrm>
    </dsp:sp>
    <dsp:sp modelId="{6144DBFF-F597-411F-8978-DA23359420F5}">
      <dsp:nvSpPr>
        <dsp:cNvPr id="0" name=""/>
        <dsp:cNvSpPr/>
      </dsp:nvSpPr>
      <dsp:spPr>
        <a:xfrm rot="5400000">
          <a:off x="6868980" y="-706790"/>
          <a:ext cx="837062" cy="6858833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5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The distance from the first block</a:t>
          </a:r>
        </a:p>
      </dsp:txBody>
      <dsp:txXfrm rot="-5400000">
        <a:off x="3858095" y="2344957"/>
        <a:ext cx="6817971" cy="755338"/>
      </dsp:txXfrm>
    </dsp:sp>
    <dsp:sp modelId="{5F22DF26-879E-43F0-9100-9D751E418F68}">
      <dsp:nvSpPr>
        <dsp:cNvPr id="0" name=""/>
        <dsp:cNvSpPr/>
      </dsp:nvSpPr>
      <dsp:spPr>
        <a:xfrm>
          <a:off x="0" y="2199463"/>
          <a:ext cx="3858094" cy="1046327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/>
            <a:t>Height</a:t>
          </a:r>
        </a:p>
      </dsp:txBody>
      <dsp:txXfrm>
        <a:off x="51077" y="2250540"/>
        <a:ext cx="3755940" cy="944173"/>
      </dsp:txXfrm>
    </dsp:sp>
    <dsp:sp modelId="{85196EA2-63B6-497A-92B7-178B755C1B62}">
      <dsp:nvSpPr>
        <dsp:cNvPr id="0" name=""/>
        <dsp:cNvSpPr/>
      </dsp:nvSpPr>
      <dsp:spPr>
        <a:xfrm rot="5400000">
          <a:off x="6868980" y="391853"/>
          <a:ext cx="837062" cy="6858833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5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The most recently added block</a:t>
          </a:r>
        </a:p>
      </dsp:txBody>
      <dsp:txXfrm rot="-5400000">
        <a:off x="3858095" y="3443600"/>
        <a:ext cx="6817971" cy="755338"/>
      </dsp:txXfrm>
    </dsp:sp>
    <dsp:sp modelId="{F28E010E-3C46-426F-9646-77FA413C3446}">
      <dsp:nvSpPr>
        <dsp:cNvPr id="0" name=""/>
        <dsp:cNvSpPr/>
      </dsp:nvSpPr>
      <dsp:spPr>
        <a:xfrm>
          <a:off x="0" y="3298107"/>
          <a:ext cx="3858094" cy="1046327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/>
            <a:t>Top</a:t>
          </a:r>
        </a:p>
      </dsp:txBody>
      <dsp:txXfrm>
        <a:off x="51077" y="3349184"/>
        <a:ext cx="3755940" cy="944173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D9EA3A2-49E2-4B98-8718-503C5FC1BBCB}">
      <dsp:nvSpPr>
        <dsp:cNvPr id="0" name=""/>
        <dsp:cNvSpPr/>
      </dsp:nvSpPr>
      <dsp:spPr>
        <a:xfrm>
          <a:off x="764637" y="100446"/>
          <a:ext cx="820167" cy="82016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D20CDE-9A81-40E5-B3C0-DE7D194DA729}">
      <dsp:nvSpPr>
        <dsp:cNvPr id="0" name=""/>
        <dsp:cNvSpPr/>
      </dsp:nvSpPr>
      <dsp:spPr>
        <a:xfrm>
          <a:off x="3053" y="1086623"/>
          <a:ext cx="2343334" cy="3515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Block Header</a:t>
          </a:r>
        </a:p>
      </dsp:txBody>
      <dsp:txXfrm>
        <a:off x="3053" y="1086623"/>
        <a:ext cx="2343334" cy="351500"/>
      </dsp:txXfrm>
    </dsp:sp>
    <dsp:sp modelId="{01732296-545F-4168-ACC9-E3DE6FB71475}">
      <dsp:nvSpPr>
        <dsp:cNvPr id="0" name=""/>
        <dsp:cNvSpPr/>
      </dsp:nvSpPr>
      <dsp:spPr>
        <a:xfrm>
          <a:off x="3053" y="1515337"/>
          <a:ext cx="2343334" cy="244581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Keeps data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Block</a:t>
          </a:r>
          <a:r>
            <a:rPr lang="tr-TR" sz="1700" kern="1200" dirty="0"/>
            <a:t> </a:t>
          </a:r>
          <a:r>
            <a:rPr lang="tr-TR" sz="1700" kern="1200" dirty="0" err="1"/>
            <a:t>fields</a:t>
          </a:r>
          <a:endParaRPr lang="tr-TR" sz="1700" kern="1200" dirty="0"/>
        </a:p>
      </dsp:txBody>
      <dsp:txXfrm>
        <a:off x="3053" y="1515337"/>
        <a:ext cx="2343334" cy="2445813"/>
      </dsp:txXfrm>
    </dsp:sp>
    <dsp:sp modelId="{4B6AD4B2-BCB9-48BE-B6A4-146D7C848C78}">
      <dsp:nvSpPr>
        <dsp:cNvPr id="0" name=""/>
        <dsp:cNvSpPr/>
      </dsp:nvSpPr>
      <dsp:spPr>
        <a:xfrm>
          <a:off x="3518055" y="100446"/>
          <a:ext cx="820167" cy="820167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8C1F2B-1905-4581-8AC1-0CE6929B7CB0}">
      <dsp:nvSpPr>
        <dsp:cNvPr id="0" name=""/>
        <dsp:cNvSpPr/>
      </dsp:nvSpPr>
      <dsp:spPr>
        <a:xfrm>
          <a:off x="2756471" y="1086623"/>
          <a:ext cx="2343334" cy="3515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Fields</a:t>
          </a:r>
        </a:p>
      </dsp:txBody>
      <dsp:txXfrm>
        <a:off x="2756471" y="1086623"/>
        <a:ext cx="2343334" cy="351500"/>
      </dsp:txXfrm>
    </dsp:sp>
    <dsp:sp modelId="{E67F4537-E363-4185-A64A-66BC218829E4}">
      <dsp:nvSpPr>
        <dsp:cNvPr id="0" name=""/>
        <dsp:cNvSpPr/>
      </dsp:nvSpPr>
      <dsp:spPr>
        <a:xfrm>
          <a:off x="2756471" y="1515337"/>
          <a:ext cx="2343334" cy="244581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Identifier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Version number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Previous block hash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Merkle root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Time stamp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The difficulty target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Nonce</a:t>
          </a:r>
          <a:endParaRPr lang="tr-TR" sz="1700" kern="1200" dirty="0"/>
        </a:p>
      </dsp:txBody>
      <dsp:txXfrm>
        <a:off x="2756471" y="1515337"/>
        <a:ext cx="2343334" cy="2445813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A6474C8-D487-468B-91BA-74D54A276E9F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16D270F-B983-426A-B6F2-9486DD952406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Chain</a:t>
          </a:r>
        </a:p>
      </dsp:txBody>
      <dsp:txXfrm>
        <a:off x="152976" y="1981055"/>
        <a:ext cx="4320000" cy="648000"/>
      </dsp:txXfrm>
    </dsp:sp>
    <dsp:sp modelId="{7097BB3B-40CC-41AF-B3CA-FC8B8B67347D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sequence of blocks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Going back all the way</a:t>
          </a:r>
        </a:p>
      </dsp:txBody>
      <dsp:txXfrm>
        <a:off x="152976" y="2688423"/>
        <a:ext cx="4320000" cy="621412"/>
      </dsp:txXfrm>
    </dsp:sp>
    <dsp:sp modelId="{4D2599DC-01E7-47FD-9E4A-99E2DE5EB5CA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87F792-7FAD-49AB-B1DB-0892A368F496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Genesis Block</a:t>
          </a:r>
        </a:p>
      </dsp:txBody>
      <dsp:txXfrm>
        <a:off x="5228976" y="1981055"/>
        <a:ext cx="4320000" cy="648000"/>
      </dsp:txXfrm>
    </dsp:sp>
    <dsp:sp modelId="{DF1D34C9-F3EA-419C-944B-169D5B63B88B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first block ever created</a:t>
          </a:r>
        </a:p>
      </dsp:txBody>
      <dsp:txXfrm>
        <a:off x="5228976" y="2688423"/>
        <a:ext cx="4320000" cy="621412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B6431D2-B96E-447E-9D93-5160C5494C23}">
      <dsp:nvSpPr>
        <dsp:cNvPr id="0" name=""/>
        <dsp:cNvSpPr/>
      </dsp:nvSpPr>
      <dsp:spPr>
        <a:xfrm>
          <a:off x="977907" y="438314"/>
          <a:ext cx="1048359" cy="1048359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802F7C3-4045-4E8E-82C3-688CACE3626B}">
      <dsp:nvSpPr>
        <dsp:cNvPr id="0" name=""/>
        <dsp:cNvSpPr/>
      </dsp:nvSpPr>
      <dsp:spPr>
        <a:xfrm>
          <a:off x="4431" y="1601668"/>
          <a:ext cx="2995312" cy="44929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Fork</a:t>
          </a:r>
          <a:endParaRPr lang="en-US" sz="2800" kern="1200"/>
        </a:p>
      </dsp:txBody>
      <dsp:txXfrm>
        <a:off x="4431" y="1601668"/>
        <a:ext cx="2995312" cy="449296"/>
      </dsp:txXfrm>
    </dsp:sp>
    <dsp:sp modelId="{ED977249-9DE4-4A92-94C1-0C207621BDB4}">
      <dsp:nvSpPr>
        <dsp:cNvPr id="0" name=""/>
        <dsp:cNvSpPr/>
      </dsp:nvSpPr>
      <dsp:spPr>
        <a:xfrm>
          <a:off x="4431" y="2104451"/>
          <a:ext cx="2995312" cy="1008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 temporary situation</a:t>
          </a:r>
          <a:endParaRPr lang="en-US" sz="1700" kern="1200"/>
        </a:p>
      </dsp:txBody>
      <dsp:txXfrm>
        <a:off x="4431" y="2104451"/>
        <a:ext cx="2995312" cy="1008154"/>
      </dsp:txXfrm>
    </dsp:sp>
    <dsp:sp modelId="{82223559-81D3-44E4-8EBA-83E9CCF739D8}">
      <dsp:nvSpPr>
        <dsp:cNvPr id="0" name=""/>
        <dsp:cNvSpPr/>
      </dsp:nvSpPr>
      <dsp:spPr>
        <a:xfrm>
          <a:off x="4497399" y="438314"/>
          <a:ext cx="1048359" cy="1048359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3D2C1F0-0FEF-48EE-BD6B-F81A9EE4345B}">
      <dsp:nvSpPr>
        <dsp:cNvPr id="0" name=""/>
        <dsp:cNvSpPr/>
      </dsp:nvSpPr>
      <dsp:spPr>
        <a:xfrm>
          <a:off x="3523923" y="1601668"/>
          <a:ext cx="2995312" cy="44929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Multiple children</a:t>
          </a:r>
          <a:endParaRPr lang="en-US" sz="2800" kern="1200" dirty="0"/>
        </a:p>
      </dsp:txBody>
      <dsp:txXfrm>
        <a:off x="3523923" y="1601668"/>
        <a:ext cx="2995312" cy="449296"/>
      </dsp:txXfrm>
    </dsp:sp>
    <dsp:sp modelId="{546C9B78-1B7D-4D5B-80C5-D9A0B4197984}">
      <dsp:nvSpPr>
        <dsp:cNvPr id="0" name=""/>
        <dsp:cNvSpPr/>
      </dsp:nvSpPr>
      <dsp:spPr>
        <a:xfrm>
          <a:off x="3523923" y="2104451"/>
          <a:ext cx="2995312" cy="1008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references to the same parent</a:t>
          </a:r>
          <a:endParaRPr lang="en-US" sz="1700" kern="1200" dirty="0"/>
        </a:p>
      </dsp:txBody>
      <dsp:txXfrm>
        <a:off x="3523923" y="2104451"/>
        <a:ext cx="2995312" cy="1008154"/>
      </dsp:txXfrm>
    </dsp:sp>
    <dsp:sp modelId="{F60D7AF2-03D3-4DB9-A452-D7712D232674}">
      <dsp:nvSpPr>
        <dsp:cNvPr id="0" name=""/>
        <dsp:cNvSpPr/>
      </dsp:nvSpPr>
      <dsp:spPr>
        <a:xfrm>
          <a:off x="8016892" y="438314"/>
          <a:ext cx="1048359" cy="1048359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DB6CC1-FB24-47EC-BB70-B3B4FA1F21E0}">
      <dsp:nvSpPr>
        <dsp:cNvPr id="0" name=""/>
        <dsp:cNvSpPr/>
      </dsp:nvSpPr>
      <dsp:spPr>
        <a:xfrm>
          <a:off x="7043415" y="1601668"/>
          <a:ext cx="2995312" cy="44929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Reason</a:t>
          </a:r>
          <a:endParaRPr lang="en-US" sz="2800" kern="1200" dirty="0"/>
        </a:p>
      </dsp:txBody>
      <dsp:txXfrm>
        <a:off x="7043415" y="1601668"/>
        <a:ext cx="2995312" cy="449296"/>
      </dsp:txXfrm>
    </dsp:sp>
    <dsp:sp modelId="{DB174F9F-5F82-4C2C-921A-D7A686E9D097}">
      <dsp:nvSpPr>
        <dsp:cNvPr id="0" name=""/>
        <dsp:cNvSpPr/>
      </dsp:nvSpPr>
      <dsp:spPr>
        <a:xfrm>
          <a:off x="7043415" y="2104451"/>
          <a:ext cx="2995312" cy="1008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miners discover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different blocks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simultanously</a:t>
          </a:r>
          <a:endParaRPr lang="tr-TR" sz="1700" kern="1200"/>
        </a:p>
      </dsp:txBody>
      <dsp:txXfrm>
        <a:off x="7043415" y="2104451"/>
        <a:ext cx="2995312" cy="1008154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075A894-2700-45B4-A902-06A49425C25F}">
      <dsp:nvSpPr>
        <dsp:cNvPr id="0" name=""/>
        <dsp:cNvSpPr/>
      </dsp:nvSpPr>
      <dsp:spPr>
        <a:xfrm>
          <a:off x="1842419" y="146862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A787935-E44B-49DE-92CE-8062A8CD0CBF}">
      <dsp:nvSpPr>
        <dsp:cNvPr id="0" name=""/>
        <dsp:cNvSpPr/>
      </dsp:nvSpPr>
      <dsp:spPr>
        <a:xfrm>
          <a:off x="438419" y="1791713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Resolution</a:t>
          </a:r>
          <a:endParaRPr lang="en-US" sz="3600" kern="1200" dirty="0"/>
        </a:p>
      </dsp:txBody>
      <dsp:txXfrm>
        <a:off x="438419" y="1791713"/>
        <a:ext cx="4320000" cy="648000"/>
      </dsp:txXfrm>
    </dsp:sp>
    <dsp:sp modelId="{3438A119-ECBE-4EA3-A178-28B2A27BB2A2}">
      <dsp:nvSpPr>
        <dsp:cNvPr id="0" name=""/>
        <dsp:cNvSpPr/>
      </dsp:nvSpPr>
      <dsp:spPr>
        <a:xfrm>
          <a:off x="438419" y="2501504"/>
          <a:ext cx="4320000" cy="73491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/>
            <a:t>Only one children becomes</a:t>
          </a:r>
          <a:endParaRPr lang="en-US" sz="2000" kern="1200" dirty="0"/>
        </a:p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part of the block chain</a:t>
          </a:r>
          <a:endParaRPr lang="en-US" sz="2000" kern="1200"/>
        </a:p>
      </dsp:txBody>
      <dsp:txXfrm>
        <a:off x="438419" y="2501504"/>
        <a:ext cx="4320000" cy="734913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A62CA0D-CE52-422F-9CF0-ED8DDE293756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DC70CED-9F3C-4FAA-AD05-243B1E794CF4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Chaining</a:t>
          </a:r>
          <a:endParaRPr lang="en-US" sz="3600" kern="1200" dirty="0"/>
        </a:p>
      </dsp:txBody>
      <dsp:txXfrm>
        <a:off x="152976" y="1981055"/>
        <a:ext cx="4320000" cy="648000"/>
      </dsp:txXfrm>
    </dsp:sp>
    <dsp:sp modelId="{7A95DDD4-460D-4C31-BB3B-914DEF4C050D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The «previous block hash»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affects </a:t>
          </a:r>
          <a:r>
            <a:rPr lang="en-US" sz="1700" kern="1200" dirty="0"/>
            <a:t>affects the current</a:t>
          </a:r>
          <a:r>
            <a:rPr lang="tr-TR" sz="1700" kern="1200" dirty="0"/>
            <a:t> </a:t>
          </a:r>
          <a:r>
            <a:rPr lang="en-US" sz="1700" kern="1200" dirty="0"/>
            <a:t>block’s hash</a:t>
          </a:r>
        </a:p>
      </dsp:txBody>
      <dsp:txXfrm>
        <a:off x="152976" y="2688423"/>
        <a:ext cx="4320000" cy="621412"/>
      </dsp:txXfrm>
    </dsp:sp>
    <dsp:sp modelId="{CC5B0DC4-9A13-4FF5-80C6-C3B1ECAE84D0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D018B0F-6848-4343-A60A-6FFC11C2D84E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Parent &lt;- Child</a:t>
          </a:r>
          <a:endParaRPr lang="en-US" sz="3600" kern="1200" dirty="0"/>
        </a:p>
      </dsp:txBody>
      <dsp:txXfrm>
        <a:off x="5228976" y="1981055"/>
        <a:ext cx="4320000" cy="648000"/>
      </dsp:txXfrm>
    </dsp:sp>
    <dsp:sp modelId="{4A13C257-B1BE-4DA4-A2A3-8CCB6DD13A41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change to parent identity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invalidates </a:t>
          </a:r>
          <a:r>
            <a:rPr lang="en-US" sz="1700" kern="1200" dirty="0"/>
            <a:t>child’s own identity</a:t>
          </a:r>
        </a:p>
      </dsp:txBody>
      <dsp:txXfrm>
        <a:off x="5228976" y="2688423"/>
        <a:ext cx="4320000" cy="621412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74F5110-424C-444D-8DE6-D861B045111A}">
      <dsp:nvSpPr>
        <dsp:cNvPr id="0" name=""/>
        <dsp:cNvSpPr/>
      </dsp:nvSpPr>
      <dsp:spPr>
        <a:xfrm>
          <a:off x="1556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9805F65-D54A-409D-A024-A41AA050A05A}">
      <dsp:nvSpPr>
        <dsp:cNvPr id="0" name=""/>
        <dsp:cNvSpPr/>
      </dsp:nvSpPr>
      <dsp:spPr>
        <a:xfrm>
          <a:off x="152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Fasten the Chain</a:t>
          </a:r>
          <a:endParaRPr lang="en-US" sz="3600" kern="1200" dirty="0"/>
        </a:p>
      </dsp:txBody>
      <dsp:txXfrm>
        <a:off x="152976" y="1800668"/>
        <a:ext cx="4320000" cy="648000"/>
      </dsp:txXfrm>
    </dsp:sp>
    <dsp:sp modelId="{2400BB0F-EFFF-405C-AFAD-7CFEDC22C464}">
      <dsp:nvSpPr>
        <dsp:cNvPr id="0" name=""/>
        <dsp:cNvSpPr/>
      </dsp:nvSpPr>
      <dsp:spPr>
        <a:xfrm>
          <a:off x="152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change a block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requires </a:t>
          </a:r>
          <a:r>
            <a:rPr lang="en-US" sz="1700" kern="1200" dirty="0"/>
            <a:t>recalculation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kern="1200" dirty="0"/>
            <a:t>all subsequent blocks</a:t>
          </a:r>
        </a:p>
      </dsp:txBody>
      <dsp:txXfrm>
        <a:off x="152976" y="2515931"/>
        <a:ext cx="4320000" cy="991265"/>
      </dsp:txXfrm>
    </dsp:sp>
    <dsp:sp modelId="{B913BE78-7210-4D58-900D-2CCD9AC6E6BB}">
      <dsp:nvSpPr>
        <dsp:cNvPr id="0" name=""/>
        <dsp:cNvSpPr/>
      </dsp:nvSpPr>
      <dsp:spPr>
        <a:xfrm>
          <a:off x="6632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FBB136-F180-4849-A488-65DEBFDE50C7}">
      <dsp:nvSpPr>
        <dsp:cNvPr id="0" name=""/>
        <dsp:cNvSpPr/>
      </dsp:nvSpPr>
      <dsp:spPr>
        <a:xfrm>
          <a:off x="5228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Recalculation</a:t>
          </a:r>
          <a:endParaRPr lang="en-US" sz="3600" kern="1200" dirty="0"/>
        </a:p>
      </dsp:txBody>
      <dsp:txXfrm>
        <a:off x="5228976" y="1800668"/>
        <a:ext cx="4320000" cy="648000"/>
      </dsp:txXfrm>
    </dsp:sp>
    <dsp:sp modelId="{7AFD6BF8-CF93-44BB-BFBB-41E1BCBBADEC}">
      <dsp:nvSpPr>
        <dsp:cNvPr id="0" name=""/>
        <dsp:cNvSpPr/>
      </dsp:nvSpPr>
      <dsp:spPr>
        <a:xfrm>
          <a:off x="5228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require enormous computation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energy consumption</a:t>
          </a:r>
        </a:p>
      </dsp:txBody>
      <dsp:txXfrm>
        <a:off x="5228976" y="2515931"/>
        <a:ext cx="4320000" cy="991265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227AE13-0D9A-4026-8F6A-31687FC72E37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FF9B18A-BFB5-4561-B977-413071F4691B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 dirty="0"/>
            <a:t>100 Blocks</a:t>
          </a:r>
          <a:endParaRPr lang="en-US" sz="2600" kern="1200" dirty="0"/>
        </a:p>
      </dsp:txBody>
      <dsp:txXfrm>
        <a:off x="3421" y="1692428"/>
        <a:ext cx="2894062" cy="434109"/>
      </dsp:txXfrm>
    </dsp:sp>
    <dsp:sp modelId="{236AEFE1-DAE3-40B0-A439-2E06A9F7395E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Stability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</a:t>
          </a:r>
          <a:r>
            <a:rPr lang="tr-TR" sz="1700" kern="1200" dirty="0"/>
            <a:t> </a:t>
          </a:r>
          <a:r>
            <a:rPr lang="en-US" sz="1700" kern="1200" dirty="0"/>
            <a:t>Coinbase transaction</a:t>
          </a:r>
          <a:r>
            <a:rPr lang="tr-TR" sz="1700" kern="1200" dirty="0"/>
            <a:t> </a:t>
          </a:r>
          <a:r>
            <a:rPr lang="en-US" sz="1700" kern="1200" dirty="0"/>
            <a:t>can be spent</a:t>
          </a:r>
        </a:p>
      </dsp:txBody>
      <dsp:txXfrm>
        <a:off x="3421" y="2176696"/>
        <a:ext cx="2894062" cy="902886"/>
      </dsp:txXfrm>
    </dsp:sp>
    <dsp:sp modelId="{3193EAAE-B5AE-4BBD-856C-2FFF2BFA3AA2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4F521D-CEE0-469D-B9DE-2C78F4946185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Coinbase transaction</a:t>
          </a:r>
        </a:p>
      </dsp:txBody>
      <dsp:txXfrm>
        <a:off x="3403945" y="1692428"/>
        <a:ext cx="2894062" cy="434109"/>
      </dsp:txXfrm>
    </dsp:sp>
    <dsp:sp modelId="{03715A04-2C8D-476B-AE6E-82376BFDB939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transaction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containing </a:t>
          </a:r>
          <a:r>
            <a:rPr lang="en-US" sz="1700" kern="1200" dirty="0"/>
            <a:t>newly mined bitcoin</a:t>
          </a:r>
        </a:p>
      </dsp:txBody>
      <dsp:txXfrm>
        <a:off x="3403945" y="2176696"/>
        <a:ext cx="2894062" cy="902886"/>
      </dsp:txXfrm>
    </dsp:sp>
    <dsp:sp modelId="{46DE7427-4AC0-47F5-BE35-CCE19AC941BD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4E86C25-A657-47B4-A393-C7791BE47F16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1000 blocks</a:t>
          </a:r>
          <a:endParaRPr lang="en-US" sz="2600" kern="1200"/>
        </a:p>
      </dsp:txBody>
      <dsp:txXfrm>
        <a:off x="6804468" y="1692428"/>
        <a:ext cx="2894062" cy="434109"/>
      </dsp:txXfrm>
    </dsp:sp>
    <dsp:sp modelId="{BDED7D9F-0683-4FAC-A91B-3D04C2DA8D2E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blockchain is settled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for </a:t>
          </a:r>
          <a:r>
            <a:rPr lang="en-US" sz="1700" kern="1200" dirty="0"/>
            <a:t>all</a:t>
          </a:r>
          <a:r>
            <a:rPr lang="tr-TR" sz="1700" kern="1200" dirty="0"/>
            <a:t> </a:t>
          </a:r>
          <a:r>
            <a:rPr lang="en-US" sz="1700" kern="1200" dirty="0"/>
            <a:t>practical purposes.</a:t>
          </a:r>
        </a:p>
      </dsp:txBody>
      <dsp:txXfrm>
        <a:off x="6804468" y="2176696"/>
        <a:ext cx="2894062" cy="902886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05D460C-6F53-445B-96A0-904D61E9F2A7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5579E6F-A129-47D7-8BC0-0B457E7CC7AC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/>
            <a:t>Block</a:t>
          </a:r>
        </a:p>
      </dsp:txBody>
      <dsp:txXfrm>
        <a:off x="152976" y="1981055"/>
        <a:ext cx="4320000" cy="648000"/>
      </dsp:txXfrm>
    </dsp:sp>
    <dsp:sp modelId="{9C3C9039-7C72-4CFB-8C94-39F9CE77D70E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is a container</a:t>
          </a:r>
        </a:p>
      </dsp:txBody>
      <dsp:txXfrm>
        <a:off x="152976" y="2688423"/>
        <a:ext cx="4320000" cy="621412"/>
      </dsp:txXfrm>
    </dsp:sp>
    <dsp:sp modelId="{6AC40D60-93EC-4005-BF40-AE292A22C204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B17060-F601-4E0E-A316-F848AC829328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/>
            <a:t>Container data structure</a:t>
          </a:r>
          <a:endParaRPr lang="tr-TR" sz="3300" kern="1200"/>
        </a:p>
      </dsp:txBody>
      <dsp:txXfrm>
        <a:off x="5228976" y="1981055"/>
        <a:ext cx="4320000" cy="648000"/>
      </dsp:txXfrm>
    </dsp:sp>
    <dsp:sp modelId="{DE11550F-8982-41DB-A9B6-38A7BC2552D1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aggregates transactions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for inclusion in the</a:t>
          </a:r>
          <a:r>
            <a:rPr lang="tr-TR" sz="1700" kern="1200"/>
            <a:t> </a:t>
          </a:r>
          <a:r>
            <a:rPr lang="en-US" sz="1700" kern="1200"/>
            <a:t>public ledger</a:t>
          </a:r>
          <a:endParaRPr lang="tr-TR" sz="1700" kern="1200"/>
        </a:p>
      </dsp:txBody>
      <dsp:txXfrm>
        <a:off x="5228976" y="2688423"/>
        <a:ext cx="4320000" cy="621412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8AA4C62-9930-462E-9151-5CA1E6A6767B}">
      <dsp:nvSpPr>
        <dsp:cNvPr id="0" name=""/>
        <dsp:cNvSpPr/>
      </dsp:nvSpPr>
      <dsp:spPr>
        <a:xfrm>
          <a:off x="822772" y="508834"/>
          <a:ext cx="881507" cy="88150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B72882-369D-4CEE-8D48-4DD8B58F8CB1}">
      <dsp:nvSpPr>
        <dsp:cNvPr id="0" name=""/>
        <dsp:cNvSpPr/>
      </dsp:nvSpPr>
      <dsp:spPr>
        <a:xfrm>
          <a:off x="4229" y="1526795"/>
          <a:ext cx="2518593" cy="3777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dirty="0"/>
            <a:t>Block</a:t>
          </a:r>
        </a:p>
      </dsp:txBody>
      <dsp:txXfrm>
        <a:off x="4229" y="1526795"/>
        <a:ext cx="2518593" cy="377789"/>
      </dsp:txXfrm>
    </dsp:sp>
    <dsp:sp modelId="{F866D233-40E9-4C67-84AB-3D11ED9880B8}">
      <dsp:nvSpPr>
        <dsp:cNvPr id="0" name=""/>
        <dsp:cNvSpPr/>
      </dsp:nvSpPr>
      <dsp:spPr>
        <a:xfrm>
          <a:off x="4229" y="1968050"/>
          <a:ext cx="2518593" cy="17141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Magic number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Block size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Header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Transaction count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Transactions</a:t>
          </a:r>
        </a:p>
      </dsp:txBody>
      <dsp:txXfrm>
        <a:off x="4229" y="1968050"/>
        <a:ext cx="2518593" cy="1714115"/>
      </dsp:txXfrm>
    </dsp:sp>
    <dsp:sp modelId="{E0F0DC22-26ED-462B-8329-C835E2AFD53B}">
      <dsp:nvSpPr>
        <dsp:cNvPr id="0" name=""/>
        <dsp:cNvSpPr/>
      </dsp:nvSpPr>
      <dsp:spPr>
        <a:xfrm>
          <a:off x="3782119" y="508834"/>
          <a:ext cx="881507" cy="88150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3E514AE-11EF-4DB6-B883-758168F8D32B}">
      <dsp:nvSpPr>
        <dsp:cNvPr id="0" name=""/>
        <dsp:cNvSpPr/>
      </dsp:nvSpPr>
      <dsp:spPr>
        <a:xfrm>
          <a:off x="2963576" y="1526795"/>
          <a:ext cx="2518593" cy="3777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header</a:t>
          </a:r>
          <a:endParaRPr lang="tr-TR" sz="2400" kern="1200"/>
        </a:p>
      </dsp:txBody>
      <dsp:txXfrm>
        <a:off x="2963576" y="1526795"/>
        <a:ext cx="2518593" cy="377789"/>
      </dsp:txXfrm>
    </dsp:sp>
    <dsp:sp modelId="{32A33614-2589-46BF-A64B-709F9C79CD8A}">
      <dsp:nvSpPr>
        <dsp:cNvPr id="0" name=""/>
        <dsp:cNvSpPr/>
      </dsp:nvSpPr>
      <dsp:spPr>
        <a:xfrm>
          <a:off x="2963576" y="1968050"/>
          <a:ext cx="2518593" cy="17141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80 bytes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containing metadata</a:t>
          </a:r>
          <a:endParaRPr lang="tr-TR" sz="1700" kern="1200" dirty="0"/>
        </a:p>
      </dsp:txBody>
      <dsp:txXfrm>
        <a:off x="2963576" y="1968050"/>
        <a:ext cx="2518593" cy="1714115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DF6B9C1-7178-4571-BF88-00F1BF6B348B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D6B7E2-C094-4565-96A7-B7632B261A7E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250 Bytes</a:t>
          </a:r>
        </a:p>
      </dsp:txBody>
      <dsp:txXfrm>
        <a:off x="3421" y="1828085"/>
        <a:ext cx="2894062" cy="434109"/>
      </dsp:txXfrm>
    </dsp:sp>
    <dsp:sp modelId="{2860F30E-2223-4E32-BC24-AC3D30F252EC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average size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of a transaction</a:t>
          </a:r>
        </a:p>
      </dsp:txBody>
      <dsp:txXfrm>
        <a:off x="3421" y="2306416"/>
        <a:ext cx="2894062" cy="624745"/>
      </dsp:txXfrm>
    </dsp:sp>
    <dsp:sp modelId="{F337E365-7986-4F0B-AA8B-50F7737CE472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FB0E65-864E-4AD0-8040-ED50BD575A54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500 Transactions</a:t>
          </a:r>
        </a:p>
      </dsp:txBody>
      <dsp:txXfrm>
        <a:off x="3403945" y="1828085"/>
        <a:ext cx="2894062" cy="434109"/>
      </dsp:txXfrm>
    </dsp:sp>
    <dsp:sp modelId="{FD88389B-6736-4FFA-9998-4B5A7494302D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# of transactions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in a block</a:t>
          </a:r>
        </a:p>
      </dsp:txBody>
      <dsp:txXfrm>
        <a:off x="3403945" y="2306416"/>
        <a:ext cx="2894062" cy="624745"/>
      </dsp:txXfrm>
    </dsp:sp>
    <dsp:sp modelId="{46CA37CF-ED48-4B67-83C8-85702955FF5C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40A5D9-967A-49E3-951B-796C78CCEAC3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1000 times larger</a:t>
          </a:r>
        </a:p>
      </dsp:txBody>
      <dsp:txXfrm>
        <a:off x="6804468" y="1828085"/>
        <a:ext cx="2894062" cy="434109"/>
      </dsp:txXfrm>
    </dsp:sp>
    <dsp:sp modelId="{12DA6423-24B8-4717-8049-851388E92BD1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Size of block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comparing the block header</a:t>
          </a:r>
        </a:p>
      </dsp:txBody>
      <dsp:txXfrm>
        <a:off x="6804468" y="2306416"/>
        <a:ext cx="2894062" cy="624745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1B0959-1AA9-4F4E-8CD2-52EAB6E7DEB5}">
      <dsp:nvSpPr>
        <dsp:cNvPr id="0" name=""/>
        <dsp:cNvSpPr/>
      </dsp:nvSpPr>
      <dsp:spPr>
        <a:xfrm>
          <a:off x="558081" y="969595"/>
          <a:ext cx="595054" cy="59505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8CC1FB6-83B3-40A5-A130-2B3DECBB7BC3}">
      <dsp:nvSpPr>
        <dsp:cNvPr id="0" name=""/>
        <dsp:cNvSpPr/>
      </dsp:nvSpPr>
      <dsp:spPr>
        <a:xfrm>
          <a:off x="5531" y="1638269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Header content</a:t>
          </a:r>
        </a:p>
      </dsp:txBody>
      <dsp:txXfrm>
        <a:off x="5531" y="1638269"/>
        <a:ext cx="1700156" cy="255023"/>
      </dsp:txXfrm>
    </dsp:sp>
    <dsp:sp modelId="{3D2E411C-7318-40ED-8C12-7C26905E5AC2}">
      <dsp:nvSpPr>
        <dsp:cNvPr id="0" name=""/>
        <dsp:cNvSpPr/>
      </dsp:nvSpPr>
      <dsp:spPr>
        <a:xfrm>
          <a:off x="5531" y="1927533"/>
          <a:ext cx="1700156" cy="754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three sets of</a:t>
          </a:r>
          <a:endParaRPr lang="tr-TR" sz="1400" kern="1200"/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block metadata. </a:t>
          </a:r>
          <a:endParaRPr lang="tr-TR" sz="1400" kern="1200"/>
        </a:p>
      </dsp:txBody>
      <dsp:txXfrm>
        <a:off x="5531" y="1927533"/>
        <a:ext cx="1700156" cy="754120"/>
      </dsp:txXfrm>
    </dsp:sp>
    <dsp:sp modelId="{8CD097FC-016A-4A59-9C81-90128F2E0C3C}">
      <dsp:nvSpPr>
        <dsp:cNvPr id="0" name=""/>
        <dsp:cNvSpPr/>
      </dsp:nvSpPr>
      <dsp:spPr>
        <a:xfrm>
          <a:off x="2555765" y="969595"/>
          <a:ext cx="595054" cy="59505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F6D7F9B-D905-411A-9D68-674990A90A89}">
      <dsp:nvSpPr>
        <dsp:cNvPr id="0" name=""/>
        <dsp:cNvSpPr/>
      </dsp:nvSpPr>
      <dsp:spPr>
        <a:xfrm>
          <a:off x="2003214" y="1638269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Set-1</a:t>
          </a:r>
        </a:p>
      </dsp:txBody>
      <dsp:txXfrm>
        <a:off x="2003214" y="1638269"/>
        <a:ext cx="1700156" cy="255023"/>
      </dsp:txXfrm>
    </dsp:sp>
    <dsp:sp modelId="{7D0BBE42-EFE0-4C05-BF46-39D2CF3A17C4}">
      <dsp:nvSpPr>
        <dsp:cNvPr id="0" name=""/>
        <dsp:cNvSpPr/>
      </dsp:nvSpPr>
      <dsp:spPr>
        <a:xfrm>
          <a:off x="2003214" y="1927533"/>
          <a:ext cx="1700156" cy="754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previous block hash </a:t>
          </a:r>
          <a:endParaRPr lang="tr-TR" sz="1400" kern="1200"/>
        </a:p>
      </dsp:txBody>
      <dsp:txXfrm>
        <a:off x="2003214" y="1927533"/>
        <a:ext cx="1700156" cy="754120"/>
      </dsp:txXfrm>
    </dsp:sp>
    <dsp:sp modelId="{55AD77A3-E2E7-49CE-B797-E284BA235E49}">
      <dsp:nvSpPr>
        <dsp:cNvPr id="0" name=""/>
        <dsp:cNvSpPr/>
      </dsp:nvSpPr>
      <dsp:spPr>
        <a:xfrm>
          <a:off x="4553449" y="969595"/>
          <a:ext cx="595054" cy="59505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FE862F-32E5-43EB-989E-85BF5FFB9F61}">
      <dsp:nvSpPr>
        <dsp:cNvPr id="0" name=""/>
        <dsp:cNvSpPr/>
      </dsp:nvSpPr>
      <dsp:spPr>
        <a:xfrm>
          <a:off x="4000898" y="1638269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Set-2</a:t>
          </a:r>
        </a:p>
      </dsp:txBody>
      <dsp:txXfrm>
        <a:off x="4000898" y="1638269"/>
        <a:ext cx="1700156" cy="255023"/>
      </dsp:txXfrm>
    </dsp:sp>
    <dsp:sp modelId="{5B1578DC-D207-4083-9564-885FD5CD7B88}">
      <dsp:nvSpPr>
        <dsp:cNvPr id="0" name=""/>
        <dsp:cNvSpPr/>
      </dsp:nvSpPr>
      <dsp:spPr>
        <a:xfrm>
          <a:off x="4000898" y="1927533"/>
          <a:ext cx="1700156" cy="754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difficulty</a:t>
          </a:r>
          <a:endParaRPr lang="tr-TR" sz="1400" kern="1200"/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timestamp </a:t>
          </a:r>
          <a:endParaRPr lang="tr-TR" sz="1400" kern="1200"/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Nonce</a:t>
          </a:r>
          <a:endParaRPr lang="tr-TR" sz="1400" kern="1200"/>
        </a:p>
      </dsp:txBody>
      <dsp:txXfrm>
        <a:off x="4000898" y="1927533"/>
        <a:ext cx="1700156" cy="754120"/>
      </dsp:txXfrm>
    </dsp:sp>
    <dsp:sp modelId="{F01F2013-36F0-4F04-BDF2-C92524462037}">
      <dsp:nvSpPr>
        <dsp:cNvPr id="0" name=""/>
        <dsp:cNvSpPr/>
      </dsp:nvSpPr>
      <dsp:spPr>
        <a:xfrm>
          <a:off x="6551132" y="969595"/>
          <a:ext cx="595054" cy="595054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ABDAE6-3BEA-4DA9-9552-8C467735A00D}">
      <dsp:nvSpPr>
        <dsp:cNvPr id="0" name=""/>
        <dsp:cNvSpPr/>
      </dsp:nvSpPr>
      <dsp:spPr>
        <a:xfrm>
          <a:off x="5998581" y="1638269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Set-3</a:t>
          </a:r>
        </a:p>
      </dsp:txBody>
      <dsp:txXfrm>
        <a:off x="5998581" y="1638269"/>
        <a:ext cx="1700156" cy="255023"/>
      </dsp:txXfrm>
    </dsp:sp>
    <dsp:sp modelId="{7FD9CE42-5627-4CFA-A971-D469464EE4F0}">
      <dsp:nvSpPr>
        <dsp:cNvPr id="0" name=""/>
        <dsp:cNvSpPr/>
      </dsp:nvSpPr>
      <dsp:spPr>
        <a:xfrm>
          <a:off x="5998581" y="1927533"/>
          <a:ext cx="1700156" cy="754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Merkle tree</a:t>
          </a:r>
        </a:p>
      </dsp:txBody>
      <dsp:txXfrm>
        <a:off x="5998581" y="1927533"/>
        <a:ext cx="1700156" cy="754120"/>
      </dsp:txXfrm>
    </dsp:sp>
    <dsp:sp modelId="{6EB79049-A913-4993-B5CC-52FF9A99F203}">
      <dsp:nvSpPr>
        <dsp:cNvPr id="0" name=""/>
        <dsp:cNvSpPr/>
      </dsp:nvSpPr>
      <dsp:spPr>
        <a:xfrm>
          <a:off x="8548816" y="969595"/>
          <a:ext cx="595054" cy="595054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C18195-FC1A-4994-BEDE-F2681CC8B2D6}">
      <dsp:nvSpPr>
        <dsp:cNvPr id="0" name=""/>
        <dsp:cNvSpPr/>
      </dsp:nvSpPr>
      <dsp:spPr>
        <a:xfrm>
          <a:off x="7996265" y="1638269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merkle tree</a:t>
          </a:r>
          <a:endParaRPr lang="tr-TR" sz="1800" kern="1200"/>
        </a:p>
      </dsp:txBody>
      <dsp:txXfrm>
        <a:off x="7996265" y="1638269"/>
        <a:ext cx="1700156" cy="255023"/>
      </dsp:txXfrm>
    </dsp:sp>
    <dsp:sp modelId="{DF7E4CEF-1C5A-4A08-83A1-FCE43E688B3F}">
      <dsp:nvSpPr>
        <dsp:cNvPr id="0" name=""/>
        <dsp:cNvSpPr/>
      </dsp:nvSpPr>
      <dsp:spPr>
        <a:xfrm>
          <a:off x="7996265" y="1927533"/>
          <a:ext cx="1700156" cy="754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data structure</a:t>
          </a:r>
          <a:endParaRPr lang="tr-TR" sz="1400" kern="1200" dirty="0"/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efficiently summarize</a:t>
          </a:r>
          <a:endParaRPr lang="tr-TR" sz="1400" kern="1200"/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transactions</a:t>
          </a:r>
          <a:endParaRPr lang="tr-TR" sz="1400" kern="1200"/>
        </a:p>
      </dsp:txBody>
      <dsp:txXfrm>
        <a:off x="7996265" y="1927533"/>
        <a:ext cx="1700156" cy="754120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38680A-13BB-47A7-B283-1B27D72BAB3C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59885C-182A-4F3C-9793-A7916C4A0FDA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The primary identifier</a:t>
          </a:r>
        </a:p>
      </dsp:txBody>
      <dsp:txXfrm>
        <a:off x="152976" y="1981055"/>
        <a:ext cx="4320000" cy="648000"/>
      </dsp:txXfrm>
    </dsp:sp>
    <dsp:sp modelId="{9330C63A-4DAA-4CF0-A21D-534C5103B4A4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Block’s cryptographic hash</a:t>
          </a:r>
        </a:p>
      </dsp:txBody>
      <dsp:txXfrm>
        <a:off x="152976" y="2688423"/>
        <a:ext cx="4320000" cy="621412"/>
      </dsp:txXfrm>
    </dsp:sp>
    <dsp:sp modelId="{09BB485C-4E85-45BF-A1A2-F2BB7F193A85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19BE65-4AC0-4294-9878-BF5C614A59FB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Digital fingerprint</a:t>
          </a:r>
        </a:p>
      </dsp:txBody>
      <dsp:txXfrm>
        <a:off x="5228976" y="1981055"/>
        <a:ext cx="4320000" cy="648000"/>
      </dsp:txXfrm>
    </dsp:sp>
    <dsp:sp modelId="{3250E7A4-96EB-4B50-8364-C49F82DC66C4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Made by hashing the header twice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Through SHA256: 32 Byte</a:t>
          </a:r>
        </a:p>
      </dsp:txBody>
      <dsp:txXfrm>
        <a:off x="5228976" y="2688423"/>
        <a:ext cx="4320000" cy="621412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E3720CD-360F-4E3B-A082-3131BF478B58}">
      <dsp:nvSpPr>
        <dsp:cNvPr id="0" name=""/>
        <dsp:cNvSpPr/>
      </dsp:nvSpPr>
      <dsp:spPr>
        <a:xfrm>
          <a:off x="12586" y="230699"/>
          <a:ext cx="1407364" cy="140736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BBC78E8-277B-459B-B835-D231A1919AE0}">
      <dsp:nvSpPr>
        <dsp:cNvPr id="0" name=""/>
        <dsp:cNvSpPr/>
      </dsp:nvSpPr>
      <dsp:spPr>
        <a:xfrm>
          <a:off x="12586" y="1775227"/>
          <a:ext cx="4021041" cy="603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Hash of Block header</a:t>
          </a:r>
        </a:p>
      </dsp:txBody>
      <dsp:txXfrm>
        <a:off x="12586" y="1775227"/>
        <a:ext cx="4021041" cy="603156"/>
      </dsp:txXfrm>
    </dsp:sp>
    <dsp:sp modelId="{C848E840-6628-4E12-911F-B28E3A002E53}">
      <dsp:nvSpPr>
        <dsp:cNvPr id="0" name=""/>
        <dsp:cNvSpPr/>
      </dsp:nvSpPr>
      <dsp:spPr>
        <a:xfrm>
          <a:off x="12586" y="2442180"/>
          <a:ext cx="4021041" cy="9783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only </a:t>
          </a:r>
          <a:r>
            <a:rPr lang="tr-TR" sz="1700" kern="1200" dirty="0"/>
            <a:t>fields of </a:t>
          </a:r>
          <a:r>
            <a:rPr lang="en-US" sz="1700" kern="1200" dirty="0"/>
            <a:t>the block header</a:t>
          </a:r>
          <a:endParaRPr lang="tr-TR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used to compute </a:t>
          </a:r>
          <a:r>
            <a:rPr lang="tr-TR" sz="1700" kern="1200" dirty="0"/>
            <a:t>the identifier</a:t>
          </a:r>
        </a:p>
      </dsp:txBody>
      <dsp:txXfrm>
        <a:off x="12586" y="2442180"/>
        <a:ext cx="4021041" cy="978370"/>
      </dsp:txXfrm>
    </dsp:sp>
    <dsp:sp modelId="{0D0E796E-13CD-4DE5-B99D-D86DA6F4196C}">
      <dsp:nvSpPr>
        <dsp:cNvPr id="0" name=""/>
        <dsp:cNvSpPr/>
      </dsp:nvSpPr>
      <dsp:spPr>
        <a:xfrm>
          <a:off x="4737310" y="230699"/>
          <a:ext cx="1407364" cy="140736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9EEC60-0925-49AB-9413-3F86181D1AD2}">
      <dsp:nvSpPr>
        <dsp:cNvPr id="0" name=""/>
        <dsp:cNvSpPr/>
      </dsp:nvSpPr>
      <dsp:spPr>
        <a:xfrm>
          <a:off x="4737310" y="1775227"/>
          <a:ext cx="4021041" cy="603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Block 0</a:t>
          </a:r>
        </a:p>
      </dsp:txBody>
      <dsp:txXfrm>
        <a:off x="4737310" y="1775227"/>
        <a:ext cx="4021041" cy="603156"/>
      </dsp:txXfrm>
    </dsp:sp>
    <dsp:sp modelId="{D45CAF30-8B42-4339-BECF-37BD70CEB43C}">
      <dsp:nvSpPr>
        <dsp:cNvPr id="0" name=""/>
        <dsp:cNvSpPr/>
      </dsp:nvSpPr>
      <dsp:spPr>
        <a:xfrm>
          <a:off x="4737310" y="2442180"/>
          <a:ext cx="4021041" cy="9783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Header hash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000000000019d6689c085ae165831e934ff763ae46a2a6c172b3f1b60a8ce26f</a:t>
          </a:r>
          <a:endParaRPr lang="tr-TR" sz="1700" kern="1200" dirty="0"/>
        </a:p>
      </dsp:txBody>
      <dsp:txXfrm>
        <a:off x="4737310" y="2442180"/>
        <a:ext cx="4021041" cy="978370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7F7358B-D1BE-435A-A19A-9BD3606223F4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80A6A72-C8F1-49FF-AB3A-F020CA099E9B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Computed </a:t>
          </a:r>
          <a:r>
            <a:rPr lang="tr-TR" sz="2800" kern="1200" dirty="0"/>
            <a:t>Value</a:t>
          </a:r>
        </a:p>
      </dsp:txBody>
      <dsp:txXfrm>
        <a:off x="3421" y="1828085"/>
        <a:ext cx="2894062" cy="434109"/>
      </dsp:txXfrm>
    </dsp:sp>
    <dsp:sp modelId="{33647659-D7BF-4944-9B40-77B872BC3513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Block hash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not in</a:t>
          </a:r>
          <a:r>
            <a:rPr lang="en-US" sz="1700" kern="1200" dirty="0"/>
            <a:t> block’s data structure</a:t>
          </a:r>
          <a:endParaRPr lang="tr-TR" sz="1700" kern="1200" dirty="0"/>
        </a:p>
      </dsp:txBody>
      <dsp:txXfrm>
        <a:off x="3421" y="2306416"/>
        <a:ext cx="2894062" cy="624745"/>
      </dsp:txXfrm>
    </dsp:sp>
    <dsp:sp modelId="{5E383227-34B1-497A-9B75-2310E9138716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C2EDCB2-EC67-47C4-A497-4119A563AEFB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Confirmation</a:t>
          </a:r>
          <a:endParaRPr lang="tr-TR" sz="2800" kern="1200" dirty="0"/>
        </a:p>
      </dsp:txBody>
      <dsp:txXfrm>
        <a:off x="3403945" y="1828085"/>
        <a:ext cx="2894062" cy="434109"/>
      </dsp:txXfrm>
    </dsp:sp>
    <dsp:sp modelId="{72107890-57F1-48A6-91A8-0DC0BAED5766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Computed</a:t>
          </a:r>
          <a:r>
            <a:rPr lang="tr-TR" sz="1700" kern="1200" dirty="0"/>
            <a:t> </a:t>
          </a:r>
          <a:r>
            <a:rPr lang="en-US" sz="1700" kern="1200" dirty="0"/>
            <a:t>by</a:t>
          </a:r>
          <a:r>
            <a:rPr lang="tr-TR" sz="1700" kern="1200" dirty="0"/>
            <a:t> </a:t>
          </a:r>
          <a:r>
            <a:rPr lang="en-US" sz="1700" kern="1200" dirty="0"/>
            <a:t>each node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when the block is transmitted</a:t>
          </a:r>
          <a:endParaRPr lang="tr-TR" sz="1700" kern="1200" dirty="0"/>
        </a:p>
      </dsp:txBody>
      <dsp:txXfrm>
        <a:off x="3403945" y="2306416"/>
        <a:ext cx="2894062" cy="624745"/>
      </dsp:txXfrm>
    </dsp:sp>
    <dsp:sp modelId="{9B205700-11E7-4AA2-ACD8-D996C5495D9E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393A761-E982-445E-864A-7270B0B2A447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Not </a:t>
          </a:r>
          <a:r>
            <a:rPr lang="tr-TR" sz="2800" kern="1200" dirty="0" err="1"/>
            <a:t>stored</a:t>
          </a:r>
          <a:r>
            <a:rPr lang="en-US" sz="2800" kern="1200" dirty="0"/>
            <a:t> </a:t>
          </a:r>
          <a:endParaRPr lang="tr-TR" sz="2800" kern="1200" dirty="0"/>
        </a:p>
      </dsp:txBody>
      <dsp:txXfrm>
        <a:off x="6804468" y="1828085"/>
        <a:ext cx="2894062" cy="434109"/>
      </dsp:txXfrm>
    </dsp:sp>
    <dsp:sp modelId="{B1FC1FFA-B6A4-42D2-9E78-74123B495D18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 a node’s</a:t>
          </a:r>
          <a:r>
            <a:rPr lang="tr-TR" sz="1700" kern="1200" dirty="0"/>
            <a:t> </a:t>
          </a:r>
          <a:r>
            <a:rPr lang="en-US" sz="1700" kern="1200" dirty="0"/>
            <a:t>persistence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as part of the blockchain</a:t>
          </a:r>
          <a:endParaRPr lang="tr-TR" sz="1700" kern="1200" dirty="0"/>
        </a:p>
      </dsp:txBody>
      <dsp:txXfrm>
        <a:off x="6804468" y="2306416"/>
        <a:ext cx="2894062" cy="624745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C691B54-705E-4E8C-BF0E-784DC2D1FED8}">
      <dsp:nvSpPr>
        <dsp:cNvPr id="0" name=""/>
        <dsp:cNvSpPr/>
      </dsp:nvSpPr>
      <dsp:spPr>
        <a:xfrm>
          <a:off x="1556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C49062-7D24-4A7B-9DED-FFE13CE6E473}">
      <dsp:nvSpPr>
        <dsp:cNvPr id="0" name=""/>
        <dsp:cNvSpPr/>
      </dsp:nvSpPr>
      <dsp:spPr>
        <a:xfrm>
          <a:off x="152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Separate storage</a:t>
          </a:r>
        </a:p>
      </dsp:txBody>
      <dsp:txXfrm>
        <a:off x="152976" y="1800668"/>
        <a:ext cx="4320000" cy="648000"/>
      </dsp:txXfrm>
    </dsp:sp>
    <dsp:sp modelId="{F2A9A49F-E328-456E-B228-8FEC91658264}">
      <dsp:nvSpPr>
        <dsp:cNvPr id="0" name=""/>
        <dsp:cNvSpPr/>
      </dsp:nvSpPr>
      <dsp:spPr>
        <a:xfrm>
          <a:off x="152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might be stored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</a:t>
          </a:r>
          <a:r>
            <a:rPr lang="en-US" sz="1700" kern="1200" dirty="0"/>
            <a:t>a separate database table 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as part of the </a:t>
          </a:r>
          <a:r>
            <a:rPr lang="en-US" sz="1700" kern="1200"/>
            <a:t>block’s metadata </a:t>
          </a:r>
          <a:endParaRPr lang="tr-TR" sz="1700" kern="1200" dirty="0"/>
        </a:p>
      </dsp:txBody>
      <dsp:txXfrm>
        <a:off x="152976" y="2515931"/>
        <a:ext cx="4320000" cy="991265"/>
      </dsp:txXfrm>
    </dsp:sp>
    <dsp:sp modelId="{229CC9C1-0BFF-4169-B9F9-CE83CF8D3B38}">
      <dsp:nvSpPr>
        <dsp:cNvPr id="0" name=""/>
        <dsp:cNvSpPr/>
      </dsp:nvSpPr>
      <dsp:spPr>
        <a:xfrm>
          <a:off x="6632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C4AB5D-76CC-40C3-8AF3-19FD4E7FC9DD}">
      <dsp:nvSpPr>
        <dsp:cNvPr id="0" name=""/>
        <dsp:cNvSpPr/>
      </dsp:nvSpPr>
      <dsp:spPr>
        <a:xfrm>
          <a:off x="5228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 err="1"/>
            <a:t>Reason</a:t>
          </a:r>
          <a:endParaRPr lang="tr-TR" sz="3600" kern="1200" dirty="0"/>
        </a:p>
      </dsp:txBody>
      <dsp:txXfrm>
        <a:off x="5228976" y="1800668"/>
        <a:ext cx="4320000" cy="648000"/>
      </dsp:txXfrm>
    </dsp:sp>
    <dsp:sp modelId="{5ACC61A8-A83A-4846-B72A-D2E246308EC0}">
      <dsp:nvSpPr>
        <dsp:cNvPr id="0" name=""/>
        <dsp:cNvSpPr/>
      </dsp:nvSpPr>
      <dsp:spPr>
        <a:xfrm>
          <a:off x="5228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Faster</a:t>
          </a:r>
          <a:r>
            <a:rPr lang="tr-TR" sz="1700" kern="1200" dirty="0"/>
            <a:t> Access: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facilitate indexing and</a:t>
          </a:r>
          <a:r>
            <a:rPr lang="tr-TR" sz="1700" kern="1200" dirty="0"/>
            <a:t>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faster retrieval of blocks from disk</a:t>
          </a:r>
          <a:endParaRPr lang="tr-TR" sz="1700" kern="1200" dirty="0"/>
        </a:p>
      </dsp:txBody>
      <dsp:txXfrm>
        <a:off x="5228976" y="2515931"/>
        <a:ext cx="4320000" cy="991265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2F59568-F969-4EBE-BF0B-689D21415411}">
      <dsp:nvSpPr>
        <dsp:cNvPr id="0" name=""/>
        <dsp:cNvSpPr/>
      </dsp:nvSpPr>
      <dsp:spPr>
        <a:xfrm>
          <a:off x="820029" y="673856"/>
          <a:ext cx="875601" cy="875601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B0A96B8-D6D9-42C9-B8B3-EAE87B626EFC}">
      <dsp:nvSpPr>
        <dsp:cNvPr id="0" name=""/>
        <dsp:cNvSpPr/>
      </dsp:nvSpPr>
      <dsp:spPr>
        <a:xfrm>
          <a:off x="6970" y="1648510"/>
          <a:ext cx="2501718" cy="3752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dirty="0"/>
            <a:t>Block Height</a:t>
          </a:r>
        </a:p>
      </dsp:txBody>
      <dsp:txXfrm>
        <a:off x="6970" y="1648510"/>
        <a:ext cx="2501718" cy="375257"/>
      </dsp:txXfrm>
    </dsp:sp>
    <dsp:sp modelId="{980A0057-368C-49D8-870C-FA9BD303B3A7}">
      <dsp:nvSpPr>
        <dsp:cNvPr id="0" name=""/>
        <dsp:cNvSpPr/>
      </dsp:nvSpPr>
      <dsp:spPr>
        <a:xfrm>
          <a:off x="6970" y="2069838"/>
          <a:ext cx="2501718" cy="9075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# of blocks since January 2009</a:t>
          </a:r>
        </a:p>
      </dsp:txBody>
      <dsp:txXfrm>
        <a:off x="6970" y="2069838"/>
        <a:ext cx="2501718" cy="907554"/>
      </dsp:txXfrm>
    </dsp:sp>
    <dsp:sp modelId="{8EC82287-D46D-4038-8D98-38C3EB14017B}">
      <dsp:nvSpPr>
        <dsp:cNvPr id="0" name=""/>
        <dsp:cNvSpPr/>
      </dsp:nvSpPr>
      <dsp:spPr>
        <a:xfrm>
          <a:off x="3759548" y="673856"/>
          <a:ext cx="875601" cy="87560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D40D96-090D-4A15-9C18-4291A1208E34}">
      <dsp:nvSpPr>
        <dsp:cNvPr id="0" name=""/>
        <dsp:cNvSpPr/>
      </dsp:nvSpPr>
      <dsp:spPr>
        <a:xfrm>
          <a:off x="2946490" y="1648510"/>
          <a:ext cx="2501718" cy="3752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height 0 </a:t>
          </a:r>
          <a:endParaRPr lang="tr-TR" sz="2400" kern="1200"/>
        </a:p>
      </dsp:txBody>
      <dsp:txXfrm>
        <a:off x="2946490" y="1648510"/>
        <a:ext cx="2501718" cy="375257"/>
      </dsp:txXfrm>
    </dsp:sp>
    <dsp:sp modelId="{62EF4204-0F3A-42E6-AF37-17F20D5D98F4}">
      <dsp:nvSpPr>
        <dsp:cNvPr id="0" name=""/>
        <dsp:cNvSpPr/>
      </dsp:nvSpPr>
      <dsp:spPr>
        <a:xfrm>
          <a:off x="2946490" y="2069838"/>
          <a:ext cx="2501718" cy="9075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first block ever created is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at </a:t>
          </a:r>
          <a:r>
            <a:rPr lang="en-US" sz="1700" kern="1200" dirty="0"/>
            <a:t>block height 0 (zero)</a:t>
          </a:r>
          <a:endParaRPr lang="tr-TR" sz="1700" kern="1200" dirty="0"/>
        </a:p>
      </dsp:txBody>
      <dsp:txXfrm>
        <a:off x="2946490" y="2069838"/>
        <a:ext cx="2501718" cy="907554"/>
      </dsp:txXfrm>
    </dsp:sp>
    <dsp:sp modelId="{235F5C52-0238-4778-8A9C-FC87C8214E8E}">
      <dsp:nvSpPr>
        <dsp:cNvPr id="0" name=""/>
        <dsp:cNvSpPr/>
      </dsp:nvSpPr>
      <dsp:spPr>
        <a:xfrm>
          <a:off x="6699068" y="673856"/>
          <a:ext cx="875601" cy="87560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DACCEFC-F88F-4927-823D-8B619ECD83E3}">
      <dsp:nvSpPr>
        <dsp:cNvPr id="0" name=""/>
        <dsp:cNvSpPr/>
      </dsp:nvSpPr>
      <dsp:spPr>
        <a:xfrm>
          <a:off x="5886009" y="1648510"/>
          <a:ext cx="2501718" cy="3752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dirty="0"/>
            <a:t>one position higher</a:t>
          </a:r>
        </a:p>
      </dsp:txBody>
      <dsp:txXfrm>
        <a:off x="5886009" y="1648510"/>
        <a:ext cx="2501718" cy="375257"/>
      </dsp:txXfrm>
    </dsp:sp>
    <dsp:sp modelId="{830348A9-C20B-4BBC-AE3D-7DACCB50F0B1}">
      <dsp:nvSpPr>
        <dsp:cNvPr id="0" name=""/>
        <dsp:cNvSpPr/>
      </dsp:nvSpPr>
      <dsp:spPr>
        <a:xfrm>
          <a:off x="5886009" y="2069838"/>
          <a:ext cx="2501718" cy="9075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subsequent block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added “on top” of </a:t>
          </a:r>
          <a:r>
            <a:rPr lang="tr-TR" sz="1700" kern="1200" dirty="0"/>
            <a:t>the</a:t>
          </a:r>
          <a:r>
            <a:rPr lang="en-US" sz="1700" kern="1200" dirty="0"/>
            <a:t> first block </a:t>
          </a:r>
          <a:endParaRPr lang="tr-TR" sz="1700" kern="1200" dirty="0"/>
        </a:p>
      </dsp:txBody>
      <dsp:txXfrm>
        <a:off x="5886009" y="2069838"/>
        <a:ext cx="2501718" cy="907554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EE70612-D033-4DD8-A46C-BED0B90F2230}">
      <dsp:nvSpPr>
        <dsp:cNvPr id="0" name=""/>
        <dsp:cNvSpPr/>
      </dsp:nvSpPr>
      <dsp:spPr>
        <a:xfrm>
          <a:off x="1218914" y="492241"/>
          <a:ext cx="1311187" cy="1311187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F34B8F6-4D87-4001-BE29-DFA54853A8B8}">
      <dsp:nvSpPr>
        <dsp:cNvPr id="0" name=""/>
        <dsp:cNvSpPr/>
      </dsp:nvSpPr>
      <dsp:spPr>
        <a:xfrm>
          <a:off x="1383" y="1918099"/>
          <a:ext cx="3746250" cy="5619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Not unique</a:t>
          </a:r>
        </a:p>
      </dsp:txBody>
      <dsp:txXfrm>
        <a:off x="1383" y="1918099"/>
        <a:ext cx="3746250" cy="561937"/>
      </dsp:txXfrm>
    </dsp:sp>
    <dsp:sp modelId="{C32C7E6E-A6DA-422A-8574-E26B809F7FBC}">
      <dsp:nvSpPr>
        <dsp:cNvPr id="0" name=""/>
        <dsp:cNvSpPr/>
      </dsp:nvSpPr>
      <dsp:spPr>
        <a:xfrm>
          <a:off x="1383" y="2533372"/>
          <a:ext cx="3746250" cy="6256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Two or more blocks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might</a:t>
          </a:r>
          <a:r>
            <a:rPr lang="tr-TR" sz="1700" kern="1200"/>
            <a:t> </a:t>
          </a:r>
          <a:r>
            <a:rPr lang="en-US" sz="1700" kern="1200"/>
            <a:t>have the same block height</a:t>
          </a:r>
          <a:endParaRPr lang="tr-TR" sz="1700" kern="1200" dirty="0"/>
        </a:p>
      </dsp:txBody>
      <dsp:txXfrm>
        <a:off x="1383" y="2533372"/>
        <a:ext cx="3746250" cy="625636"/>
      </dsp:txXfrm>
    </dsp:sp>
    <dsp:sp modelId="{E61A0D31-DA69-4103-8B24-F10AD4305CF1}">
      <dsp:nvSpPr>
        <dsp:cNvPr id="0" name=""/>
        <dsp:cNvSpPr/>
      </dsp:nvSpPr>
      <dsp:spPr>
        <a:xfrm>
          <a:off x="5620758" y="492241"/>
          <a:ext cx="1311187" cy="1311187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5D4683-5577-420F-98F6-E1B0E061C5B9}">
      <dsp:nvSpPr>
        <dsp:cNvPr id="0" name=""/>
        <dsp:cNvSpPr/>
      </dsp:nvSpPr>
      <dsp:spPr>
        <a:xfrm>
          <a:off x="4403226" y="1918099"/>
          <a:ext cx="3746250" cy="5619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Reason: Forking</a:t>
          </a:r>
        </a:p>
      </dsp:txBody>
      <dsp:txXfrm>
        <a:off x="4403226" y="1918099"/>
        <a:ext cx="3746250" cy="561937"/>
      </dsp:txXfrm>
    </dsp:sp>
    <dsp:sp modelId="{7B0672A2-E954-425C-942F-01B996F42E58}">
      <dsp:nvSpPr>
        <dsp:cNvPr id="0" name=""/>
        <dsp:cNvSpPr/>
      </dsp:nvSpPr>
      <dsp:spPr>
        <a:xfrm>
          <a:off x="4403226" y="2533372"/>
          <a:ext cx="3746250" cy="6256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competing for the same position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</a:t>
          </a:r>
          <a:r>
            <a:rPr lang="en-US" sz="1700" kern="1200" dirty="0"/>
            <a:t>the blockchain</a:t>
          </a:r>
          <a:endParaRPr lang="tr-TR" sz="1700" kern="1200" dirty="0"/>
        </a:p>
      </dsp:txBody>
      <dsp:txXfrm>
        <a:off x="4403226" y="2533372"/>
        <a:ext cx="3746250" cy="625636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BAC09B3-091E-46BB-BC41-5D1D9D078BBA}">
      <dsp:nvSpPr>
        <dsp:cNvPr id="0" name=""/>
        <dsp:cNvSpPr/>
      </dsp:nvSpPr>
      <dsp:spPr>
        <a:xfrm>
          <a:off x="1043814" y="721258"/>
          <a:ext cx="1117757" cy="1117757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0106827-3EC4-4BB9-A89B-AAACEA4E2850}">
      <dsp:nvSpPr>
        <dsp:cNvPr id="0" name=""/>
        <dsp:cNvSpPr/>
      </dsp:nvSpPr>
      <dsp:spPr>
        <a:xfrm>
          <a:off x="5896" y="1940817"/>
          <a:ext cx="3193593" cy="479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Genesis Block</a:t>
          </a:r>
        </a:p>
      </dsp:txBody>
      <dsp:txXfrm>
        <a:off x="5896" y="1940817"/>
        <a:ext cx="3193593" cy="479039"/>
      </dsp:txXfrm>
    </dsp:sp>
    <dsp:sp modelId="{EA08633B-3BDD-4678-8A1F-37A7C71347B5}">
      <dsp:nvSpPr>
        <dsp:cNvPr id="0" name=""/>
        <dsp:cNvSpPr/>
      </dsp:nvSpPr>
      <dsp:spPr>
        <a:xfrm>
          <a:off x="5896" y="2467206"/>
          <a:ext cx="3193593" cy="6215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1st </a:t>
          </a:r>
          <a:r>
            <a:rPr lang="en-US" sz="1700" kern="1200" dirty="0"/>
            <a:t>block in the blockchain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Block 0</a:t>
          </a:r>
          <a:r>
            <a:rPr lang="en-US" sz="1700" kern="1200" dirty="0"/>
            <a:t> </a:t>
          </a:r>
          <a:endParaRPr lang="tr-TR" sz="1700" kern="1200" dirty="0"/>
        </a:p>
      </dsp:txBody>
      <dsp:txXfrm>
        <a:off x="5896" y="2467206"/>
        <a:ext cx="3193593" cy="621535"/>
      </dsp:txXfrm>
    </dsp:sp>
    <dsp:sp modelId="{52492A94-889B-4004-A0C8-BE8D17EC85C8}">
      <dsp:nvSpPr>
        <dsp:cNvPr id="0" name=""/>
        <dsp:cNvSpPr/>
      </dsp:nvSpPr>
      <dsp:spPr>
        <a:xfrm>
          <a:off x="4796287" y="721258"/>
          <a:ext cx="1117757" cy="1117757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1000" r="-21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6E39AF1-0219-4725-8E0F-7904AB5474AE}">
      <dsp:nvSpPr>
        <dsp:cNvPr id="0" name=""/>
        <dsp:cNvSpPr/>
      </dsp:nvSpPr>
      <dsp:spPr>
        <a:xfrm>
          <a:off x="3758369" y="1940817"/>
          <a:ext cx="3193593" cy="479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2009</a:t>
          </a:r>
        </a:p>
      </dsp:txBody>
      <dsp:txXfrm>
        <a:off x="3758369" y="1940817"/>
        <a:ext cx="3193593" cy="479039"/>
      </dsp:txXfrm>
    </dsp:sp>
    <dsp:sp modelId="{403549A6-F4C6-45BE-84F5-444F2764DBF9}">
      <dsp:nvSpPr>
        <dsp:cNvPr id="0" name=""/>
        <dsp:cNvSpPr/>
      </dsp:nvSpPr>
      <dsp:spPr>
        <a:xfrm>
          <a:off x="3758369" y="2467206"/>
          <a:ext cx="3193593" cy="6215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creation time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03.01.2009 21:15</a:t>
          </a:r>
          <a:endParaRPr lang="tr-TR" sz="1700" kern="1200" dirty="0"/>
        </a:p>
      </dsp:txBody>
      <dsp:txXfrm>
        <a:off x="3758369" y="2467206"/>
        <a:ext cx="3193593" cy="621535"/>
      </dsp:txXfrm>
    </dsp:sp>
    <dsp:sp modelId="{4608095B-A1C9-4F4D-8AD2-C72F7CDA9494}">
      <dsp:nvSpPr>
        <dsp:cNvPr id="0" name=""/>
        <dsp:cNvSpPr/>
      </dsp:nvSpPr>
      <dsp:spPr>
        <a:xfrm>
          <a:off x="8548760" y="721258"/>
          <a:ext cx="1117757" cy="1117757"/>
        </a:xfrm>
        <a:prstGeom prst="rect">
          <a:avLst/>
        </a:prstGeom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644A73-6609-46FA-8FC4-95A90E1AD114}">
      <dsp:nvSpPr>
        <dsp:cNvPr id="0" name=""/>
        <dsp:cNvSpPr/>
      </dsp:nvSpPr>
      <dsp:spPr>
        <a:xfrm>
          <a:off x="7510842" y="1940817"/>
          <a:ext cx="3193593" cy="479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The common ancestor</a:t>
          </a:r>
        </a:p>
      </dsp:txBody>
      <dsp:txXfrm>
        <a:off x="7510842" y="1940817"/>
        <a:ext cx="3193593" cy="479039"/>
      </dsp:txXfrm>
    </dsp:sp>
    <dsp:sp modelId="{FB7838D5-A817-4513-B23A-377F4394EB21}">
      <dsp:nvSpPr>
        <dsp:cNvPr id="0" name=""/>
        <dsp:cNvSpPr/>
      </dsp:nvSpPr>
      <dsp:spPr>
        <a:xfrm>
          <a:off x="7510842" y="2467206"/>
          <a:ext cx="3193593" cy="6215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common ancestor of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all the blocks</a:t>
          </a:r>
          <a:endParaRPr lang="tr-TR" sz="1700" kern="1200" dirty="0"/>
        </a:p>
      </dsp:txBody>
      <dsp:txXfrm>
        <a:off x="7510842" y="2467206"/>
        <a:ext cx="3193593" cy="621535"/>
      </dsp:txXfrm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B3B65DD-7E8D-4AD6-9962-C442C0CC60DF}">
      <dsp:nvSpPr>
        <dsp:cNvPr id="0" name=""/>
        <dsp:cNvSpPr/>
      </dsp:nvSpPr>
      <dsp:spPr>
        <a:xfrm>
          <a:off x="2067596" y="0"/>
          <a:ext cx="1509048" cy="100318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t="-25000" b="-25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7EC0FB3-B068-4B96-BE28-4F9B1C941436}">
      <dsp:nvSpPr>
        <dsp:cNvPr id="0" name=""/>
        <dsp:cNvSpPr/>
      </dsp:nvSpPr>
      <dsp:spPr>
        <a:xfrm>
          <a:off x="666337" y="1054975"/>
          <a:ext cx="4311566" cy="4299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dirty="0"/>
            <a:t>Traceble</a:t>
          </a:r>
        </a:p>
      </dsp:txBody>
      <dsp:txXfrm>
        <a:off x="666337" y="1054975"/>
        <a:ext cx="4311566" cy="429936"/>
      </dsp:txXfrm>
    </dsp:sp>
    <dsp:sp modelId="{32C741BC-0FED-4FF0-8C6F-BB80A85008B9}">
      <dsp:nvSpPr>
        <dsp:cNvPr id="0" name=""/>
        <dsp:cNvSpPr/>
      </dsp:nvSpPr>
      <dsp:spPr>
        <a:xfrm>
          <a:off x="666337" y="1508999"/>
          <a:ext cx="4311566" cy="3045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from </a:t>
          </a:r>
          <a:r>
            <a:rPr lang="tr-TR" sz="1700" kern="1200" dirty="0"/>
            <a:t>any block</a:t>
          </a:r>
        </a:p>
      </dsp:txBody>
      <dsp:txXfrm>
        <a:off x="666337" y="1508999"/>
        <a:ext cx="4311566" cy="304560"/>
      </dsp:txXfrm>
    </dsp:sp>
    <dsp:sp modelId="{B78B753F-CD66-4ABD-BC22-E06278C87F42}">
      <dsp:nvSpPr>
        <dsp:cNvPr id="0" name=""/>
        <dsp:cNvSpPr/>
      </dsp:nvSpPr>
      <dsp:spPr>
        <a:xfrm>
          <a:off x="7133687" y="0"/>
          <a:ext cx="1509048" cy="1003184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 t="-25000" b="-25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807B60B-D32A-4891-A6A7-A479F3A7C70A}">
      <dsp:nvSpPr>
        <dsp:cNvPr id="0" name=""/>
        <dsp:cNvSpPr/>
      </dsp:nvSpPr>
      <dsp:spPr>
        <a:xfrm>
          <a:off x="5732428" y="1054975"/>
          <a:ext cx="4311566" cy="4299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dirty="0"/>
            <a:t>Arrive genesis block</a:t>
          </a:r>
        </a:p>
      </dsp:txBody>
      <dsp:txXfrm>
        <a:off x="5732428" y="1054975"/>
        <a:ext cx="4311566" cy="429936"/>
      </dsp:txXfrm>
    </dsp:sp>
    <dsp:sp modelId="{0F54BA92-877F-40FD-BBBC-1998E70AFBC4}">
      <dsp:nvSpPr>
        <dsp:cNvPr id="0" name=""/>
        <dsp:cNvSpPr/>
      </dsp:nvSpPr>
      <dsp:spPr>
        <a:xfrm>
          <a:off x="5732428" y="1508999"/>
          <a:ext cx="4311566" cy="3045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start</a:t>
          </a:r>
          <a:r>
            <a:rPr lang="tr-TR" sz="1700" kern="1200" dirty="0"/>
            <a:t> </a:t>
          </a:r>
          <a:r>
            <a:rPr lang="en-US" sz="1700" kern="1200" dirty="0"/>
            <a:t>at any block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follow the chain backward</a:t>
          </a:r>
          <a:endParaRPr lang="tr-TR" sz="1700" kern="1200" dirty="0"/>
        </a:p>
      </dsp:txBody>
      <dsp:txXfrm>
        <a:off x="5732428" y="1508999"/>
        <a:ext cx="4311566" cy="304560"/>
      </dsp:txXfrm>
    </dsp:sp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6E186D-8B60-4D2A-AB0D-932130DE3018}">
      <dsp:nvSpPr>
        <dsp:cNvPr id="0" name=""/>
        <dsp:cNvSpPr/>
      </dsp:nvSpPr>
      <dsp:spPr>
        <a:xfrm>
          <a:off x="702726" y="597974"/>
          <a:ext cx="749361" cy="74936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B5A6A9-3E09-42E2-8C54-A323CDB17B6C}">
      <dsp:nvSpPr>
        <dsp:cNvPr id="0" name=""/>
        <dsp:cNvSpPr/>
      </dsp:nvSpPr>
      <dsp:spPr>
        <a:xfrm>
          <a:off x="6891" y="1452913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Fixed</a:t>
          </a:r>
        </a:p>
      </dsp:txBody>
      <dsp:txXfrm>
        <a:off x="6891" y="1452913"/>
        <a:ext cx="2141032" cy="321154"/>
      </dsp:txXfrm>
    </dsp:sp>
    <dsp:sp modelId="{D4BAE70A-A5AE-4E95-AD23-FB1BF5292928}">
      <dsp:nvSpPr>
        <dsp:cNvPr id="0" name=""/>
        <dsp:cNvSpPr/>
      </dsp:nvSpPr>
      <dsp:spPr>
        <a:xfrm>
          <a:off x="6891" y="1823174"/>
          <a:ext cx="2141032" cy="12301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Genesis</a:t>
          </a:r>
          <a:r>
            <a:rPr lang="tr-TR" sz="1500" kern="1200"/>
            <a:t> </a:t>
          </a:r>
          <a:r>
            <a:rPr lang="en-US" sz="1500" kern="1200"/>
            <a:t>block is</a:t>
          </a:r>
          <a:endParaRPr lang="tr-TR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cannot be</a:t>
          </a:r>
          <a:r>
            <a:rPr lang="tr-TR" sz="1500" kern="1200"/>
            <a:t> </a:t>
          </a:r>
          <a:r>
            <a:rPr lang="en-US" sz="1500" kern="1200"/>
            <a:t>altered</a:t>
          </a:r>
          <a:endParaRPr lang="tr-TR" sz="1500" kern="1200"/>
        </a:p>
      </dsp:txBody>
      <dsp:txXfrm>
        <a:off x="6891" y="1823174"/>
        <a:ext cx="2141032" cy="1230100"/>
      </dsp:txXfrm>
    </dsp:sp>
    <dsp:sp modelId="{3CC65EB5-5DF9-4FAD-9688-139C929F44E0}">
      <dsp:nvSpPr>
        <dsp:cNvPr id="0" name=""/>
        <dsp:cNvSpPr/>
      </dsp:nvSpPr>
      <dsp:spPr>
        <a:xfrm>
          <a:off x="3218439" y="597974"/>
          <a:ext cx="749361" cy="74936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0FA064A-C0E9-4B36-A139-0E9E9EB456E2}">
      <dsp:nvSpPr>
        <dsp:cNvPr id="0" name=""/>
        <dsp:cNvSpPr/>
      </dsp:nvSpPr>
      <dsp:spPr>
        <a:xfrm>
          <a:off x="2522604" y="1452913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Static Block</a:t>
          </a:r>
        </a:p>
      </dsp:txBody>
      <dsp:txXfrm>
        <a:off x="2522604" y="1452913"/>
        <a:ext cx="2141032" cy="321154"/>
      </dsp:txXfrm>
    </dsp:sp>
    <dsp:sp modelId="{B36CD960-CA2A-4F40-AB79-3D3CE21A5B28}">
      <dsp:nvSpPr>
        <dsp:cNvPr id="0" name=""/>
        <dsp:cNvSpPr/>
      </dsp:nvSpPr>
      <dsp:spPr>
        <a:xfrm>
          <a:off x="2522604" y="1823174"/>
          <a:ext cx="2141032" cy="12301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statically encoded</a:t>
          </a:r>
          <a:endParaRPr lang="tr-TR" sz="1500" kern="1200"/>
        </a:p>
      </dsp:txBody>
      <dsp:txXfrm>
        <a:off x="2522604" y="1823174"/>
        <a:ext cx="2141032" cy="1230100"/>
      </dsp:txXfrm>
    </dsp:sp>
    <dsp:sp modelId="{81669243-0070-46E2-AC43-8965A498E474}">
      <dsp:nvSpPr>
        <dsp:cNvPr id="0" name=""/>
        <dsp:cNvSpPr/>
      </dsp:nvSpPr>
      <dsp:spPr>
        <a:xfrm>
          <a:off x="5734152" y="597974"/>
          <a:ext cx="749361" cy="74936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0802D1-6D67-4D0C-803D-6CEFB060CB23}">
      <dsp:nvSpPr>
        <dsp:cNvPr id="0" name=""/>
        <dsp:cNvSpPr/>
      </dsp:nvSpPr>
      <dsp:spPr>
        <a:xfrm>
          <a:off x="5038316" y="1452913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SW Data</a:t>
          </a:r>
        </a:p>
      </dsp:txBody>
      <dsp:txXfrm>
        <a:off x="5038316" y="1452913"/>
        <a:ext cx="2141032" cy="321154"/>
      </dsp:txXfrm>
    </dsp:sp>
    <dsp:sp modelId="{E8A1A6DA-2F57-4239-A3C2-BEDD443D5A96}">
      <dsp:nvSpPr>
        <dsp:cNvPr id="0" name=""/>
        <dsp:cNvSpPr/>
      </dsp:nvSpPr>
      <dsp:spPr>
        <a:xfrm>
          <a:off x="5038316" y="1823174"/>
          <a:ext cx="2141032" cy="12301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included </a:t>
          </a:r>
          <a:r>
            <a:rPr lang="en-US" sz="1500" kern="1200"/>
            <a:t>within</a:t>
          </a:r>
          <a:endParaRPr lang="tr-TR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bitcoin client software</a:t>
          </a:r>
          <a:endParaRPr lang="tr-TR" sz="1500" kern="1200"/>
        </a:p>
      </dsp:txBody>
      <dsp:txXfrm>
        <a:off x="5038316" y="1823174"/>
        <a:ext cx="2141032" cy="1230100"/>
      </dsp:txXfrm>
    </dsp:sp>
    <dsp:sp modelId="{81A3DEBA-FE42-4C15-92DE-8B201AC7A857}">
      <dsp:nvSpPr>
        <dsp:cNvPr id="0" name=""/>
        <dsp:cNvSpPr/>
      </dsp:nvSpPr>
      <dsp:spPr>
        <a:xfrm>
          <a:off x="8249864" y="597974"/>
          <a:ext cx="749361" cy="749361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07E2EB1-540B-4B03-A42A-F4D2662298D1}">
      <dsp:nvSpPr>
        <dsp:cNvPr id="0" name=""/>
        <dsp:cNvSpPr/>
      </dsp:nvSpPr>
      <dsp:spPr>
        <a:xfrm>
          <a:off x="7554029" y="1452913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Every node</a:t>
          </a:r>
          <a:r>
            <a:rPr lang="tr-TR" sz="2000" kern="1200"/>
            <a:t> knows</a:t>
          </a:r>
        </a:p>
      </dsp:txBody>
      <dsp:txXfrm>
        <a:off x="7554029" y="1452913"/>
        <a:ext cx="2141032" cy="321154"/>
      </dsp:txXfrm>
    </dsp:sp>
    <dsp:sp modelId="{8FD3035D-0D1A-49BE-A1CD-D41C99918413}">
      <dsp:nvSpPr>
        <dsp:cNvPr id="0" name=""/>
        <dsp:cNvSpPr/>
      </dsp:nvSpPr>
      <dsp:spPr>
        <a:xfrm>
          <a:off x="7554029" y="1823174"/>
          <a:ext cx="2141032" cy="12301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hash</a:t>
          </a:r>
          <a:endParaRPr lang="tr-TR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structure </a:t>
          </a:r>
          <a:endParaRPr lang="tr-TR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creation </a:t>
          </a:r>
          <a:r>
            <a:rPr lang="en-US" sz="1500" kern="1200"/>
            <a:t>time </a:t>
          </a:r>
          <a:endParaRPr lang="tr-TR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single transaction</a:t>
          </a:r>
          <a:endParaRPr lang="tr-TR" sz="1500" kern="1200"/>
        </a:p>
      </dsp:txBody>
      <dsp:txXfrm>
        <a:off x="7554029" y="1823174"/>
        <a:ext cx="2141032" cy="1230100"/>
      </dsp:txXfrm>
    </dsp:sp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6F80670-A4F8-4FAB-B7AD-AA46B2B28F8C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51E56C-43E4-4415-935D-0C0925C6BD97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Genesis block</a:t>
          </a:r>
        </a:p>
      </dsp:txBody>
      <dsp:txXfrm>
        <a:off x="3421" y="1647177"/>
        <a:ext cx="2894062" cy="434109"/>
      </dsp:txXfrm>
    </dsp:sp>
    <dsp:sp modelId="{D91C99B7-D8E3-454E-9E72-79F026998993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is </a:t>
          </a:r>
          <a:r>
            <a:rPr lang="en-US" sz="1700" kern="1200" dirty="0"/>
            <a:t>a secure “root”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build a trusted blockchain.</a:t>
          </a:r>
          <a:endParaRPr lang="tr-TR" sz="1700" kern="1200" dirty="0"/>
        </a:p>
      </dsp:txBody>
      <dsp:txXfrm>
        <a:off x="3421" y="2133425"/>
        <a:ext cx="2894062" cy="995666"/>
      </dsp:txXfrm>
    </dsp:sp>
    <dsp:sp modelId="{39108838-8CEF-4EC2-A2A9-CBCB9CEADFA4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3D45F38-D410-4A7E-9CD6-76D00DBF156F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See in bitcoin core client</a:t>
          </a:r>
        </a:p>
      </dsp:txBody>
      <dsp:txXfrm>
        <a:off x="3403945" y="1647177"/>
        <a:ext cx="2894062" cy="434109"/>
      </dsp:txXfrm>
    </dsp:sp>
    <dsp:sp modelId="{096AC13F-1450-428E-8A26-D7791476B340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>
              <a:hlinkClick xmlns:r="http://schemas.openxmlformats.org/officeDocument/2006/relationships" r:id="rId5"/>
            </a:rPr>
            <a:t>Github link</a:t>
          </a:r>
          <a:endParaRPr lang="tr-TR" sz="1700" kern="1200"/>
        </a:p>
      </dsp:txBody>
      <dsp:txXfrm>
        <a:off x="3403945" y="2133425"/>
        <a:ext cx="2894062" cy="995666"/>
      </dsp:txXfrm>
    </dsp:sp>
    <dsp:sp modelId="{43A02FF7-6473-4A31-948E-A1005BAC4039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5ADDB6-EF68-473C-94F4-851DEDD07764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 dirty="0"/>
            <a:t>block explorer </a:t>
          </a:r>
          <a:endParaRPr lang="tr-TR" sz="2200" kern="1200" dirty="0"/>
        </a:p>
      </dsp:txBody>
      <dsp:txXfrm>
        <a:off x="6804468" y="1647177"/>
        <a:ext cx="2894062" cy="434109"/>
      </dsp:txXfrm>
    </dsp:sp>
    <dsp:sp modelId="{5502AF25-383F-4FA1-ADBD-2C242F7564B0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website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such as blockchain.info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>
              <a:hlinkClick xmlns:r="http://schemas.openxmlformats.org/officeDocument/2006/relationships" r:id="rId8"/>
            </a:rPr>
            <a:t>Search link</a:t>
          </a:r>
          <a:endParaRPr lang="tr-TR" sz="1700" kern="1200"/>
        </a:p>
      </dsp:txBody>
      <dsp:txXfrm>
        <a:off x="6804468" y="2133425"/>
        <a:ext cx="2894062" cy="995666"/>
      </dsp:txXfrm>
    </dsp:sp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168DE75-2D9E-46C8-8DE4-5D7A875AD9A0}">
      <dsp:nvSpPr>
        <dsp:cNvPr id="0" name=""/>
        <dsp:cNvSpPr/>
      </dsp:nvSpPr>
      <dsp:spPr>
        <a:xfrm>
          <a:off x="943992" y="62541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21B0538-FB73-41C9-9D7F-664B18183F8D}">
      <dsp:nvSpPr>
        <dsp:cNvPr id="0" name=""/>
        <dsp:cNvSpPr/>
      </dsp:nvSpPr>
      <dsp:spPr>
        <a:xfrm>
          <a:off x="3421" y="174155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Proof of the date</a:t>
          </a:r>
        </a:p>
      </dsp:txBody>
      <dsp:txXfrm>
        <a:off x="3421" y="1741558"/>
        <a:ext cx="2894062" cy="434109"/>
      </dsp:txXfrm>
    </dsp:sp>
    <dsp:sp modelId="{ABF4E9F7-89A5-4211-A120-DD1FD93804E1}">
      <dsp:nvSpPr>
        <dsp:cNvPr id="0" name=""/>
        <dsp:cNvSpPr/>
      </dsp:nvSpPr>
      <dsp:spPr>
        <a:xfrm>
          <a:off x="3421" y="2223676"/>
          <a:ext cx="2894062" cy="802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message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offer proof of the earliest date</a:t>
          </a:r>
          <a:r>
            <a:rPr lang="tr-TR" sz="1700" kern="1200" dirty="0"/>
            <a:t> </a:t>
          </a:r>
        </a:p>
      </dsp:txBody>
      <dsp:txXfrm>
        <a:off x="3421" y="2223676"/>
        <a:ext cx="2894062" cy="802154"/>
      </dsp:txXfrm>
    </dsp:sp>
    <dsp:sp modelId="{53E46F35-1726-4830-9EBF-6FC6F06D825E}">
      <dsp:nvSpPr>
        <dsp:cNvPr id="0" name=""/>
        <dsp:cNvSpPr/>
      </dsp:nvSpPr>
      <dsp:spPr>
        <a:xfrm>
          <a:off x="4344515" y="625419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17000" b="-17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34AC2A-6217-4765-9A91-162D907D9EA3}">
      <dsp:nvSpPr>
        <dsp:cNvPr id="0" name=""/>
        <dsp:cNvSpPr/>
      </dsp:nvSpPr>
      <dsp:spPr>
        <a:xfrm>
          <a:off x="3403945" y="174155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The Times</a:t>
          </a:r>
        </a:p>
      </dsp:txBody>
      <dsp:txXfrm>
        <a:off x="3403945" y="1741558"/>
        <a:ext cx="2894062" cy="434109"/>
      </dsp:txXfrm>
    </dsp:sp>
    <dsp:sp modelId="{B1A5DCE8-3474-4CA4-A03C-96EF050A469F}">
      <dsp:nvSpPr>
        <dsp:cNvPr id="0" name=""/>
        <dsp:cNvSpPr/>
      </dsp:nvSpPr>
      <dsp:spPr>
        <a:xfrm>
          <a:off x="3403945" y="2223676"/>
          <a:ext cx="2894062" cy="802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headline of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</a:t>
          </a:r>
          <a:r>
            <a:rPr lang="en-US" sz="1700" kern="1200" dirty="0"/>
            <a:t>British newspaper </a:t>
          </a:r>
          <a:r>
            <a:rPr lang="en-US" sz="1700" i="1" kern="1200" dirty="0"/>
            <a:t>The Times</a:t>
          </a:r>
          <a:endParaRPr lang="tr-TR" sz="1700" kern="1200" dirty="0"/>
        </a:p>
      </dsp:txBody>
      <dsp:txXfrm>
        <a:off x="3403945" y="2223676"/>
        <a:ext cx="2894062" cy="802154"/>
      </dsp:txXfrm>
    </dsp:sp>
    <dsp:sp modelId="{7460DE6E-039B-449D-AE84-BBBA17FC18EF}">
      <dsp:nvSpPr>
        <dsp:cNvPr id="0" name=""/>
        <dsp:cNvSpPr/>
      </dsp:nvSpPr>
      <dsp:spPr>
        <a:xfrm>
          <a:off x="7745039" y="625419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0787A67-9E99-4090-8C40-74666F87ABAD}">
      <dsp:nvSpPr>
        <dsp:cNvPr id="0" name=""/>
        <dsp:cNvSpPr/>
      </dsp:nvSpPr>
      <dsp:spPr>
        <a:xfrm>
          <a:off x="6804468" y="174155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Message</a:t>
          </a:r>
        </a:p>
      </dsp:txBody>
      <dsp:txXfrm>
        <a:off x="6804468" y="1741558"/>
        <a:ext cx="2894062" cy="434109"/>
      </dsp:txXfrm>
    </dsp:sp>
    <dsp:sp modelId="{3A7000CC-0DB5-4333-B416-8326E522E803}">
      <dsp:nvSpPr>
        <dsp:cNvPr id="0" name=""/>
        <dsp:cNvSpPr/>
      </dsp:nvSpPr>
      <dsp:spPr>
        <a:xfrm>
          <a:off x="6804468" y="2223676"/>
          <a:ext cx="2894062" cy="802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“The Times 03/Jan/2009 Chancellor on brink of second bailout</a:t>
          </a:r>
          <a:r>
            <a:rPr lang="tr-TR" sz="1700" kern="1200" dirty="0"/>
            <a:t> for banks.”</a:t>
          </a:r>
        </a:p>
      </dsp:txBody>
      <dsp:txXfrm>
        <a:off x="6804468" y="2223676"/>
        <a:ext cx="2894062" cy="802154"/>
      </dsp:txXfrm>
    </dsp:sp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6425407-B7C9-4B34-BE0C-7063B851B124}">
      <dsp:nvSpPr>
        <dsp:cNvPr id="0" name=""/>
        <dsp:cNvSpPr/>
      </dsp:nvSpPr>
      <dsp:spPr>
        <a:xfrm>
          <a:off x="698671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BDEEC19-5761-4A85-97EA-F0FD752AB4D6}">
      <dsp:nvSpPr>
        <dsp:cNvPr id="0" name=""/>
        <dsp:cNvSpPr/>
      </dsp:nvSpPr>
      <dsp:spPr>
        <a:xfrm>
          <a:off x="2156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Full node</a:t>
          </a:r>
        </a:p>
      </dsp:txBody>
      <dsp:txXfrm>
        <a:off x="2156" y="1671532"/>
        <a:ext cx="2143124" cy="321468"/>
      </dsp:txXfrm>
    </dsp:sp>
    <dsp:sp modelId="{03B49278-16E8-4CCB-A2D0-BC08C699D9D7}">
      <dsp:nvSpPr>
        <dsp:cNvPr id="0" name=""/>
        <dsp:cNvSpPr/>
      </dsp:nvSpPr>
      <dsp:spPr>
        <a:xfrm>
          <a:off x="2156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maintain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a local copy of blockchain</a:t>
          </a:r>
        </a:p>
      </dsp:txBody>
      <dsp:txXfrm>
        <a:off x="2156" y="2032571"/>
        <a:ext cx="2143124" cy="782315"/>
      </dsp:txXfrm>
    </dsp:sp>
    <dsp:sp modelId="{C3EEEE26-FE37-4A54-9E86-D19E21D1ACE3}">
      <dsp:nvSpPr>
        <dsp:cNvPr id="0" name=""/>
        <dsp:cNvSpPr/>
      </dsp:nvSpPr>
      <dsp:spPr>
        <a:xfrm>
          <a:off x="3216843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0363BE3-3647-4DCD-9D5C-64597C275261}">
      <dsp:nvSpPr>
        <dsp:cNvPr id="0" name=""/>
        <dsp:cNvSpPr/>
      </dsp:nvSpPr>
      <dsp:spPr>
        <a:xfrm>
          <a:off x="2520328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Full chain</a:t>
          </a:r>
        </a:p>
      </dsp:txBody>
      <dsp:txXfrm>
        <a:off x="2520328" y="1671532"/>
        <a:ext cx="2143124" cy="321468"/>
      </dsp:txXfrm>
    </dsp:sp>
    <dsp:sp modelId="{F51E2D8C-846A-45F7-9FDD-D77CEBA18D00}">
      <dsp:nvSpPr>
        <dsp:cNvPr id="0" name=""/>
        <dsp:cNvSpPr/>
      </dsp:nvSpPr>
      <dsp:spPr>
        <a:xfrm>
          <a:off x="2520328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all blocks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starting at the genesis block</a:t>
          </a:r>
        </a:p>
      </dsp:txBody>
      <dsp:txXfrm>
        <a:off x="2520328" y="2032571"/>
        <a:ext cx="2143124" cy="782315"/>
      </dsp:txXfrm>
    </dsp:sp>
    <dsp:sp modelId="{9D110DFA-6B5E-4626-BDAD-5FBFB146C0DA}">
      <dsp:nvSpPr>
        <dsp:cNvPr id="0" name=""/>
        <dsp:cNvSpPr/>
      </dsp:nvSpPr>
      <dsp:spPr>
        <a:xfrm>
          <a:off x="5735015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D4D51F-27E5-4EFE-AAA2-799D3680E856}">
      <dsp:nvSpPr>
        <dsp:cNvPr id="0" name=""/>
        <dsp:cNvSpPr/>
      </dsp:nvSpPr>
      <dsp:spPr>
        <a:xfrm>
          <a:off x="5038499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Linking</a:t>
          </a:r>
        </a:p>
      </dsp:txBody>
      <dsp:txXfrm>
        <a:off x="5038499" y="1671532"/>
        <a:ext cx="2143124" cy="321468"/>
      </dsp:txXfrm>
    </dsp:sp>
    <dsp:sp modelId="{07A7A7AE-F1F5-4C75-BAF0-5C5AD3C150FB}">
      <dsp:nvSpPr>
        <dsp:cNvPr id="0" name=""/>
        <dsp:cNvSpPr/>
      </dsp:nvSpPr>
      <dsp:spPr>
        <a:xfrm>
          <a:off x="5038499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incoming blocks</a:t>
          </a:r>
          <a:endParaRPr lang="tr-TR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valiadet and linked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the existing blockchain</a:t>
          </a:r>
          <a:endParaRPr lang="tr-TR" sz="1300" kern="1200"/>
        </a:p>
      </dsp:txBody>
      <dsp:txXfrm>
        <a:off x="5038499" y="2032571"/>
        <a:ext cx="2143124" cy="782315"/>
      </dsp:txXfrm>
    </dsp:sp>
    <dsp:sp modelId="{46AA9150-320D-4D80-9888-A82AD5AA890B}">
      <dsp:nvSpPr>
        <dsp:cNvPr id="0" name=""/>
        <dsp:cNvSpPr/>
      </dsp:nvSpPr>
      <dsp:spPr>
        <a:xfrm>
          <a:off x="8253187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09BC503-F35F-485E-AD02-786725412DEC}">
      <dsp:nvSpPr>
        <dsp:cNvPr id="0" name=""/>
        <dsp:cNvSpPr/>
      </dsp:nvSpPr>
      <dsp:spPr>
        <a:xfrm>
          <a:off x="7556671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“previous</a:t>
          </a:r>
          <a:r>
            <a:rPr lang="tr-TR" sz="1800" kern="1200"/>
            <a:t> </a:t>
          </a:r>
          <a:r>
            <a:rPr lang="en-US" sz="1800" kern="1200"/>
            <a:t>block hash”</a:t>
          </a:r>
          <a:endParaRPr lang="tr-TR" sz="1800" kern="1200"/>
        </a:p>
      </dsp:txBody>
      <dsp:txXfrm>
        <a:off x="7556671" y="1671532"/>
        <a:ext cx="2143124" cy="321468"/>
      </dsp:txXfrm>
    </dsp:sp>
    <dsp:sp modelId="{590B99CE-A3FF-471E-A9CB-21138B1CA53D}">
      <dsp:nvSpPr>
        <dsp:cNvPr id="0" name=""/>
        <dsp:cNvSpPr/>
      </dsp:nvSpPr>
      <dsp:spPr>
        <a:xfrm>
          <a:off x="7556671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to e</a:t>
          </a:r>
          <a:r>
            <a:rPr lang="en-US" sz="1300" kern="1200"/>
            <a:t>stablish</a:t>
          </a:r>
          <a:r>
            <a:rPr lang="tr-TR" sz="1300" kern="1200"/>
            <a:t>ing </a:t>
          </a:r>
          <a:r>
            <a:rPr lang="en-US" sz="1300" kern="1200"/>
            <a:t>a link </a:t>
          </a:r>
          <a:endParaRPr lang="tr-TR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examine the incoming block header</a:t>
          </a:r>
          <a:endParaRPr lang="tr-TR" sz="1300" kern="1200"/>
        </a:p>
      </dsp:txBody>
      <dsp:txXfrm>
        <a:off x="7556671" y="2032571"/>
        <a:ext cx="2143124" cy="782315"/>
      </dsp:txXfrm>
    </dsp:sp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E0C0DA7-B1BE-48FD-88A7-EBBB79EBA8C0}">
      <dsp:nvSpPr>
        <dsp:cNvPr id="0" name=""/>
        <dsp:cNvSpPr/>
      </dsp:nvSpPr>
      <dsp:spPr>
        <a:xfrm>
          <a:off x="3421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445D7A6-C62D-4572-858D-C2185C076690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Merkle tree</a:t>
          </a:r>
        </a:p>
      </dsp:txBody>
      <dsp:txXfrm>
        <a:off x="3421" y="1828085"/>
        <a:ext cx="2894062" cy="434109"/>
      </dsp:txXfrm>
    </dsp:sp>
    <dsp:sp modelId="{194BB278-019A-46E3-A961-C05A4030C0DA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Binary hash tree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 data structure </a:t>
          </a:r>
        </a:p>
      </dsp:txBody>
      <dsp:txXfrm>
        <a:off x="3421" y="2306416"/>
        <a:ext cx="2894062" cy="624745"/>
      </dsp:txXfrm>
    </dsp:sp>
    <dsp:sp modelId="{27996547-3F40-41AC-B505-8E2BC5876634}">
      <dsp:nvSpPr>
        <dsp:cNvPr id="0" name=""/>
        <dsp:cNvSpPr/>
      </dsp:nvSpPr>
      <dsp:spPr>
        <a:xfrm>
          <a:off x="340394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0B99DE-2436-4300-A13D-4785C01AC323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transactions</a:t>
          </a:r>
        </a:p>
      </dsp:txBody>
      <dsp:txXfrm>
        <a:off x="3403945" y="1828085"/>
        <a:ext cx="2894062" cy="434109"/>
      </dsp:txXfrm>
    </dsp:sp>
    <dsp:sp modelId="{6186DFC6-0F7A-4427-8408-9A5E585F95B0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summary of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 the transactions</a:t>
          </a:r>
          <a:endParaRPr lang="tr-TR" sz="1700" kern="1200"/>
        </a:p>
      </dsp:txBody>
      <dsp:txXfrm>
        <a:off x="3403945" y="2306416"/>
        <a:ext cx="2894062" cy="624745"/>
      </dsp:txXfrm>
    </dsp:sp>
    <dsp:sp modelId="{900CAB3B-C602-461B-AFED-9C2A14A64384}">
      <dsp:nvSpPr>
        <dsp:cNvPr id="0" name=""/>
        <dsp:cNvSpPr/>
      </dsp:nvSpPr>
      <dsp:spPr>
        <a:xfrm>
          <a:off x="6804468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2D75BC-EBE1-40AC-93A9-8C927AE07174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Efficiency</a:t>
          </a:r>
        </a:p>
      </dsp:txBody>
      <dsp:txXfrm>
        <a:off x="6804468" y="1828085"/>
        <a:ext cx="2894062" cy="434109"/>
      </dsp:txXfrm>
    </dsp:sp>
    <dsp:sp modelId="{EF0080A7-278E-4EEE-99F4-FC5826140E6F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Transaction verification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summarizing</a:t>
          </a:r>
        </a:p>
      </dsp:txBody>
      <dsp:txXfrm>
        <a:off x="6804468" y="2306416"/>
        <a:ext cx="2894062" cy="624745"/>
      </dsp:txXfrm>
    </dsp:sp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790DFF-3460-489A-A7A9-036D90EFCCD3}">
      <dsp:nvSpPr>
        <dsp:cNvPr id="0" name=""/>
        <dsp:cNvSpPr/>
      </dsp:nvSpPr>
      <dsp:spPr>
        <a:xfrm>
          <a:off x="3284" y="737886"/>
          <a:ext cx="825398" cy="825398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6DC8981-79CC-4961-960D-FAF46DB289F3}">
      <dsp:nvSpPr>
        <dsp:cNvPr id="0" name=""/>
        <dsp:cNvSpPr/>
      </dsp:nvSpPr>
      <dsp:spPr>
        <a:xfrm>
          <a:off x="3284" y="1658414"/>
          <a:ext cx="2358281" cy="3537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Merkle trees</a:t>
          </a:r>
        </a:p>
      </dsp:txBody>
      <dsp:txXfrm>
        <a:off x="3284" y="1658414"/>
        <a:ext cx="2358281" cy="353742"/>
      </dsp:txXfrm>
    </dsp:sp>
    <dsp:sp modelId="{89E38DE1-CB0E-48D9-983E-815159F3D142}">
      <dsp:nvSpPr>
        <dsp:cNvPr id="0" name=""/>
        <dsp:cNvSpPr/>
      </dsp:nvSpPr>
      <dsp:spPr>
        <a:xfrm>
          <a:off x="3284" y="2056402"/>
          <a:ext cx="2358281" cy="8937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are Binary trees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contain cryptographic hashes</a:t>
          </a:r>
        </a:p>
      </dsp:txBody>
      <dsp:txXfrm>
        <a:off x="3284" y="2056402"/>
        <a:ext cx="2358281" cy="893792"/>
      </dsp:txXfrm>
    </dsp:sp>
    <dsp:sp modelId="{0C0565E9-5E72-4D85-A384-749F026E160B}">
      <dsp:nvSpPr>
        <dsp:cNvPr id="0" name=""/>
        <dsp:cNvSpPr/>
      </dsp:nvSpPr>
      <dsp:spPr>
        <a:xfrm>
          <a:off x="2774265" y="737886"/>
          <a:ext cx="825398" cy="825398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A91ECD-B1BE-4491-B724-C2511FE67FB2}">
      <dsp:nvSpPr>
        <dsp:cNvPr id="0" name=""/>
        <dsp:cNvSpPr/>
      </dsp:nvSpPr>
      <dsp:spPr>
        <a:xfrm>
          <a:off x="2774265" y="1658414"/>
          <a:ext cx="2358281" cy="3537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 dirty="0"/>
            <a:t>digital fingerprint</a:t>
          </a:r>
          <a:endParaRPr lang="tr-TR" sz="2200" kern="1200" dirty="0"/>
        </a:p>
      </dsp:txBody>
      <dsp:txXfrm>
        <a:off x="2774265" y="1658414"/>
        <a:ext cx="2358281" cy="353742"/>
      </dsp:txXfrm>
    </dsp:sp>
    <dsp:sp modelId="{AD9A513E-07A8-48E0-954B-7278EF1CB1F4}">
      <dsp:nvSpPr>
        <dsp:cNvPr id="0" name=""/>
        <dsp:cNvSpPr/>
      </dsp:nvSpPr>
      <dsp:spPr>
        <a:xfrm>
          <a:off x="2774265" y="2056402"/>
          <a:ext cx="2358281" cy="8937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of the entire set of</a:t>
          </a:r>
          <a:endParaRPr lang="tr-TR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transactions</a:t>
          </a:r>
          <a:endParaRPr lang="tr-TR" sz="1700" kern="1200" dirty="0"/>
        </a:p>
      </dsp:txBody>
      <dsp:txXfrm>
        <a:off x="2774265" y="2056402"/>
        <a:ext cx="2358281" cy="893792"/>
      </dsp:txXfrm>
    </dsp:sp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D3A9673-7DB5-4DB3-8B6F-C69BE973D945}">
      <dsp:nvSpPr>
        <dsp:cNvPr id="0" name=""/>
        <dsp:cNvSpPr/>
      </dsp:nvSpPr>
      <dsp:spPr>
        <a:xfrm>
          <a:off x="41639" y="2908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5D2ECAC-3E26-464E-B8D9-915560FDEA5F}">
      <dsp:nvSpPr>
        <dsp:cNvPr id="0" name=""/>
        <dsp:cNvSpPr/>
      </dsp:nvSpPr>
      <dsp:spPr>
        <a:xfrm>
          <a:off x="41639" y="193180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Verify</a:t>
          </a:r>
        </a:p>
      </dsp:txBody>
      <dsp:txXfrm>
        <a:off x="41639" y="1931804"/>
        <a:ext cx="4320000" cy="648000"/>
      </dsp:txXfrm>
    </dsp:sp>
    <dsp:sp modelId="{8ECB5606-CFA7-41CB-9823-4874031AA03A}">
      <dsp:nvSpPr>
        <dsp:cNvPr id="0" name=""/>
        <dsp:cNvSpPr/>
      </dsp:nvSpPr>
      <dsp:spPr>
        <a:xfrm>
          <a:off x="41639" y="2639799"/>
          <a:ext cx="4320000" cy="6507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if a </a:t>
          </a:r>
          <a:r>
            <a:rPr lang="en-US" sz="1700" kern="1200"/>
            <a:t>transaction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is </a:t>
          </a:r>
          <a:r>
            <a:rPr lang="en-US" sz="1700" kern="1200"/>
            <a:t>included in a block</a:t>
          </a:r>
          <a:endParaRPr lang="tr-TR" sz="1700" kern="1200"/>
        </a:p>
      </dsp:txBody>
      <dsp:txXfrm>
        <a:off x="41639" y="2639799"/>
        <a:ext cx="4320000" cy="650787"/>
      </dsp:txXfrm>
    </dsp:sp>
    <dsp:sp modelId="{D03F55D4-CB6A-4B68-A61B-1BA4FEDF7B93}">
      <dsp:nvSpPr>
        <dsp:cNvPr id="0" name=""/>
        <dsp:cNvSpPr/>
      </dsp:nvSpPr>
      <dsp:spPr>
        <a:xfrm>
          <a:off x="5117640" y="2908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F3EF9A-7537-44E1-A13C-46ADB80B9B2D}">
      <dsp:nvSpPr>
        <dsp:cNvPr id="0" name=""/>
        <dsp:cNvSpPr/>
      </dsp:nvSpPr>
      <dsp:spPr>
        <a:xfrm>
          <a:off x="5117640" y="193180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Efficient</a:t>
          </a:r>
        </a:p>
      </dsp:txBody>
      <dsp:txXfrm>
        <a:off x="5117640" y="1931804"/>
        <a:ext cx="4320000" cy="648000"/>
      </dsp:txXfrm>
    </dsp:sp>
    <dsp:sp modelId="{21E777BA-197A-4514-8486-152B32779EED}">
      <dsp:nvSpPr>
        <dsp:cNvPr id="0" name=""/>
        <dsp:cNvSpPr/>
      </dsp:nvSpPr>
      <dsp:spPr>
        <a:xfrm>
          <a:off x="5117640" y="2639799"/>
          <a:ext cx="4320000" cy="6507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very efficient in verification</a:t>
          </a:r>
        </a:p>
      </dsp:txBody>
      <dsp:txXfrm>
        <a:off x="5117640" y="2639799"/>
        <a:ext cx="4320000" cy="650787"/>
      </dsp:txXfrm>
    </dsp:sp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E99A057-2F93-4497-85FD-35FE87A94ED5}">
      <dsp:nvSpPr>
        <dsp:cNvPr id="0" name=""/>
        <dsp:cNvSpPr/>
      </dsp:nvSpPr>
      <dsp:spPr>
        <a:xfrm>
          <a:off x="216900" y="43593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E9D4E41-728B-4FBB-9B35-9A9564AB2833}">
      <dsp:nvSpPr>
        <dsp:cNvPr id="0" name=""/>
        <dsp:cNvSpPr/>
      </dsp:nvSpPr>
      <dsp:spPr>
        <a:xfrm>
          <a:off x="216900" y="207623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Recursive hashing</a:t>
          </a:r>
        </a:p>
      </dsp:txBody>
      <dsp:txXfrm>
        <a:off x="216900" y="2076239"/>
        <a:ext cx="4320000" cy="648000"/>
      </dsp:txXfrm>
    </dsp:sp>
    <dsp:sp modelId="{4F681EE7-94AC-4B5F-A716-118518C61CCC}">
      <dsp:nvSpPr>
        <dsp:cNvPr id="0" name=""/>
        <dsp:cNvSpPr/>
      </dsp:nvSpPr>
      <dsp:spPr>
        <a:xfrm>
          <a:off x="216900" y="2783916"/>
          <a:ext cx="4320000" cy="6358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 merkle tree is </a:t>
          </a:r>
          <a:r>
            <a:rPr lang="en-US" sz="1700" kern="1200"/>
            <a:t>constructed 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recursively hashing pairs of nodes </a:t>
          </a:r>
          <a:endParaRPr lang="tr-TR" sz="1700" kern="1200"/>
        </a:p>
      </dsp:txBody>
      <dsp:txXfrm>
        <a:off x="216900" y="2783916"/>
        <a:ext cx="4320000" cy="635870"/>
      </dsp:txXfrm>
    </dsp:sp>
    <dsp:sp modelId="{D9E5A5D8-6FCD-4DF1-9DA3-6F1C1DD0EF45}">
      <dsp:nvSpPr>
        <dsp:cNvPr id="0" name=""/>
        <dsp:cNvSpPr/>
      </dsp:nvSpPr>
      <dsp:spPr>
        <a:xfrm>
          <a:off x="5292900" y="43593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7CF315-75C3-4D46-8F60-DACE346F9838}">
      <dsp:nvSpPr>
        <dsp:cNvPr id="0" name=""/>
        <dsp:cNvSpPr/>
      </dsp:nvSpPr>
      <dsp:spPr>
        <a:xfrm>
          <a:off x="5292900" y="207623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Stop condition</a:t>
          </a:r>
        </a:p>
      </dsp:txBody>
      <dsp:txXfrm>
        <a:off x="5292900" y="2076239"/>
        <a:ext cx="4320000" cy="648000"/>
      </dsp:txXfrm>
    </dsp:sp>
    <dsp:sp modelId="{524FF48C-1CCE-4414-9C82-61F94055A740}">
      <dsp:nvSpPr>
        <dsp:cNvPr id="0" name=""/>
        <dsp:cNvSpPr/>
      </dsp:nvSpPr>
      <dsp:spPr>
        <a:xfrm>
          <a:off x="5292900" y="2783916"/>
          <a:ext cx="4320000" cy="6358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until there is only one hash 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called</a:t>
          </a:r>
          <a:r>
            <a:rPr lang="tr-TR" sz="1700" kern="1200"/>
            <a:t> </a:t>
          </a:r>
          <a:r>
            <a:rPr lang="en-US" sz="1700" kern="1200"/>
            <a:t>the </a:t>
          </a:r>
          <a:r>
            <a:rPr lang="en-US" sz="1700" i="1" kern="1200"/>
            <a:t>root</a:t>
          </a:r>
          <a:r>
            <a:rPr lang="en-US" sz="1700" kern="1200"/>
            <a:t>, or </a:t>
          </a:r>
          <a:r>
            <a:rPr lang="en-US" sz="1700" i="1" kern="1200"/>
            <a:t>merkle root</a:t>
          </a:r>
          <a:r>
            <a:rPr lang="en-US" sz="1700" kern="1200"/>
            <a:t>. </a:t>
          </a:r>
          <a:endParaRPr lang="tr-TR" sz="1700" kern="1200"/>
        </a:p>
      </dsp:txBody>
      <dsp:txXfrm>
        <a:off x="5292900" y="2783916"/>
        <a:ext cx="4320000" cy="635870"/>
      </dsp:txXfrm>
    </dsp:sp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FFBC79C-128A-4502-A109-08A999733EAC}">
      <dsp:nvSpPr>
        <dsp:cNvPr id="0" name=""/>
        <dsp:cNvSpPr/>
      </dsp:nvSpPr>
      <dsp:spPr>
        <a:xfrm>
          <a:off x="847666" y="43593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E1D75E1-78FC-4644-9CF0-440D236CE1A6}">
      <dsp:nvSpPr>
        <dsp:cNvPr id="0" name=""/>
        <dsp:cNvSpPr/>
      </dsp:nvSpPr>
      <dsp:spPr>
        <a:xfrm>
          <a:off x="847666" y="207623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511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400" kern="1200"/>
            <a:t>Double-SHA256</a:t>
          </a:r>
        </a:p>
      </dsp:txBody>
      <dsp:txXfrm>
        <a:off x="847666" y="2076239"/>
        <a:ext cx="4320000" cy="648000"/>
      </dsp:txXfrm>
    </dsp:sp>
    <dsp:sp modelId="{5480C8E8-E0D8-40EA-B88A-C844797A646A}">
      <dsp:nvSpPr>
        <dsp:cNvPr id="0" name=""/>
        <dsp:cNvSpPr/>
      </dsp:nvSpPr>
      <dsp:spPr>
        <a:xfrm>
          <a:off x="847666" y="2783916"/>
          <a:ext cx="4320000" cy="6358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SHA256 applied twice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also known as double-SHA256</a:t>
          </a:r>
          <a:endParaRPr lang="tr-TR" sz="1700" kern="1200"/>
        </a:p>
      </dsp:txBody>
      <dsp:txXfrm>
        <a:off x="847666" y="2783916"/>
        <a:ext cx="4320000" cy="635870"/>
      </dsp:txXfrm>
    </dsp:sp>
    <dsp:sp modelId="{1EABFFBE-0EC8-4953-B205-79A7A3D6AB1E}">
      <dsp:nvSpPr>
        <dsp:cNvPr id="0" name=""/>
        <dsp:cNvSpPr/>
      </dsp:nvSpPr>
      <dsp:spPr>
        <a:xfrm>
          <a:off x="5923666" y="43593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66215C-4EDC-4528-B39B-A84728F01B56}">
      <dsp:nvSpPr>
        <dsp:cNvPr id="0" name=""/>
        <dsp:cNvSpPr/>
      </dsp:nvSpPr>
      <dsp:spPr>
        <a:xfrm>
          <a:off x="5923666" y="207623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511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400" kern="1200"/>
            <a:t>Bottom-up construction</a:t>
          </a:r>
        </a:p>
      </dsp:txBody>
      <dsp:txXfrm>
        <a:off x="5923666" y="2076239"/>
        <a:ext cx="4320000" cy="648000"/>
      </dsp:txXfrm>
    </dsp:sp>
    <dsp:sp modelId="{E3978A35-00F6-4C64-9F00-55E648A4D7E7}">
      <dsp:nvSpPr>
        <dsp:cNvPr id="0" name=""/>
        <dsp:cNvSpPr/>
      </dsp:nvSpPr>
      <dsp:spPr>
        <a:xfrm>
          <a:off x="5923666" y="2783916"/>
          <a:ext cx="4320000" cy="6358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Constructed bottom-up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Starting with leaves</a:t>
          </a:r>
        </a:p>
      </dsp:txBody>
      <dsp:txXfrm>
        <a:off x="5923666" y="2783916"/>
        <a:ext cx="4320000" cy="635870"/>
      </dsp:txXfrm>
    </dsp:sp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A533113-F417-4649-9177-79C008310AF6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B3B18F-D27A-4693-AFFC-32D6A77C3002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4 Transactions</a:t>
          </a:r>
        </a:p>
      </dsp:txBody>
      <dsp:txXfrm>
        <a:off x="152976" y="1981055"/>
        <a:ext cx="4320000" cy="648000"/>
      </dsp:txXfrm>
    </dsp:sp>
    <dsp:sp modelId="{9E5CB8AD-9B5C-4D41-82D3-2BA6B7BEE255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start with </a:t>
          </a:r>
          <a:r>
            <a:rPr lang="en-US" sz="1700" kern="1200"/>
            <a:t>four transactions, A, B, C, and D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which form the </a:t>
          </a:r>
          <a:r>
            <a:rPr lang="en-US" sz="1700" i="1" kern="1200"/>
            <a:t>leaves </a:t>
          </a:r>
          <a:r>
            <a:rPr lang="en-US" sz="1700" kern="1200"/>
            <a:t>of the merkle tree</a:t>
          </a:r>
          <a:endParaRPr lang="tr-TR" sz="1700" kern="1200"/>
        </a:p>
      </dsp:txBody>
      <dsp:txXfrm>
        <a:off x="152976" y="2688423"/>
        <a:ext cx="4320000" cy="621412"/>
      </dsp:txXfrm>
    </dsp:sp>
    <dsp:sp modelId="{53B7DD27-5371-4445-B72A-C86A21ACB3FC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4976E3-7349-41B2-9037-28F3376DDC8F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 err="1"/>
            <a:t>Transaction</a:t>
          </a:r>
          <a:r>
            <a:rPr lang="tr-TR" sz="3600" kern="1200" dirty="0"/>
            <a:t> </a:t>
          </a:r>
          <a:r>
            <a:rPr lang="tr-TR" sz="3600" kern="1200" dirty="0" err="1"/>
            <a:t>Hash</a:t>
          </a:r>
          <a:endParaRPr lang="tr-TR" sz="3600" kern="1200" dirty="0"/>
        </a:p>
      </dsp:txBody>
      <dsp:txXfrm>
        <a:off x="5228976" y="1981055"/>
        <a:ext cx="4320000" cy="648000"/>
      </dsp:txXfrm>
    </dsp:sp>
    <dsp:sp modelId="{0E478C82-D27C-4F59-B985-A4D0C960F3A5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transactions are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kern="1200" dirty="0"/>
            <a:t>not</a:t>
          </a:r>
          <a:r>
            <a:rPr lang="en-US" sz="1700" kern="1200" dirty="0"/>
            <a:t> stored in the </a:t>
          </a:r>
          <a:r>
            <a:rPr lang="en-US" sz="1700" kern="1200" dirty="0" err="1"/>
            <a:t>merkle</a:t>
          </a:r>
          <a:r>
            <a:rPr lang="en-US" sz="1700" kern="1200" dirty="0"/>
            <a:t> tree</a:t>
          </a:r>
          <a:endParaRPr lang="tr-TR" sz="1700" kern="1200" dirty="0"/>
        </a:p>
      </dsp:txBody>
      <dsp:txXfrm>
        <a:off x="5228976" y="2688423"/>
        <a:ext cx="4320000" cy="621412"/>
      </dsp:txXfrm>
    </dsp:sp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839C6B9-C9A6-4E8B-AC90-C1CF27BCA2F5}">
      <dsp:nvSpPr>
        <dsp:cNvPr id="0" name=""/>
        <dsp:cNvSpPr/>
      </dsp:nvSpPr>
      <dsp:spPr>
        <a:xfrm>
          <a:off x="947807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68B7CF-6890-4AA8-AFA3-EFDFD9BB287A}">
      <dsp:nvSpPr>
        <dsp:cNvPr id="0" name=""/>
        <dsp:cNvSpPr/>
      </dsp:nvSpPr>
      <dsp:spPr>
        <a:xfrm>
          <a:off x="8155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Hashing</a:t>
          </a:r>
        </a:p>
      </dsp:txBody>
      <dsp:txXfrm>
        <a:off x="8155" y="1478136"/>
        <a:ext cx="2891236" cy="433685"/>
      </dsp:txXfrm>
    </dsp:sp>
    <dsp:sp modelId="{E9532630-64D2-4528-93B0-AF965FDCC99C}">
      <dsp:nvSpPr>
        <dsp:cNvPr id="0" name=""/>
        <dsp:cNvSpPr/>
      </dsp:nvSpPr>
      <dsp:spPr>
        <a:xfrm>
          <a:off x="8155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resulting hash is stored in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each leaf node</a:t>
          </a:r>
          <a:endParaRPr lang="tr-TR" sz="1700" kern="1200"/>
        </a:p>
      </dsp:txBody>
      <dsp:txXfrm>
        <a:off x="8155" y="1971315"/>
        <a:ext cx="2891236" cy="1341641"/>
      </dsp:txXfrm>
    </dsp:sp>
    <dsp:sp modelId="{C3BE6C85-89A7-4853-A914-C08842D0B14A}">
      <dsp:nvSpPr>
        <dsp:cNvPr id="0" name=""/>
        <dsp:cNvSpPr/>
      </dsp:nvSpPr>
      <dsp:spPr>
        <a:xfrm>
          <a:off x="4345010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E0FDCF-93AE-4CF2-A09A-D0F3A22D0697}">
      <dsp:nvSpPr>
        <dsp:cNvPr id="0" name=""/>
        <dsp:cNvSpPr/>
      </dsp:nvSpPr>
      <dsp:spPr>
        <a:xfrm>
          <a:off x="3405358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as</a:t>
          </a:r>
          <a:endParaRPr lang="tr-TR" sz="2700" kern="1200"/>
        </a:p>
      </dsp:txBody>
      <dsp:txXfrm>
        <a:off x="3405358" y="1478136"/>
        <a:ext cx="2891236" cy="433685"/>
      </dsp:txXfrm>
    </dsp:sp>
    <dsp:sp modelId="{9C6EE303-4FB8-4222-A379-E31A2C98595B}">
      <dsp:nvSpPr>
        <dsp:cNvPr id="0" name=""/>
        <dsp:cNvSpPr/>
      </dsp:nvSpPr>
      <dsp:spPr>
        <a:xfrm>
          <a:off x="3405358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</a:t>
          </a:r>
          <a:r>
            <a:rPr lang="en-US" sz="1700" kern="1200" baseline="-25000" dirty="0"/>
            <a:t>A</a:t>
          </a:r>
          <a:r>
            <a:rPr lang="en-US" sz="1700" kern="1200" dirty="0"/>
            <a:t> 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</a:t>
          </a:r>
          <a:r>
            <a:rPr lang="en-US" sz="1700" kern="1200" baseline="-25000" dirty="0"/>
            <a:t>B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</a:t>
          </a:r>
          <a:r>
            <a:rPr lang="en-US" sz="1700" kern="1200" baseline="-25000" dirty="0"/>
            <a:t>C</a:t>
          </a:r>
          <a:r>
            <a:rPr lang="en-US" sz="1700" kern="1200" dirty="0"/>
            <a:t> 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</a:t>
          </a:r>
          <a:r>
            <a:rPr lang="en-US" sz="1700" kern="1200" baseline="-25000" dirty="0"/>
            <a:t>D</a:t>
          </a:r>
          <a:endParaRPr lang="tr-TR" sz="1700" kern="1200" dirty="0"/>
        </a:p>
      </dsp:txBody>
      <dsp:txXfrm>
        <a:off x="3405358" y="1971315"/>
        <a:ext cx="2891236" cy="1341641"/>
      </dsp:txXfrm>
    </dsp:sp>
    <dsp:sp modelId="{73AC6F2A-EF24-48E0-AB5D-C783E23EA3AF}">
      <dsp:nvSpPr>
        <dsp:cNvPr id="0" name=""/>
        <dsp:cNvSpPr/>
      </dsp:nvSpPr>
      <dsp:spPr>
        <a:xfrm>
          <a:off x="7742212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9C2A0E-2E97-48B5-AA25-C1FBE1BD9D84}">
      <dsp:nvSpPr>
        <dsp:cNvPr id="0" name=""/>
        <dsp:cNvSpPr/>
      </dsp:nvSpPr>
      <dsp:spPr>
        <a:xfrm>
          <a:off x="6802560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H</a:t>
          </a:r>
          <a:r>
            <a:rPr lang="tr-TR" sz="2700" kern="1200" baseline="-25000"/>
            <a:t>A</a:t>
          </a:r>
          <a:r>
            <a:rPr lang="tr-TR" sz="2700" kern="1200"/>
            <a:t> =</a:t>
          </a:r>
        </a:p>
      </dsp:txBody>
      <dsp:txXfrm>
        <a:off x="6802560" y="1478136"/>
        <a:ext cx="2891236" cy="433685"/>
      </dsp:txXfrm>
    </dsp:sp>
    <dsp:sp modelId="{D6A23CE9-8F6F-42A2-8E63-0FB4F0FF697F}">
      <dsp:nvSpPr>
        <dsp:cNvPr id="0" name=""/>
        <dsp:cNvSpPr/>
      </dsp:nvSpPr>
      <dsp:spPr>
        <a:xfrm>
          <a:off x="6802560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SHA256(SHA256(Transaction A))</a:t>
          </a:r>
        </a:p>
      </dsp:txBody>
      <dsp:txXfrm>
        <a:off x="6802560" y="1971315"/>
        <a:ext cx="2891236" cy="1341641"/>
      </dsp:txXfrm>
    </dsp:sp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C0F0CB3-758E-4DBC-903F-509F17B798CD}">
      <dsp:nvSpPr>
        <dsp:cNvPr id="0" name=""/>
        <dsp:cNvSpPr/>
      </dsp:nvSpPr>
      <dsp:spPr>
        <a:xfrm>
          <a:off x="943992" y="85161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0F9DE5F-1AF9-4AD6-B522-9AB723574714}">
      <dsp:nvSpPr>
        <dsp:cNvPr id="0" name=""/>
        <dsp:cNvSpPr/>
      </dsp:nvSpPr>
      <dsp:spPr>
        <a:xfrm>
          <a:off x="3421" y="195971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Parent</a:t>
          </a:r>
        </a:p>
      </dsp:txBody>
      <dsp:txXfrm>
        <a:off x="3421" y="1959710"/>
        <a:ext cx="2894062" cy="434109"/>
      </dsp:txXfrm>
    </dsp:sp>
    <dsp:sp modelId="{4F9E8D81-0636-466F-8D06-33723305376F}">
      <dsp:nvSpPr>
        <dsp:cNvPr id="0" name=""/>
        <dsp:cNvSpPr/>
      </dsp:nvSpPr>
      <dsp:spPr>
        <a:xfrm>
          <a:off x="3421" y="2438089"/>
          <a:ext cx="2894062" cy="6269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Summary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Consecutive pairs of leaf nodes</a:t>
          </a:r>
          <a:endParaRPr lang="tr-TR" sz="1700" kern="1200"/>
        </a:p>
      </dsp:txBody>
      <dsp:txXfrm>
        <a:off x="3421" y="2438089"/>
        <a:ext cx="2894062" cy="626980"/>
      </dsp:txXfrm>
    </dsp:sp>
    <dsp:sp modelId="{B85C8478-D573-4027-8ABC-DEBBDC03F3A3}">
      <dsp:nvSpPr>
        <dsp:cNvPr id="0" name=""/>
        <dsp:cNvSpPr/>
      </dsp:nvSpPr>
      <dsp:spPr>
        <a:xfrm>
          <a:off x="4344515" y="85161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8C9C26-F004-4C5B-9ADE-02B078A43E62}">
      <dsp:nvSpPr>
        <dsp:cNvPr id="0" name=""/>
        <dsp:cNvSpPr/>
      </dsp:nvSpPr>
      <dsp:spPr>
        <a:xfrm>
          <a:off x="3403945" y="195971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Parent’s hash</a:t>
          </a:r>
        </a:p>
      </dsp:txBody>
      <dsp:txXfrm>
        <a:off x="3403945" y="1959710"/>
        <a:ext cx="2894062" cy="434109"/>
      </dsp:txXfrm>
    </dsp:sp>
    <dsp:sp modelId="{916E426F-ABAC-4412-8E41-F10A3EE1B023}">
      <dsp:nvSpPr>
        <dsp:cNvPr id="0" name=""/>
        <dsp:cNvSpPr/>
      </dsp:nvSpPr>
      <dsp:spPr>
        <a:xfrm>
          <a:off x="3403945" y="2438089"/>
          <a:ext cx="2894062" cy="6269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concatenating</a:t>
          </a:r>
          <a:r>
            <a:rPr lang="tr-TR" sz="1700" kern="1200"/>
            <a:t> </a:t>
          </a:r>
          <a:r>
            <a:rPr lang="en-US" sz="1700" kern="1200"/>
            <a:t>the two hashes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hashing them together</a:t>
          </a:r>
          <a:endParaRPr lang="tr-TR" sz="1700" kern="1200"/>
        </a:p>
      </dsp:txBody>
      <dsp:txXfrm>
        <a:off x="3403945" y="2438089"/>
        <a:ext cx="2894062" cy="626980"/>
      </dsp:txXfrm>
    </dsp:sp>
    <dsp:sp modelId="{CF918849-5CD8-4E10-8662-AC433E53ECE0}">
      <dsp:nvSpPr>
        <dsp:cNvPr id="0" name=""/>
        <dsp:cNvSpPr/>
      </dsp:nvSpPr>
      <dsp:spPr>
        <a:xfrm>
          <a:off x="7745039" y="85161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2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AF4A35-6B03-448E-B0E8-CB453930D099}">
      <dsp:nvSpPr>
        <dsp:cNvPr id="0" name=""/>
        <dsp:cNvSpPr/>
      </dsp:nvSpPr>
      <dsp:spPr>
        <a:xfrm>
          <a:off x="6804468" y="195971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s-ES" sz="2800" kern="1200"/>
            <a:t>H</a:t>
          </a:r>
          <a:r>
            <a:rPr lang="es-ES" sz="2800" kern="1200" baseline="-25000"/>
            <a:t>AB</a:t>
          </a:r>
          <a:endParaRPr lang="tr-TR" sz="2800" kern="1200" baseline="-25000"/>
        </a:p>
      </dsp:txBody>
      <dsp:txXfrm>
        <a:off x="6804468" y="1959710"/>
        <a:ext cx="2894062" cy="434109"/>
      </dsp:txXfrm>
    </dsp:sp>
    <dsp:sp modelId="{6E48EA9B-F1D2-4982-92AD-12AC6B4698AC}">
      <dsp:nvSpPr>
        <dsp:cNvPr id="0" name=""/>
        <dsp:cNvSpPr/>
      </dsp:nvSpPr>
      <dsp:spPr>
        <a:xfrm>
          <a:off x="6804468" y="2438089"/>
          <a:ext cx="2894062" cy="6269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ES" sz="1700" kern="1200"/>
            <a:t>= SHA256(SHA256(HA + HB))</a:t>
          </a:r>
          <a:endParaRPr lang="tr-TR" sz="1700" kern="1200"/>
        </a:p>
      </dsp:txBody>
      <dsp:txXfrm>
        <a:off x="6804468" y="2438089"/>
        <a:ext cx="2894062" cy="626980"/>
      </dsp:txXfrm>
    </dsp:sp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0C432B-658D-44CB-B04F-96AE75556770}">
      <dsp:nvSpPr>
        <dsp:cNvPr id="0" name=""/>
        <dsp:cNvSpPr/>
      </dsp:nvSpPr>
      <dsp:spPr>
        <a:xfrm>
          <a:off x="1556976" y="474667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E047DD-D6ED-4896-80C9-57AA84C53A1E}">
      <dsp:nvSpPr>
        <dsp:cNvPr id="0" name=""/>
        <dsp:cNvSpPr/>
      </dsp:nvSpPr>
      <dsp:spPr>
        <a:xfrm>
          <a:off x="152976" y="2114263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Continue</a:t>
          </a:r>
        </a:p>
      </dsp:txBody>
      <dsp:txXfrm>
        <a:off x="152976" y="2114263"/>
        <a:ext cx="4320000" cy="648000"/>
      </dsp:txXfrm>
    </dsp:sp>
    <dsp:sp modelId="{9865AED2-BC9D-409C-AE51-D1665EED89A9}">
      <dsp:nvSpPr>
        <dsp:cNvPr id="0" name=""/>
        <dsp:cNvSpPr/>
      </dsp:nvSpPr>
      <dsp:spPr>
        <a:xfrm>
          <a:off x="152976" y="2821610"/>
          <a:ext cx="4320000" cy="6204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process continues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until there is only one node at the top </a:t>
          </a:r>
          <a:endParaRPr lang="tr-TR" sz="1700" kern="1200"/>
        </a:p>
      </dsp:txBody>
      <dsp:txXfrm>
        <a:off x="152976" y="2821610"/>
        <a:ext cx="4320000" cy="620401"/>
      </dsp:txXfrm>
    </dsp:sp>
    <dsp:sp modelId="{5F1D99EB-0CD4-4F70-940C-E77E99100BA6}">
      <dsp:nvSpPr>
        <dsp:cNvPr id="0" name=""/>
        <dsp:cNvSpPr/>
      </dsp:nvSpPr>
      <dsp:spPr>
        <a:xfrm>
          <a:off x="6632976" y="474667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53EF38A-CEDC-4AFC-AACF-C8052DE3DD0F}">
      <dsp:nvSpPr>
        <dsp:cNvPr id="0" name=""/>
        <dsp:cNvSpPr/>
      </dsp:nvSpPr>
      <dsp:spPr>
        <a:xfrm>
          <a:off x="5228976" y="2114263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merkle root</a:t>
          </a:r>
        </a:p>
      </dsp:txBody>
      <dsp:txXfrm>
        <a:off x="5228976" y="2114263"/>
        <a:ext cx="4320000" cy="648000"/>
      </dsp:txXfrm>
    </dsp:sp>
    <dsp:sp modelId="{DEDD1C3C-8759-4E33-84E3-993810B86207}">
      <dsp:nvSpPr>
        <dsp:cNvPr id="0" name=""/>
        <dsp:cNvSpPr/>
      </dsp:nvSpPr>
      <dsp:spPr>
        <a:xfrm>
          <a:off x="5228976" y="2821610"/>
          <a:ext cx="4320000" cy="6204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node known as the</a:t>
          </a:r>
          <a:r>
            <a:rPr lang="tr-TR" sz="1700" kern="1200"/>
            <a:t> merkle root</a:t>
          </a:r>
        </a:p>
      </dsp:txBody>
      <dsp:txXfrm>
        <a:off x="5228976" y="2821610"/>
        <a:ext cx="4320000" cy="620401"/>
      </dsp:txXfrm>
    </dsp:sp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81592FF-0741-4F0F-9121-86C6E3B80250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78777E-5F7C-46C0-ACE1-C96147E4FBEC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Usage by SPV Nodes</a:t>
          </a:r>
        </a:p>
      </dsp:txBody>
      <dsp:txXfrm>
        <a:off x="152976" y="1801062"/>
        <a:ext cx="4320000" cy="648000"/>
      </dsp:txXfrm>
    </dsp:sp>
    <dsp:sp modelId="{35FFA01C-B2C4-41DC-A0A9-EB33606EAC3B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Merkle trees are used 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extensively by SPV nodes. </a:t>
          </a:r>
          <a:endParaRPr lang="tr-TR" sz="1700" kern="1200" dirty="0"/>
        </a:p>
      </dsp:txBody>
      <dsp:txXfrm>
        <a:off x="152976" y="2516307"/>
        <a:ext cx="4320000" cy="990458"/>
      </dsp:txXfrm>
    </dsp:sp>
    <dsp:sp modelId="{1F851095-5B2D-48D9-BE80-094081B6D8D4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642D8A-F2D4-42D3-9B11-58C46E934F51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Just Block Headers</a:t>
          </a:r>
        </a:p>
      </dsp:txBody>
      <dsp:txXfrm>
        <a:off x="5228976" y="1801062"/>
        <a:ext cx="4320000" cy="648000"/>
      </dsp:txXfrm>
    </dsp:sp>
    <dsp:sp modelId="{D33B635F-655A-448D-8664-DDDEF0A1044A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SPV nodes don’t have all transactions</a:t>
          </a:r>
          <a:r>
            <a:rPr lang="tr-TR" sz="1700" kern="1200"/>
            <a:t>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do not download full blocks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just </a:t>
          </a:r>
          <a:r>
            <a:rPr lang="en-US" sz="1700" kern="1200" dirty="0"/>
            <a:t>block headers. </a:t>
          </a:r>
          <a:endParaRPr lang="tr-TR" sz="1700" kern="1200" dirty="0"/>
        </a:p>
      </dsp:txBody>
      <dsp:txXfrm>
        <a:off x="5228976" y="2516307"/>
        <a:ext cx="4320000" cy="990458"/>
      </dsp:txXfrm>
    </dsp:sp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F06A66A-65A7-4DBB-A64C-2BD7F083E44D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18018FE-6BBC-421F-9201-49060062D61A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511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400" kern="1200"/>
            <a:t>Verify with merkle path</a:t>
          </a:r>
        </a:p>
      </dsp:txBody>
      <dsp:txXfrm>
        <a:off x="152976" y="1981055"/>
        <a:ext cx="4320000" cy="648000"/>
      </dsp:txXfrm>
    </dsp:sp>
    <dsp:sp modelId="{5C8059EE-EAFA-4EB1-B24C-986841C274CF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they use an authentication path, or merkle path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verify that a transaction</a:t>
          </a:r>
          <a:r>
            <a:rPr lang="tr-TR" sz="1700" kern="1200"/>
            <a:t> </a:t>
          </a:r>
          <a:r>
            <a:rPr lang="en-US" sz="1700" kern="1200"/>
            <a:t>is included in a block, </a:t>
          </a:r>
          <a:endParaRPr lang="tr-TR" sz="1700" kern="1200"/>
        </a:p>
      </dsp:txBody>
      <dsp:txXfrm>
        <a:off x="152976" y="2688423"/>
        <a:ext cx="4320000" cy="621412"/>
      </dsp:txXfrm>
    </dsp:sp>
    <dsp:sp modelId="{EED203BC-B6B4-4972-B2EC-647562A1A053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E89168E-24B4-4F31-BB3A-EB022C295787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511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400" kern="1200"/>
            <a:t>No need to the blocks</a:t>
          </a:r>
        </a:p>
      </dsp:txBody>
      <dsp:txXfrm>
        <a:off x="5228976" y="1981055"/>
        <a:ext cx="4320000" cy="648000"/>
      </dsp:txXfrm>
    </dsp:sp>
    <dsp:sp modelId="{AE2B4879-E35A-42B4-91B8-1702A6AC7A90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without having to download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 the transactions in the</a:t>
          </a:r>
          <a:r>
            <a:rPr lang="tr-TR" sz="1700" kern="1200"/>
            <a:t> </a:t>
          </a:r>
          <a:r>
            <a:rPr lang="en-US" sz="1700" kern="1200"/>
            <a:t>block</a:t>
          </a:r>
          <a:endParaRPr lang="tr-TR" sz="1700" kern="1200"/>
        </a:p>
      </dsp:txBody>
      <dsp:txXfrm>
        <a:off x="5228976" y="2688423"/>
        <a:ext cx="4320000" cy="621412"/>
      </dsp:txXfrm>
    </dsp:sp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3861936-3A91-4EA3-8BA6-3E9BC4EF51DD}">
      <dsp:nvSpPr>
        <dsp:cNvPr id="0" name=""/>
        <dsp:cNvSpPr/>
      </dsp:nvSpPr>
      <dsp:spPr>
        <a:xfrm>
          <a:off x="8155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1E4A1A1-323A-4098-A6AE-1819D03EDA4A}">
      <dsp:nvSpPr>
        <dsp:cNvPr id="0" name=""/>
        <dsp:cNvSpPr/>
      </dsp:nvSpPr>
      <dsp:spPr>
        <a:xfrm>
          <a:off x="8155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 err="1"/>
            <a:t>merkle</a:t>
          </a:r>
          <a:r>
            <a:rPr lang="tr-TR" sz="2400" kern="1200"/>
            <a:t> </a:t>
          </a:r>
          <a:r>
            <a:rPr lang="en-US" sz="2400" kern="1200"/>
            <a:t>block message </a:t>
          </a:r>
          <a:endParaRPr lang="tr-TR" sz="2400" kern="1200"/>
        </a:p>
      </dsp:txBody>
      <dsp:txXfrm>
        <a:off x="8155" y="1478136"/>
        <a:ext cx="2891236" cy="433685"/>
      </dsp:txXfrm>
    </dsp:sp>
    <dsp:sp modelId="{C8519089-4440-42A0-8EA9-77229A4ECB58}">
      <dsp:nvSpPr>
        <dsp:cNvPr id="0" name=""/>
        <dsp:cNvSpPr/>
      </dsp:nvSpPr>
      <dsp:spPr>
        <a:xfrm>
          <a:off x="8155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a peer sees a transaction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matches the bloom filter</a:t>
          </a:r>
          <a:endParaRPr lang="tr-TR" sz="1700" kern="1200"/>
        </a:p>
      </dsp:txBody>
      <dsp:txXfrm>
        <a:off x="8155" y="1971315"/>
        <a:ext cx="2891236" cy="1341641"/>
      </dsp:txXfrm>
    </dsp:sp>
    <dsp:sp modelId="{E5AD0362-6176-4E1F-914A-762A5CA83CC4}">
      <dsp:nvSpPr>
        <dsp:cNvPr id="0" name=""/>
        <dsp:cNvSpPr/>
      </dsp:nvSpPr>
      <dsp:spPr>
        <a:xfrm>
          <a:off x="3405358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1341301-5F12-4CB1-B422-D73CCB89A940}">
      <dsp:nvSpPr>
        <dsp:cNvPr id="0" name=""/>
        <dsp:cNvSpPr/>
      </dsp:nvSpPr>
      <dsp:spPr>
        <a:xfrm>
          <a:off x="3405358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it will send</a:t>
          </a:r>
          <a:endParaRPr lang="tr-TR" sz="2400" kern="1200"/>
        </a:p>
      </dsp:txBody>
      <dsp:txXfrm>
        <a:off x="3405358" y="1478136"/>
        <a:ext cx="2891236" cy="433685"/>
      </dsp:txXfrm>
    </dsp:sp>
    <dsp:sp modelId="{0DE4ACF5-8DFA-4519-9A3F-338130CA2C32}">
      <dsp:nvSpPr>
        <dsp:cNvPr id="0" name=""/>
        <dsp:cNvSpPr/>
      </dsp:nvSpPr>
      <dsp:spPr>
        <a:xfrm>
          <a:off x="3405358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block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using a </a:t>
          </a:r>
          <a:r>
            <a:rPr lang="en-US" sz="1700" kern="1200" err="1"/>
            <a:t>merkleblock</a:t>
          </a:r>
          <a:r>
            <a:rPr lang="en-US" sz="1700" kern="1200"/>
            <a:t> message.</a:t>
          </a:r>
          <a:endParaRPr lang="tr-TR" sz="1700" kern="1200"/>
        </a:p>
      </dsp:txBody>
      <dsp:txXfrm>
        <a:off x="3405358" y="1971315"/>
        <a:ext cx="2891236" cy="1341641"/>
      </dsp:txXfrm>
    </dsp:sp>
    <dsp:sp modelId="{2B74260F-A38E-48F9-BA18-7510B5793F12}">
      <dsp:nvSpPr>
        <dsp:cNvPr id="0" name=""/>
        <dsp:cNvSpPr/>
      </dsp:nvSpPr>
      <dsp:spPr>
        <a:xfrm>
          <a:off x="6802560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026E3B-5256-4B0B-ABBF-4B0DFCD2979D}">
      <dsp:nvSpPr>
        <dsp:cNvPr id="0" name=""/>
        <dsp:cNvSpPr/>
      </dsp:nvSpPr>
      <dsp:spPr>
        <a:xfrm>
          <a:off x="6802560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Content </a:t>
          </a:r>
        </a:p>
      </dsp:txBody>
      <dsp:txXfrm>
        <a:off x="6802560" y="1478136"/>
        <a:ext cx="2891236" cy="433685"/>
      </dsp:txXfrm>
    </dsp:sp>
    <dsp:sp modelId="{EA674641-DF45-47A9-B896-53AF60CBC8B3}">
      <dsp:nvSpPr>
        <dsp:cNvPr id="0" name=""/>
        <dsp:cNvSpPr/>
      </dsp:nvSpPr>
      <dsp:spPr>
        <a:xfrm>
          <a:off x="6802560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block header </a:t>
          </a:r>
          <a:endParaRPr lang="tr-TR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</a:t>
          </a:r>
          <a:r>
            <a:rPr lang="en-US" sz="1700" kern="1200" dirty="0" err="1"/>
            <a:t>merkle</a:t>
          </a:r>
          <a:r>
            <a:rPr lang="en-US" sz="1700" kern="1200" dirty="0"/>
            <a:t> path</a:t>
          </a:r>
          <a:r>
            <a:rPr lang="tr-TR" sz="1700" kern="1200" dirty="0"/>
            <a:t>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links the transaction </a:t>
          </a:r>
          <a:endParaRPr lang="tr-TR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the </a:t>
          </a:r>
          <a:r>
            <a:rPr lang="en-US" sz="1700" kern="1200" dirty="0" err="1"/>
            <a:t>merkle</a:t>
          </a:r>
          <a:r>
            <a:rPr lang="en-US" sz="1700" kern="1200" dirty="0"/>
            <a:t> root</a:t>
          </a:r>
          <a:endParaRPr lang="tr-TR" sz="1700" kern="1200" dirty="0"/>
        </a:p>
      </dsp:txBody>
      <dsp:txXfrm>
        <a:off x="6802560" y="1971315"/>
        <a:ext cx="2891236" cy="1341641"/>
      </dsp:txXfrm>
    </dsp:sp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17BA0FB-70A9-41BE-ACB3-2E2E5D398D2D}">
      <dsp:nvSpPr>
        <dsp:cNvPr id="0" name=""/>
        <dsp:cNvSpPr/>
      </dsp:nvSpPr>
      <dsp:spPr>
        <a:xfrm>
          <a:off x="3421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66B72A-1B58-4F34-9678-86FBE3BE6DDE}">
      <dsp:nvSpPr>
        <dsp:cNvPr id="0" name=""/>
        <dsp:cNvSpPr/>
      </dsp:nvSpPr>
      <dsp:spPr>
        <a:xfrm>
          <a:off x="3421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SPV Node</a:t>
          </a:r>
        </a:p>
      </dsp:txBody>
      <dsp:txXfrm>
        <a:off x="3421" y="1823640"/>
        <a:ext cx="2894062" cy="434109"/>
      </dsp:txXfrm>
    </dsp:sp>
    <dsp:sp modelId="{7DA2A4DC-498B-4EB8-B071-4BFAC49563D1}">
      <dsp:nvSpPr>
        <dsp:cNvPr id="0" name=""/>
        <dsp:cNvSpPr/>
      </dsp:nvSpPr>
      <dsp:spPr>
        <a:xfrm>
          <a:off x="3421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can use this </a:t>
          </a:r>
          <a:r>
            <a:rPr lang="en-US" sz="1700" kern="1200" err="1"/>
            <a:t>merkle</a:t>
          </a:r>
          <a:r>
            <a:rPr lang="en-US" sz="1700" kern="1200"/>
            <a:t> path </a:t>
          </a:r>
          <a:endParaRPr lang="tr-TR" sz="1700" kern="1200"/>
        </a:p>
      </dsp:txBody>
      <dsp:txXfrm>
        <a:off x="3421" y="2302165"/>
        <a:ext cx="2894062" cy="633860"/>
      </dsp:txXfrm>
    </dsp:sp>
    <dsp:sp modelId="{2AF9BB15-6628-4A57-8D63-F817C11FB22B}">
      <dsp:nvSpPr>
        <dsp:cNvPr id="0" name=""/>
        <dsp:cNvSpPr/>
      </dsp:nvSpPr>
      <dsp:spPr>
        <a:xfrm>
          <a:off x="3403945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9031CE4-8FDC-4668-A36B-55AAD28CB4BC}">
      <dsp:nvSpPr>
        <dsp:cNvPr id="0" name=""/>
        <dsp:cNvSpPr/>
      </dsp:nvSpPr>
      <dsp:spPr>
        <a:xfrm>
          <a:off x="3403945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to connect</a:t>
          </a:r>
          <a:endParaRPr lang="tr-TR" sz="2800" kern="1200"/>
        </a:p>
      </dsp:txBody>
      <dsp:txXfrm>
        <a:off x="3403945" y="1823640"/>
        <a:ext cx="2894062" cy="434109"/>
      </dsp:txXfrm>
    </dsp:sp>
    <dsp:sp modelId="{F037C2C4-3FFF-4C88-AF9B-A8F69404A26E}">
      <dsp:nvSpPr>
        <dsp:cNvPr id="0" name=""/>
        <dsp:cNvSpPr/>
      </dsp:nvSpPr>
      <dsp:spPr>
        <a:xfrm>
          <a:off x="3403945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transaction to the block </a:t>
          </a:r>
          <a:endParaRPr lang="tr-TR" sz="1700" kern="1200"/>
        </a:p>
      </dsp:txBody>
      <dsp:txXfrm>
        <a:off x="3403945" y="2302165"/>
        <a:ext cx="2894062" cy="633860"/>
      </dsp:txXfrm>
    </dsp:sp>
    <dsp:sp modelId="{9396E343-D3B2-4DAD-9599-922ED84DAC72}">
      <dsp:nvSpPr>
        <dsp:cNvPr id="0" name=""/>
        <dsp:cNvSpPr/>
      </dsp:nvSpPr>
      <dsp:spPr>
        <a:xfrm>
          <a:off x="6804468" y="71522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07903A-11BB-4D60-BCB4-767AF5FDA1EA}">
      <dsp:nvSpPr>
        <dsp:cNvPr id="0" name=""/>
        <dsp:cNvSpPr/>
      </dsp:nvSpPr>
      <dsp:spPr>
        <a:xfrm>
          <a:off x="6804468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to</a:t>
          </a:r>
          <a:r>
            <a:rPr lang="en-US" sz="2800" kern="1200"/>
            <a:t> verify</a:t>
          </a:r>
          <a:endParaRPr lang="tr-TR" sz="2800" kern="1200"/>
        </a:p>
      </dsp:txBody>
      <dsp:txXfrm>
        <a:off x="6804468" y="1823640"/>
        <a:ext cx="2894062" cy="434109"/>
      </dsp:txXfrm>
    </dsp:sp>
    <dsp:sp modelId="{B605F129-A891-4672-A39C-22AF5963642D}">
      <dsp:nvSpPr>
        <dsp:cNvPr id="0" name=""/>
        <dsp:cNvSpPr/>
      </dsp:nvSpPr>
      <dsp:spPr>
        <a:xfrm>
          <a:off x="6804468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</a:t>
          </a:r>
          <a:r>
            <a:rPr lang="tr-TR" sz="1700" kern="1200"/>
            <a:t> </a:t>
          </a:r>
          <a:r>
            <a:rPr lang="en-US" sz="1700" kern="1200"/>
            <a:t>transaction is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included in the block.</a:t>
          </a:r>
          <a:endParaRPr lang="tr-TR" sz="1700" kern="1200"/>
        </a:p>
      </dsp:txBody>
      <dsp:txXfrm>
        <a:off x="6804468" y="2302165"/>
        <a:ext cx="2894062" cy="633860"/>
      </dsp:txXfrm>
    </dsp:sp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6EAE94-CC88-45A4-900B-99806197CB34}">
      <dsp:nvSpPr>
        <dsp:cNvPr id="0" name=""/>
        <dsp:cNvSpPr/>
      </dsp:nvSpPr>
      <dsp:spPr>
        <a:xfrm>
          <a:off x="943992" y="378208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93A713-2773-420D-9760-E6F2C638CBD2}">
      <dsp:nvSpPr>
        <dsp:cNvPr id="0" name=""/>
        <dsp:cNvSpPr/>
      </dsp:nvSpPr>
      <dsp:spPr>
        <a:xfrm>
          <a:off x="3421" y="151560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Data</a:t>
          </a:r>
        </a:p>
      </dsp:txBody>
      <dsp:txXfrm>
        <a:off x="3421" y="1515608"/>
        <a:ext cx="2894062" cy="434109"/>
      </dsp:txXfrm>
    </dsp:sp>
    <dsp:sp modelId="{EE835E31-2A2E-47F6-8771-C7E0D2C46150}">
      <dsp:nvSpPr>
        <dsp:cNvPr id="0" name=""/>
        <dsp:cNvSpPr/>
      </dsp:nvSpPr>
      <dsp:spPr>
        <a:xfrm>
          <a:off x="3421" y="2007614"/>
          <a:ext cx="2894062" cy="12654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SPV node will </a:t>
          </a:r>
          <a:r>
            <a:rPr lang="tr-TR" sz="1700" kern="1200"/>
            <a:t> </a:t>
          </a:r>
          <a:r>
            <a:rPr lang="en-US" sz="1700" kern="1200"/>
            <a:t>have received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less than a kilobyte of data </a:t>
          </a:r>
          <a:endParaRPr lang="tr-TR" sz="1700" kern="1200"/>
        </a:p>
      </dsp:txBody>
      <dsp:txXfrm>
        <a:off x="3421" y="2007614"/>
        <a:ext cx="2894062" cy="1265426"/>
      </dsp:txXfrm>
    </dsp:sp>
    <dsp:sp modelId="{55AEFDC8-7FD7-47A5-9D84-934059A29AE5}">
      <dsp:nvSpPr>
        <dsp:cNvPr id="0" name=""/>
        <dsp:cNvSpPr/>
      </dsp:nvSpPr>
      <dsp:spPr>
        <a:xfrm>
          <a:off x="4344515" y="378208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6E16637-A35F-426D-A274-CB256C498B59}">
      <dsp:nvSpPr>
        <dsp:cNvPr id="0" name=""/>
        <dsp:cNvSpPr/>
      </dsp:nvSpPr>
      <dsp:spPr>
        <a:xfrm>
          <a:off x="3403945" y="151560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Message content</a:t>
          </a:r>
        </a:p>
      </dsp:txBody>
      <dsp:txXfrm>
        <a:off x="3403945" y="1515608"/>
        <a:ext cx="2894062" cy="434109"/>
      </dsp:txXfrm>
    </dsp:sp>
    <dsp:sp modelId="{9109DB58-7481-4931-BD34-D33DA242D6C4}">
      <dsp:nvSpPr>
        <dsp:cNvPr id="0" name=""/>
        <dsp:cNvSpPr/>
      </dsp:nvSpPr>
      <dsp:spPr>
        <a:xfrm>
          <a:off x="3403945" y="2007614"/>
          <a:ext cx="2894062" cy="12654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block header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merkle path </a:t>
          </a:r>
          <a:endParaRPr lang="tr-TR" sz="1700" kern="1200"/>
        </a:p>
      </dsp:txBody>
      <dsp:txXfrm>
        <a:off x="3403945" y="2007614"/>
        <a:ext cx="2894062" cy="1265426"/>
      </dsp:txXfrm>
    </dsp:sp>
    <dsp:sp modelId="{4FB8D860-8079-421D-9CF5-126C253E4E07}">
      <dsp:nvSpPr>
        <dsp:cNvPr id="0" name=""/>
        <dsp:cNvSpPr/>
      </dsp:nvSpPr>
      <dsp:spPr>
        <a:xfrm>
          <a:off x="7745039" y="378208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93CD182-4A17-434B-BF3D-7523E22082E4}">
      <dsp:nvSpPr>
        <dsp:cNvPr id="0" name=""/>
        <dsp:cNvSpPr/>
      </dsp:nvSpPr>
      <dsp:spPr>
        <a:xfrm>
          <a:off x="6804468" y="151560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Comparing</a:t>
          </a:r>
        </a:p>
      </dsp:txBody>
      <dsp:txXfrm>
        <a:off x="6804468" y="1515608"/>
        <a:ext cx="2894062" cy="434109"/>
      </dsp:txXfrm>
    </dsp:sp>
    <dsp:sp modelId="{811B45A5-8F2C-405F-AE3B-0E75E6F81236}">
      <dsp:nvSpPr>
        <dsp:cNvPr id="0" name=""/>
        <dsp:cNvSpPr/>
      </dsp:nvSpPr>
      <dsp:spPr>
        <a:xfrm>
          <a:off x="6804468" y="2007614"/>
          <a:ext cx="2894062" cy="12654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amount of data</a:t>
          </a:r>
          <a:r>
            <a:rPr lang="tr-TR" sz="1700" kern="1200"/>
            <a:t> </a:t>
          </a:r>
          <a:r>
            <a:rPr lang="en-US" sz="1700" kern="1200"/>
            <a:t>is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more than a thousand times less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than a full block</a:t>
          </a:r>
          <a:r>
            <a:rPr lang="tr-TR" sz="1700" kern="1200" dirty="0"/>
            <a:t>: </a:t>
          </a:r>
          <a:r>
            <a:rPr lang="en-US" sz="1700" kern="1200" dirty="0"/>
            <a:t>about 1 megabyte</a:t>
          </a:r>
          <a:endParaRPr lang="tr-TR" sz="1700" kern="1200" dirty="0"/>
        </a:p>
      </dsp:txBody>
      <dsp:txXfrm>
        <a:off x="6804468" y="2007614"/>
        <a:ext cx="2894062" cy="1265426"/>
      </dsp:txXfrm>
    </dsp:sp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35BEEEA-4069-4D5B-AD5C-25EE389BC655}">
      <dsp:nvSpPr>
        <dsp:cNvPr id="0" name=""/>
        <dsp:cNvSpPr/>
      </dsp:nvSpPr>
      <dsp:spPr>
        <a:xfrm>
          <a:off x="943992" y="418658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E197368-00C0-4B26-9127-AE431BC280E9}">
      <dsp:nvSpPr>
        <dsp:cNvPr id="0" name=""/>
        <dsp:cNvSpPr/>
      </dsp:nvSpPr>
      <dsp:spPr>
        <a:xfrm>
          <a:off x="3421" y="155257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How many bitcoin blockchains?</a:t>
          </a:r>
        </a:p>
      </dsp:txBody>
      <dsp:txXfrm>
        <a:off x="3421" y="1552579"/>
        <a:ext cx="2894062" cy="434109"/>
      </dsp:txXfrm>
    </dsp:sp>
    <dsp:sp modelId="{2FF738E3-2B39-49A1-B48C-876ADBC9CB2F}">
      <dsp:nvSpPr>
        <dsp:cNvPr id="0" name=""/>
        <dsp:cNvSpPr/>
      </dsp:nvSpPr>
      <dsp:spPr>
        <a:xfrm>
          <a:off x="3421" y="2042967"/>
          <a:ext cx="2894062" cy="11896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there is more than one bitcoin blockchain. </a:t>
          </a:r>
          <a:endParaRPr lang="tr-TR" sz="1300" kern="1200"/>
        </a:p>
      </dsp:txBody>
      <dsp:txXfrm>
        <a:off x="3421" y="2042967"/>
        <a:ext cx="2894062" cy="1189624"/>
      </dsp:txXfrm>
    </dsp:sp>
    <dsp:sp modelId="{A9E5A62B-5FB4-4AA0-A484-8FE7A6BD430B}">
      <dsp:nvSpPr>
        <dsp:cNvPr id="0" name=""/>
        <dsp:cNvSpPr/>
      </dsp:nvSpPr>
      <dsp:spPr>
        <a:xfrm>
          <a:off x="4344515" y="418658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00619D-B158-4E5D-AD63-161AA81538FF}">
      <dsp:nvSpPr>
        <dsp:cNvPr id="0" name=""/>
        <dsp:cNvSpPr/>
      </dsp:nvSpPr>
      <dsp:spPr>
        <a:xfrm>
          <a:off x="3403945" y="155257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Mainnet</a:t>
          </a:r>
        </a:p>
      </dsp:txBody>
      <dsp:txXfrm>
        <a:off x="3403945" y="1552579"/>
        <a:ext cx="2894062" cy="434109"/>
      </dsp:txXfrm>
    </dsp:sp>
    <dsp:sp modelId="{C7EFEFC2-385B-44F8-B8A5-8C1FA5FD786C}">
      <dsp:nvSpPr>
        <dsp:cNvPr id="0" name=""/>
        <dsp:cNvSpPr/>
      </dsp:nvSpPr>
      <dsp:spPr>
        <a:xfrm>
          <a:off x="3403945" y="2042967"/>
          <a:ext cx="2894062" cy="11896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</a:t>
          </a:r>
          <a:r>
            <a:rPr lang="tr-TR" sz="1300" kern="1200"/>
            <a:t> </a:t>
          </a:r>
          <a:r>
            <a:rPr lang="en-US" sz="1300" kern="1200"/>
            <a:t>“main” bitcoin blockchain, </a:t>
          </a:r>
          <a:endParaRPr lang="tr-TR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one created by Satoshi Nakamoto on January 3rd,</a:t>
          </a:r>
          <a:r>
            <a:rPr lang="tr-TR" sz="1300" kern="1200"/>
            <a:t> </a:t>
          </a:r>
          <a:r>
            <a:rPr lang="en-US" sz="1300" kern="1200"/>
            <a:t>2009, </a:t>
          </a:r>
          <a:endParaRPr lang="tr-TR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one with the genesis block is called </a:t>
          </a:r>
          <a:r>
            <a:rPr lang="en-US" sz="1300" i="1" kern="1200"/>
            <a:t>mainnet</a:t>
          </a:r>
          <a:endParaRPr lang="tr-TR" sz="1300" kern="1200"/>
        </a:p>
      </dsp:txBody>
      <dsp:txXfrm>
        <a:off x="3403945" y="2042967"/>
        <a:ext cx="2894062" cy="1189624"/>
      </dsp:txXfrm>
    </dsp:sp>
    <dsp:sp modelId="{BD38FF39-34A8-40CA-91A6-FD27D63ECDA5}">
      <dsp:nvSpPr>
        <dsp:cNvPr id="0" name=""/>
        <dsp:cNvSpPr/>
      </dsp:nvSpPr>
      <dsp:spPr>
        <a:xfrm>
          <a:off x="7745039" y="418658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DFF6459-C2F6-4F00-9B09-83617AD9EAE8}">
      <dsp:nvSpPr>
        <dsp:cNvPr id="0" name=""/>
        <dsp:cNvSpPr/>
      </dsp:nvSpPr>
      <dsp:spPr>
        <a:xfrm>
          <a:off x="6804468" y="155257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Other bitcoin blockchains</a:t>
          </a:r>
        </a:p>
      </dsp:txBody>
      <dsp:txXfrm>
        <a:off x="6804468" y="1552579"/>
        <a:ext cx="2894062" cy="434109"/>
      </dsp:txXfrm>
    </dsp:sp>
    <dsp:sp modelId="{91D985B1-3CDE-43CF-9DB6-ADC6EC0F206D}">
      <dsp:nvSpPr>
        <dsp:cNvPr id="0" name=""/>
        <dsp:cNvSpPr/>
      </dsp:nvSpPr>
      <dsp:spPr>
        <a:xfrm>
          <a:off x="6804468" y="2042967"/>
          <a:ext cx="2894062" cy="11896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There are other bitcoin blockchains used for testing purposes</a:t>
          </a:r>
          <a:endParaRPr lang="tr-TR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at this time</a:t>
          </a:r>
          <a:r>
            <a:rPr lang="tr-TR" sz="1300" kern="1200"/>
            <a:t> </a:t>
          </a:r>
          <a:r>
            <a:rPr lang="tr-TR" sz="1300" i="1" kern="1200"/>
            <a:t>testnet</a:t>
          </a:r>
          <a:r>
            <a:rPr lang="tr-TR" sz="1300" kern="1200"/>
            <a:t>, </a:t>
          </a:r>
          <a:r>
            <a:rPr lang="tr-TR" sz="1300" i="1" kern="1200"/>
            <a:t>segnet</a:t>
          </a:r>
          <a:r>
            <a:rPr lang="tr-TR" sz="1300" kern="1200"/>
            <a:t>, and </a:t>
          </a:r>
          <a:r>
            <a:rPr lang="tr-TR" sz="1300" i="1" kern="1200"/>
            <a:t>regtest</a:t>
          </a:r>
          <a:r>
            <a:rPr lang="tr-TR" sz="1300" kern="1200"/>
            <a:t>.</a:t>
          </a:r>
        </a:p>
      </dsp:txBody>
      <dsp:txXfrm>
        <a:off x="6804468" y="2042967"/>
        <a:ext cx="2894062" cy="1189624"/>
      </dsp:txXfrm>
    </dsp:sp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F625D24-1E50-44E7-9A3A-8E19DDCB1808}">
      <dsp:nvSpPr>
        <dsp:cNvPr id="0" name=""/>
        <dsp:cNvSpPr/>
      </dsp:nvSpPr>
      <dsp:spPr>
        <a:xfrm>
          <a:off x="1556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DC398C-B796-4AD5-B22D-B8F3CEA36596}">
      <dsp:nvSpPr>
        <dsp:cNvPr id="0" name=""/>
        <dsp:cNvSpPr/>
      </dsp:nvSpPr>
      <dsp:spPr>
        <a:xfrm>
          <a:off x="152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Testnet </a:t>
          </a:r>
          <a:endParaRPr lang="tr-TR" sz="3600" kern="1200"/>
        </a:p>
      </dsp:txBody>
      <dsp:txXfrm>
        <a:off x="152976" y="1849064"/>
        <a:ext cx="4320000" cy="648000"/>
      </dsp:txXfrm>
    </dsp:sp>
    <dsp:sp modelId="{6571D4F7-D7F4-4D68-9C5F-BBDB92F64276}">
      <dsp:nvSpPr>
        <dsp:cNvPr id="0" name=""/>
        <dsp:cNvSpPr/>
      </dsp:nvSpPr>
      <dsp:spPr>
        <a:xfrm>
          <a:off x="152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the name of </a:t>
          </a:r>
          <a:r>
            <a:rPr lang="tr-TR" sz="1700" kern="1200"/>
            <a:t> </a:t>
          </a:r>
          <a:r>
            <a:rPr lang="en-US" sz="1700" kern="1200"/>
            <a:t>the test blockchain, network, and currency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is used for testing</a:t>
          </a:r>
          <a:r>
            <a:rPr lang="tr-TR" sz="1700" kern="1200"/>
            <a:t> </a:t>
          </a:r>
          <a:r>
            <a:rPr lang="en-US" sz="1700" kern="1200"/>
            <a:t>purposes. </a:t>
          </a:r>
          <a:endParaRPr lang="tr-TR" sz="1700" kern="1200"/>
        </a:p>
      </dsp:txBody>
      <dsp:txXfrm>
        <a:off x="152976" y="2562209"/>
        <a:ext cx="4320000" cy="892036"/>
      </dsp:txXfrm>
    </dsp:sp>
    <dsp:sp modelId="{E2630567-C459-449B-AFD7-E0F62C26D86F}">
      <dsp:nvSpPr>
        <dsp:cNvPr id="0" name=""/>
        <dsp:cNvSpPr/>
      </dsp:nvSpPr>
      <dsp:spPr>
        <a:xfrm>
          <a:off x="6632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11F2C5-AD25-4F23-8F0B-E3957FD3150D}">
      <dsp:nvSpPr>
        <dsp:cNvPr id="0" name=""/>
        <dsp:cNvSpPr/>
      </dsp:nvSpPr>
      <dsp:spPr>
        <a:xfrm>
          <a:off x="5228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Fully featured</a:t>
          </a:r>
        </a:p>
      </dsp:txBody>
      <dsp:txXfrm>
        <a:off x="5228976" y="1849064"/>
        <a:ext cx="4320000" cy="648000"/>
      </dsp:txXfrm>
    </dsp:sp>
    <dsp:sp modelId="{3F6E778F-B27E-44EC-A20E-059334870F60}">
      <dsp:nvSpPr>
        <dsp:cNvPr id="0" name=""/>
        <dsp:cNvSpPr/>
      </dsp:nvSpPr>
      <dsp:spPr>
        <a:xfrm>
          <a:off x="5228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testnet is a fully featured live P2P network,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wallets, test bitcoins</a:t>
          </a:r>
          <a:r>
            <a:rPr lang="tr-TR" sz="1700" kern="1200"/>
            <a:t> </a:t>
          </a:r>
          <a:r>
            <a:rPr lang="en-US" sz="1700" kern="1200"/>
            <a:t>(testnet coins), mining, and all the other features of mainnet.</a:t>
          </a:r>
          <a:endParaRPr lang="tr-TR" sz="1700" kern="1200"/>
        </a:p>
      </dsp:txBody>
      <dsp:txXfrm>
        <a:off x="5228976" y="2562209"/>
        <a:ext cx="4320000" cy="892036"/>
      </dsp:txXfrm>
    </dsp:sp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9D555D7-EC0C-43CB-8CEA-5F8A39555D6A}">
      <dsp:nvSpPr>
        <dsp:cNvPr id="0" name=""/>
        <dsp:cNvSpPr/>
      </dsp:nvSpPr>
      <dsp:spPr>
        <a:xfrm>
          <a:off x="698671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19BA1B-BAB3-49EE-89A3-FCE0FA91E072}">
      <dsp:nvSpPr>
        <dsp:cNvPr id="0" name=""/>
        <dsp:cNvSpPr/>
      </dsp:nvSpPr>
      <dsp:spPr>
        <a:xfrm>
          <a:off x="2156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differences</a:t>
          </a:r>
        </a:p>
      </dsp:txBody>
      <dsp:txXfrm>
        <a:off x="2156" y="1817506"/>
        <a:ext cx="2143124" cy="321468"/>
      </dsp:txXfrm>
    </dsp:sp>
    <dsp:sp modelId="{6684FE80-5C30-4548-9021-FA3B70BFA68A}">
      <dsp:nvSpPr>
        <dsp:cNvPr id="0" name=""/>
        <dsp:cNvSpPr/>
      </dsp:nvSpPr>
      <dsp:spPr>
        <a:xfrm>
          <a:off x="2156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Two differences</a:t>
          </a:r>
        </a:p>
      </dsp:txBody>
      <dsp:txXfrm>
        <a:off x="2156" y="2172157"/>
        <a:ext cx="2143124" cy="483021"/>
      </dsp:txXfrm>
    </dsp:sp>
    <dsp:sp modelId="{3348C627-3B4B-4888-A31A-0344F2F130B5}">
      <dsp:nvSpPr>
        <dsp:cNvPr id="0" name=""/>
        <dsp:cNvSpPr/>
      </dsp:nvSpPr>
      <dsp:spPr>
        <a:xfrm>
          <a:off x="3216843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85342D-C57F-4FCB-851E-0A5907F8BE98}">
      <dsp:nvSpPr>
        <dsp:cNvPr id="0" name=""/>
        <dsp:cNvSpPr/>
      </dsp:nvSpPr>
      <dsp:spPr>
        <a:xfrm>
          <a:off x="2520328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testnet coins are meant</a:t>
          </a:r>
          <a:endParaRPr lang="tr-TR" sz="1700" kern="1200"/>
        </a:p>
      </dsp:txBody>
      <dsp:txXfrm>
        <a:off x="2520328" y="1817506"/>
        <a:ext cx="2143124" cy="321468"/>
      </dsp:txXfrm>
    </dsp:sp>
    <dsp:sp modelId="{0C9157C6-8075-42D0-9C82-AB51DEDB3C46}">
      <dsp:nvSpPr>
        <dsp:cNvPr id="0" name=""/>
        <dsp:cNvSpPr/>
      </dsp:nvSpPr>
      <dsp:spPr>
        <a:xfrm>
          <a:off x="2520328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 to be worthless</a:t>
          </a:r>
          <a:endParaRPr lang="tr-TR" sz="1300" kern="1200" dirty="0"/>
        </a:p>
      </dsp:txBody>
      <dsp:txXfrm>
        <a:off x="2520328" y="2172157"/>
        <a:ext cx="2143124" cy="483021"/>
      </dsp:txXfrm>
    </dsp:sp>
    <dsp:sp modelId="{9D743F19-9CA1-44DA-84DC-BDD7D882AEC2}">
      <dsp:nvSpPr>
        <dsp:cNvPr id="0" name=""/>
        <dsp:cNvSpPr/>
      </dsp:nvSpPr>
      <dsp:spPr>
        <a:xfrm>
          <a:off x="5735015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D78324F-9710-4477-ADF9-4604FD570154}">
      <dsp:nvSpPr>
        <dsp:cNvPr id="0" name=""/>
        <dsp:cNvSpPr/>
      </dsp:nvSpPr>
      <dsp:spPr>
        <a:xfrm>
          <a:off x="5038499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mining difficulty</a:t>
          </a:r>
          <a:endParaRPr lang="tr-TR" sz="1700" kern="1200"/>
        </a:p>
      </dsp:txBody>
      <dsp:txXfrm>
        <a:off x="5038499" y="1817506"/>
        <a:ext cx="2143124" cy="321468"/>
      </dsp:txXfrm>
    </dsp:sp>
    <dsp:sp modelId="{3C4D64E1-838B-48AB-8A7D-14BA1CF9D159}">
      <dsp:nvSpPr>
        <dsp:cNvPr id="0" name=""/>
        <dsp:cNvSpPr/>
      </dsp:nvSpPr>
      <dsp:spPr>
        <a:xfrm>
          <a:off x="5038499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should </a:t>
          </a:r>
          <a:r>
            <a:rPr lang="en-US" sz="1300" kern="1200" dirty="0"/>
            <a:t>be low enough</a:t>
          </a:r>
          <a:endParaRPr lang="tr-TR" sz="1300" kern="1200" dirty="0"/>
        </a:p>
      </dsp:txBody>
      <dsp:txXfrm>
        <a:off x="5038499" y="2172157"/>
        <a:ext cx="2143124" cy="483021"/>
      </dsp:txXfrm>
    </dsp:sp>
    <dsp:sp modelId="{06C31E30-C6BD-45EB-9CE8-046B0698960A}">
      <dsp:nvSpPr>
        <dsp:cNvPr id="0" name=""/>
        <dsp:cNvSpPr/>
      </dsp:nvSpPr>
      <dsp:spPr>
        <a:xfrm>
          <a:off x="8253187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85180B3-37F1-4296-8797-63B508704D6F}">
      <dsp:nvSpPr>
        <dsp:cNvPr id="0" name=""/>
        <dsp:cNvSpPr/>
      </dsp:nvSpPr>
      <dsp:spPr>
        <a:xfrm>
          <a:off x="7556671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Easy mining</a:t>
          </a:r>
        </a:p>
      </dsp:txBody>
      <dsp:txXfrm>
        <a:off x="7556671" y="1817506"/>
        <a:ext cx="2143124" cy="321468"/>
      </dsp:txXfrm>
    </dsp:sp>
    <dsp:sp modelId="{5CF3F822-DE42-4368-8B20-8798224D96D0}">
      <dsp:nvSpPr>
        <dsp:cNvPr id="0" name=""/>
        <dsp:cNvSpPr/>
      </dsp:nvSpPr>
      <dsp:spPr>
        <a:xfrm>
          <a:off x="7556671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anyone can mine </a:t>
          </a:r>
          <a:r>
            <a:rPr lang="en-US" sz="1300" kern="1200" dirty="0" err="1"/>
            <a:t>testnet</a:t>
          </a:r>
          <a:endParaRPr lang="tr-TR" sz="1300" kern="1200" dirty="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relatively </a:t>
          </a:r>
          <a:r>
            <a:rPr lang="en-US" sz="1300" kern="1200" dirty="0"/>
            <a:t>easily</a:t>
          </a:r>
          <a:endParaRPr lang="tr-TR" sz="1300" kern="1200" dirty="0"/>
        </a:p>
      </dsp:txBody>
      <dsp:txXfrm>
        <a:off x="7556671" y="2172157"/>
        <a:ext cx="2143124" cy="483021"/>
      </dsp:txXfrm>
    </dsp:sp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2578079-B4A1-4415-8E16-D5C1E30E23DB}">
      <dsp:nvSpPr>
        <dsp:cNvPr id="0" name=""/>
        <dsp:cNvSpPr/>
      </dsp:nvSpPr>
      <dsp:spPr>
        <a:xfrm>
          <a:off x="1556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0C0892A-AFF0-4312-8709-B059C96EBE19}">
      <dsp:nvSpPr>
        <dsp:cNvPr id="0" name=""/>
        <dsp:cNvSpPr/>
      </dsp:nvSpPr>
      <dsp:spPr>
        <a:xfrm>
          <a:off x="152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restarting</a:t>
          </a:r>
        </a:p>
      </dsp:txBody>
      <dsp:txXfrm>
        <a:off x="152976" y="1800668"/>
        <a:ext cx="4320000" cy="648000"/>
      </dsp:txXfrm>
    </dsp:sp>
    <dsp:sp modelId="{C6E455F2-9902-4F25-895A-407A16AF3664}">
      <dsp:nvSpPr>
        <dsp:cNvPr id="0" name=""/>
        <dsp:cNvSpPr/>
      </dsp:nvSpPr>
      <dsp:spPr>
        <a:xfrm>
          <a:off x="152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testnet has to </a:t>
          </a:r>
          <a:r>
            <a:rPr lang="en-US" sz="1700" kern="1200"/>
            <a:t>be scrapped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restarted from a new genesis block,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resetting the difficulty</a:t>
          </a:r>
          <a:endParaRPr lang="tr-TR" sz="1700" kern="1200"/>
        </a:p>
      </dsp:txBody>
      <dsp:txXfrm>
        <a:off x="152976" y="2515931"/>
        <a:ext cx="4320000" cy="991265"/>
      </dsp:txXfrm>
    </dsp:sp>
    <dsp:sp modelId="{49F08F51-18C4-4091-9679-EEB512B7346F}">
      <dsp:nvSpPr>
        <dsp:cNvPr id="0" name=""/>
        <dsp:cNvSpPr/>
      </dsp:nvSpPr>
      <dsp:spPr>
        <a:xfrm>
          <a:off x="6632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45DCC3-EBC9-48CC-AF0C-A2C6E650B047}">
      <dsp:nvSpPr>
        <dsp:cNvPr id="0" name=""/>
        <dsp:cNvSpPr/>
      </dsp:nvSpPr>
      <dsp:spPr>
        <a:xfrm>
          <a:off x="5228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testnet3</a:t>
          </a:r>
        </a:p>
      </dsp:txBody>
      <dsp:txXfrm>
        <a:off x="5228976" y="1800668"/>
        <a:ext cx="4320000" cy="648000"/>
      </dsp:txXfrm>
    </dsp:sp>
    <dsp:sp modelId="{FB735B8D-238A-4E4E-9CE9-FAE4CB36495A}">
      <dsp:nvSpPr>
        <dsp:cNvPr id="0" name=""/>
        <dsp:cNvSpPr/>
      </dsp:nvSpPr>
      <dsp:spPr>
        <a:xfrm>
          <a:off x="5228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current testnet is called </a:t>
          </a:r>
          <a:r>
            <a:rPr lang="en-US" sz="1700" i="1" kern="1200"/>
            <a:t>testnet3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restarted in February </a:t>
          </a:r>
          <a:r>
            <a:rPr lang="en-US" sz="1700" kern="1200"/>
            <a:t>2011 to reset the difficulty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from the previous testnet</a:t>
          </a:r>
          <a:endParaRPr lang="tr-TR" sz="1700" kern="1200"/>
        </a:p>
      </dsp:txBody>
      <dsp:txXfrm>
        <a:off x="5228976" y="2515931"/>
        <a:ext cx="4320000" cy="991265"/>
      </dsp:txXfrm>
    </dsp:sp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2AA0372-4D9C-41D5-B0CA-6CDBB8769391}">
      <dsp:nvSpPr>
        <dsp:cNvPr id="0" name=""/>
        <dsp:cNvSpPr/>
      </dsp:nvSpPr>
      <dsp:spPr>
        <a:xfrm rot="5400000">
          <a:off x="5159555" y="-1800990"/>
          <a:ext cx="1608866" cy="5613165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630" tIns="43815" rIns="87630" bIns="43815" numCol="1" spcCol="1270" anchor="ctr" anchorCtr="0">
          <a:noAutofit/>
        </a:bodyPr>
        <a:lstStyle/>
        <a:p>
          <a:pPr marL="228600" lvl="1" indent="-228600" algn="l" defTabSz="10223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300" kern="1200" dirty="0"/>
            <a:t>In 2016, a special-purpose </a:t>
          </a:r>
          <a:r>
            <a:rPr lang="en-US" sz="2300" kern="1200" dirty="0" err="1"/>
            <a:t>testnet</a:t>
          </a:r>
          <a:r>
            <a:rPr lang="en-US" sz="2300" kern="1200" dirty="0"/>
            <a:t> was launched to aid</a:t>
          </a:r>
          <a:endParaRPr lang="tr-TR" sz="2300" kern="1200" dirty="0"/>
        </a:p>
        <a:p>
          <a:pPr marL="228600" lvl="1" indent="-228600" algn="l" defTabSz="10223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300" kern="1200" dirty="0"/>
            <a:t>in </a:t>
          </a:r>
          <a:r>
            <a:rPr lang="en-US" sz="2300" kern="1200" dirty="0"/>
            <a:t>development and testing of</a:t>
          </a:r>
          <a:r>
            <a:rPr lang="tr-TR" sz="2300" kern="1200" dirty="0"/>
            <a:t> </a:t>
          </a:r>
          <a:r>
            <a:rPr lang="tr-TR" sz="2300" kern="1200" dirty="0" err="1"/>
            <a:t>Segregated</a:t>
          </a:r>
          <a:r>
            <a:rPr lang="tr-TR" sz="2300" kern="1200" dirty="0"/>
            <a:t> </a:t>
          </a:r>
          <a:r>
            <a:rPr lang="tr-TR" sz="2300" kern="1200" dirty="0" err="1"/>
            <a:t>Witness</a:t>
          </a:r>
          <a:endParaRPr lang="tr-TR" sz="2300" kern="1200" dirty="0"/>
        </a:p>
      </dsp:txBody>
      <dsp:txXfrm rot="-5400000">
        <a:off x="3157406" y="279697"/>
        <a:ext cx="5534627" cy="1451790"/>
      </dsp:txXfrm>
    </dsp:sp>
    <dsp:sp modelId="{FD3285F8-FCA0-48A7-97B7-6482F792A68D}">
      <dsp:nvSpPr>
        <dsp:cNvPr id="0" name=""/>
        <dsp:cNvSpPr/>
      </dsp:nvSpPr>
      <dsp:spPr>
        <a:xfrm>
          <a:off x="0" y="50"/>
          <a:ext cx="3157405" cy="2011083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63830" tIns="81915" rIns="163830" bIns="81915" numCol="1" spcCol="1270" anchor="ctr" anchorCtr="0">
          <a:noAutofit/>
        </a:bodyPr>
        <a:lstStyle/>
        <a:p>
          <a:pPr marL="0" lvl="0" indent="0" algn="ctr" defTabSz="1911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4300" kern="1200"/>
            <a:t>Segregated Witness</a:t>
          </a:r>
        </a:p>
      </dsp:txBody>
      <dsp:txXfrm>
        <a:off x="98173" y="98223"/>
        <a:ext cx="2961059" cy="1814737"/>
      </dsp:txXfrm>
    </dsp:sp>
    <dsp:sp modelId="{ABBB63C7-F101-4CF2-8CAF-AC21B736D766}">
      <dsp:nvSpPr>
        <dsp:cNvPr id="0" name=""/>
        <dsp:cNvSpPr/>
      </dsp:nvSpPr>
      <dsp:spPr>
        <a:xfrm rot="5400000">
          <a:off x="5159555" y="310646"/>
          <a:ext cx="1608866" cy="5613165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630" tIns="43815" rIns="87630" bIns="43815" numCol="1" spcCol="1270" anchor="ctr" anchorCtr="0">
          <a:noAutofit/>
        </a:bodyPr>
        <a:lstStyle/>
        <a:p>
          <a:pPr marL="228600" lvl="1" indent="-228600" algn="l" defTabSz="10223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300" kern="1200"/>
            <a:t>Since segwit was added to testnet3 </a:t>
          </a:r>
          <a:endParaRPr lang="tr-TR" sz="2300" kern="1200"/>
        </a:p>
        <a:p>
          <a:pPr marL="228600" lvl="1" indent="-228600" algn="l" defTabSz="10223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300" kern="1200"/>
            <a:t>it is no longer necessary to use segnet </a:t>
          </a:r>
          <a:endParaRPr lang="tr-TR" sz="2300" kern="1200"/>
        </a:p>
        <a:p>
          <a:pPr marL="228600" lvl="1" indent="-228600" algn="l" defTabSz="10223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300" kern="1200"/>
            <a:t>for testing</a:t>
          </a:r>
          <a:r>
            <a:rPr lang="tr-TR" sz="2300" kern="1200"/>
            <a:t> of segwit features</a:t>
          </a:r>
        </a:p>
      </dsp:txBody>
      <dsp:txXfrm rot="-5400000">
        <a:off x="3157406" y="2391333"/>
        <a:ext cx="5534627" cy="1451790"/>
      </dsp:txXfrm>
    </dsp:sp>
    <dsp:sp modelId="{40C9DFD7-EAED-4CB9-9148-5BAB093AE6D7}">
      <dsp:nvSpPr>
        <dsp:cNvPr id="0" name=""/>
        <dsp:cNvSpPr/>
      </dsp:nvSpPr>
      <dsp:spPr>
        <a:xfrm>
          <a:off x="0" y="2111687"/>
          <a:ext cx="3157405" cy="2011083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63830" tIns="81915" rIns="163830" bIns="81915" numCol="1" spcCol="1270" anchor="ctr" anchorCtr="0">
          <a:noAutofit/>
        </a:bodyPr>
        <a:lstStyle/>
        <a:p>
          <a:pPr marL="0" lvl="0" indent="0" algn="ctr" defTabSz="1911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4300" kern="1200"/>
            <a:t>Added to testnet3</a:t>
          </a:r>
        </a:p>
      </dsp:txBody>
      <dsp:txXfrm>
        <a:off x="98173" y="2209860"/>
        <a:ext cx="2961059" cy="1814737"/>
      </dsp:txXfrm>
    </dsp:sp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590F154-1A8D-4920-B344-C6289A1689E1}">
      <dsp:nvSpPr>
        <dsp:cNvPr id="0" name=""/>
        <dsp:cNvSpPr/>
      </dsp:nvSpPr>
      <dsp:spPr>
        <a:xfrm>
          <a:off x="558081" y="819460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65C475-968A-4B85-A549-0051E735463D}">
      <dsp:nvSpPr>
        <dsp:cNvPr id="0" name=""/>
        <dsp:cNvSpPr/>
      </dsp:nvSpPr>
      <dsp:spPr>
        <a:xfrm>
          <a:off x="5531" y="1501045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regtest</a:t>
          </a:r>
        </a:p>
      </dsp:txBody>
      <dsp:txXfrm>
        <a:off x="5531" y="1501045"/>
        <a:ext cx="1700156" cy="255023"/>
      </dsp:txXfrm>
    </dsp:sp>
    <dsp:sp modelId="{FD5033CC-BD5F-42C0-B017-31D8A194CAA3}">
      <dsp:nvSpPr>
        <dsp:cNvPr id="0" name=""/>
        <dsp:cNvSpPr/>
      </dsp:nvSpPr>
      <dsp:spPr>
        <a:xfrm>
          <a:off x="5531" y="1796315"/>
          <a:ext cx="1700156" cy="1035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stands for “Regression Testing,” </a:t>
          </a:r>
          <a:endParaRPr lang="tr-TR" sz="1200" kern="1200"/>
        </a:p>
      </dsp:txBody>
      <dsp:txXfrm>
        <a:off x="5531" y="1796315"/>
        <a:ext cx="1700156" cy="1035473"/>
      </dsp:txXfrm>
    </dsp:sp>
    <dsp:sp modelId="{3F2C06C9-1C50-4EC6-822E-EE9014E49CB7}">
      <dsp:nvSpPr>
        <dsp:cNvPr id="0" name=""/>
        <dsp:cNvSpPr/>
      </dsp:nvSpPr>
      <dsp:spPr>
        <a:xfrm>
          <a:off x="2555765" y="819460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37BBE4-8C8A-4228-A473-573B7DC6DA66}">
      <dsp:nvSpPr>
        <dsp:cNvPr id="0" name=""/>
        <dsp:cNvSpPr/>
      </dsp:nvSpPr>
      <dsp:spPr>
        <a:xfrm>
          <a:off x="2003214" y="1501045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Usage</a:t>
          </a:r>
        </a:p>
      </dsp:txBody>
      <dsp:txXfrm>
        <a:off x="2003214" y="1501045"/>
        <a:ext cx="1700156" cy="255023"/>
      </dsp:txXfrm>
    </dsp:sp>
    <dsp:sp modelId="{B3E16E5C-2FDF-446A-9BC5-0D09E6932C7F}">
      <dsp:nvSpPr>
        <dsp:cNvPr id="0" name=""/>
        <dsp:cNvSpPr/>
      </dsp:nvSpPr>
      <dsp:spPr>
        <a:xfrm>
          <a:off x="2003214" y="1796315"/>
          <a:ext cx="1700156" cy="1035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allows</a:t>
          </a:r>
          <a:r>
            <a:rPr lang="tr-TR" sz="1200" kern="1200"/>
            <a:t> </a:t>
          </a:r>
          <a:r>
            <a:rPr lang="en-US" sz="1200" kern="1200"/>
            <a:t>you to create a local blockchain </a:t>
          </a:r>
          <a:endParaRPr lang="tr-TR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for testing purposes</a:t>
          </a:r>
          <a:endParaRPr lang="tr-TR" sz="1200" kern="1200"/>
        </a:p>
      </dsp:txBody>
      <dsp:txXfrm>
        <a:off x="2003214" y="1796315"/>
        <a:ext cx="1700156" cy="1035473"/>
      </dsp:txXfrm>
    </dsp:sp>
    <dsp:sp modelId="{B2F4CA35-39FF-4A58-8CAF-405B6E4DF6E4}">
      <dsp:nvSpPr>
        <dsp:cNvPr id="0" name=""/>
        <dsp:cNvSpPr/>
      </dsp:nvSpPr>
      <dsp:spPr>
        <a:xfrm>
          <a:off x="4553449" y="819460"/>
          <a:ext cx="595054" cy="59505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8E6F7A5-3351-4701-9A9D-A79A8122B713}">
      <dsp:nvSpPr>
        <dsp:cNvPr id="0" name=""/>
        <dsp:cNvSpPr/>
      </dsp:nvSpPr>
      <dsp:spPr>
        <a:xfrm>
          <a:off x="4000898" y="1501045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Closed system</a:t>
          </a:r>
        </a:p>
      </dsp:txBody>
      <dsp:txXfrm>
        <a:off x="4000898" y="1501045"/>
        <a:ext cx="1700156" cy="255023"/>
      </dsp:txXfrm>
    </dsp:sp>
    <dsp:sp modelId="{95409AEA-4997-4F22-A594-A312DCCE7FA7}">
      <dsp:nvSpPr>
        <dsp:cNvPr id="0" name=""/>
        <dsp:cNvSpPr/>
      </dsp:nvSpPr>
      <dsp:spPr>
        <a:xfrm>
          <a:off x="4000898" y="1796315"/>
          <a:ext cx="1700156" cy="1035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regtest blockchains are intended to be run </a:t>
          </a:r>
          <a:endParaRPr lang="tr-TR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as</a:t>
          </a:r>
          <a:r>
            <a:rPr lang="tr-TR" sz="1200" kern="1200"/>
            <a:t> </a:t>
          </a:r>
          <a:r>
            <a:rPr lang="en-US" sz="1200" kern="1200"/>
            <a:t>closed systems for local testing. </a:t>
          </a:r>
          <a:endParaRPr lang="tr-TR" sz="1200" kern="1200"/>
        </a:p>
      </dsp:txBody>
      <dsp:txXfrm>
        <a:off x="4000898" y="1796315"/>
        <a:ext cx="1700156" cy="1035473"/>
      </dsp:txXfrm>
    </dsp:sp>
    <dsp:sp modelId="{62B6043D-D43B-4C65-AA01-CB89F71EA078}">
      <dsp:nvSpPr>
        <dsp:cNvPr id="0" name=""/>
        <dsp:cNvSpPr/>
      </dsp:nvSpPr>
      <dsp:spPr>
        <a:xfrm>
          <a:off x="6551132" y="819460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85E2DD-5F55-4C94-8F0E-6F25D571A62C}">
      <dsp:nvSpPr>
        <dsp:cNvPr id="0" name=""/>
        <dsp:cNvSpPr/>
      </dsp:nvSpPr>
      <dsp:spPr>
        <a:xfrm>
          <a:off x="5998581" y="1501045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Own genesis block</a:t>
          </a:r>
        </a:p>
      </dsp:txBody>
      <dsp:txXfrm>
        <a:off x="5998581" y="1501045"/>
        <a:ext cx="1700156" cy="255023"/>
      </dsp:txXfrm>
    </dsp:sp>
    <dsp:sp modelId="{D0BC2B25-4824-4FF5-8158-A268EBD819FD}">
      <dsp:nvSpPr>
        <dsp:cNvPr id="0" name=""/>
        <dsp:cNvSpPr/>
      </dsp:nvSpPr>
      <dsp:spPr>
        <a:xfrm>
          <a:off x="5998581" y="1796315"/>
          <a:ext cx="1700156" cy="1035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You launch a regtest blockchain from scratch, </a:t>
          </a:r>
          <a:endParaRPr lang="tr-TR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creating</a:t>
          </a:r>
          <a:r>
            <a:rPr lang="tr-TR" sz="1200" kern="1200"/>
            <a:t> </a:t>
          </a:r>
          <a:r>
            <a:rPr lang="en-US" sz="1200" kern="1200"/>
            <a:t>a local genesis block. </a:t>
          </a:r>
          <a:endParaRPr lang="tr-TR" sz="1200" kern="1200"/>
        </a:p>
      </dsp:txBody>
      <dsp:txXfrm>
        <a:off x="5998581" y="1796315"/>
        <a:ext cx="1700156" cy="1035473"/>
      </dsp:txXfrm>
    </dsp:sp>
    <dsp:sp modelId="{3E4B34B9-B245-4310-81C4-739A6C0CB547}">
      <dsp:nvSpPr>
        <dsp:cNvPr id="0" name=""/>
        <dsp:cNvSpPr/>
      </dsp:nvSpPr>
      <dsp:spPr>
        <a:xfrm>
          <a:off x="8548816" y="819460"/>
          <a:ext cx="595054" cy="595054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2AE902C-FCFF-4D0E-8528-7D63ADA50FDB}">
      <dsp:nvSpPr>
        <dsp:cNvPr id="0" name=""/>
        <dsp:cNvSpPr/>
      </dsp:nvSpPr>
      <dsp:spPr>
        <a:xfrm>
          <a:off x="7996265" y="1501045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Options</a:t>
          </a:r>
        </a:p>
      </dsp:txBody>
      <dsp:txXfrm>
        <a:off x="7996265" y="1501045"/>
        <a:ext cx="1700156" cy="255023"/>
      </dsp:txXfrm>
    </dsp:sp>
    <dsp:sp modelId="{7E497C4B-C778-455B-9907-3C5D988AC44C}">
      <dsp:nvSpPr>
        <dsp:cNvPr id="0" name=""/>
        <dsp:cNvSpPr/>
      </dsp:nvSpPr>
      <dsp:spPr>
        <a:xfrm>
          <a:off x="7996265" y="1796315"/>
          <a:ext cx="1700156" cy="1035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You may add other nodes to the network, </a:t>
          </a:r>
          <a:endParaRPr lang="tr-TR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or run it with a</a:t>
          </a:r>
          <a:r>
            <a:rPr lang="tr-TR" sz="1200" kern="1200"/>
            <a:t> </a:t>
          </a:r>
          <a:r>
            <a:rPr lang="en-US" sz="1200" kern="1200"/>
            <a:t>single node only to test the Bitcoin Core software.</a:t>
          </a:r>
          <a:endParaRPr lang="tr-TR" sz="1200" kern="1200"/>
        </a:p>
      </dsp:txBody>
      <dsp:txXfrm>
        <a:off x="7996265" y="1796315"/>
        <a:ext cx="1700156" cy="1035473"/>
      </dsp:txXfrm>
    </dsp:sp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9A187E8-B635-42A9-92B5-22F7AEB9F0C0}">
      <dsp:nvSpPr>
        <dsp:cNvPr id="0" name=""/>
        <dsp:cNvSpPr/>
      </dsp:nvSpPr>
      <dsp:spPr>
        <a:xfrm>
          <a:off x="698671" y="62943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925E90-085C-4D0E-A398-7E8C55D6EB62}">
      <dsp:nvSpPr>
        <dsp:cNvPr id="0" name=""/>
        <dsp:cNvSpPr/>
      </dsp:nvSpPr>
      <dsp:spPr>
        <a:xfrm>
          <a:off x="2156" y="148239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Development pipeline</a:t>
          </a:r>
        </a:p>
      </dsp:txBody>
      <dsp:txXfrm>
        <a:off x="2156" y="1482397"/>
        <a:ext cx="2143124" cy="321468"/>
      </dsp:txXfrm>
    </dsp:sp>
    <dsp:sp modelId="{CF5D14AA-43B7-48EF-ABCA-2E6995197FF0}">
      <dsp:nvSpPr>
        <dsp:cNvPr id="0" name=""/>
        <dsp:cNvSpPr/>
      </dsp:nvSpPr>
      <dsp:spPr>
        <a:xfrm>
          <a:off x="2156" y="1851713"/>
          <a:ext cx="2143124" cy="1170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You can use the test blockchains </a:t>
          </a:r>
          <a:endParaRPr lang="tr-TR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establish a development pipeline. </a:t>
          </a:r>
          <a:endParaRPr lang="tr-TR" sz="1100" kern="1200"/>
        </a:p>
      </dsp:txBody>
      <dsp:txXfrm>
        <a:off x="2156" y="1851713"/>
        <a:ext cx="2143124" cy="1170105"/>
      </dsp:txXfrm>
    </dsp:sp>
    <dsp:sp modelId="{EDA37550-FB33-4649-99A2-39D7DEC4D85E}">
      <dsp:nvSpPr>
        <dsp:cNvPr id="0" name=""/>
        <dsp:cNvSpPr/>
      </dsp:nvSpPr>
      <dsp:spPr>
        <a:xfrm>
          <a:off x="3216843" y="62943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93E84F-DF97-4F77-9C78-4C270316487C}">
      <dsp:nvSpPr>
        <dsp:cNvPr id="0" name=""/>
        <dsp:cNvSpPr/>
      </dsp:nvSpPr>
      <dsp:spPr>
        <a:xfrm>
          <a:off x="2520328" y="148239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Regtest after development</a:t>
          </a:r>
        </a:p>
      </dsp:txBody>
      <dsp:txXfrm>
        <a:off x="2520328" y="1482397"/>
        <a:ext cx="2143124" cy="321468"/>
      </dsp:txXfrm>
    </dsp:sp>
    <dsp:sp modelId="{B6AF1D34-7B6B-4FA5-B543-8CB9B83853BC}">
      <dsp:nvSpPr>
        <dsp:cNvPr id="0" name=""/>
        <dsp:cNvSpPr/>
      </dsp:nvSpPr>
      <dsp:spPr>
        <a:xfrm>
          <a:off x="2520328" y="1851713"/>
          <a:ext cx="2143124" cy="1170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Test your code</a:t>
          </a:r>
          <a:r>
            <a:rPr lang="tr-TR" sz="1100" kern="1200"/>
            <a:t> </a:t>
          </a:r>
          <a:r>
            <a:rPr lang="en-US" sz="1100" kern="1200"/>
            <a:t>locally on a regtest as you develop it. </a:t>
          </a:r>
          <a:endParaRPr lang="tr-TR" sz="1100" kern="1200"/>
        </a:p>
      </dsp:txBody>
      <dsp:txXfrm>
        <a:off x="2520328" y="1851713"/>
        <a:ext cx="2143124" cy="1170105"/>
      </dsp:txXfrm>
    </dsp:sp>
    <dsp:sp modelId="{FDAE59FD-1FD1-41C5-AB73-BE842F527726}">
      <dsp:nvSpPr>
        <dsp:cNvPr id="0" name=""/>
        <dsp:cNvSpPr/>
      </dsp:nvSpPr>
      <dsp:spPr>
        <a:xfrm>
          <a:off x="5735015" y="62943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31A28EC-21C1-4150-A03E-57BB91ED8861}">
      <dsp:nvSpPr>
        <dsp:cNvPr id="0" name=""/>
        <dsp:cNvSpPr/>
      </dsp:nvSpPr>
      <dsp:spPr>
        <a:xfrm>
          <a:off x="5038499" y="148239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Switch to testnet</a:t>
          </a:r>
        </a:p>
      </dsp:txBody>
      <dsp:txXfrm>
        <a:off x="5038499" y="1482397"/>
        <a:ext cx="2143124" cy="321468"/>
      </dsp:txXfrm>
    </dsp:sp>
    <dsp:sp modelId="{1E34BC8D-EBD8-4225-AEE9-522E85C46C98}">
      <dsp:nvSpPr>
        <dsp:cNvPr id="0" name=""/>
        <dsp:cNvSpPr/>
      </dsp:nvSpPr>
      <dsp:spPr>
        <a:xfrm>
          <a:off x="5038499" y="1851713"/>
          <a:ext cx="2143124" cy="1170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try it on a public network</a:t>
          </a:r>
          <a:r>
            <a:rPr lang="tr-TR" sz="1100" kern="1200"/>
            <a:t> </a:t>
          </a:r>
          <a:r>
            <a:rPr lang="en-US" sz="1100" kern="1200"/>
            <a:t>switch to testnet </a:t>
          </a:r>
          <a:endParaRPr lang="tr-TR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expose your code to a more dynamic environment </a:t>
          </a:r>
          <a:endParaRPr lang="tr-TR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</a:t>
          </a:r>
          <a:r>
            <a:rPr lang="tr-TR" sz="1100" kern="1200"/>
            <a:t> </a:t>
          </a:r>
          <a:r>
            <a:rPr lang="en-US" sz="1100" kern="1200"/>
            <a:t>more diversity of code and applications. </a:t>
          </a:r>
          <a:endParaRPr lang="tr-TR" sz="1100" kern="1200"/>
        </a:p>
      </dsp:txBody>
      <dsp:txXfrm>
        <a:off x="5038499" y="1851713"/>
        <a:ext cx="2143124" cy="1170105"/>
      </dsp:txXfrm>
    </dsp:sp>
    <dsp:sp modelId="{A3421CFB-39E5-4D39-BEEF-C4F36215BEF5}">
      <dsp:nvSpPr>
        <dsp:cNvPr id="0" name=""/>
        <dsp:cNvSpPr/>
      </dsp:nvSpPr>
      <dsp:spPr>
        <a:xfrm>
          <a:off x="8253187" y="62943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0C5B738-A2A9-4571-94B7-BB6DD5779F82}">
      <dsp:nvSpPr>
        <dsp:cNvPr id="0" name=""/>
        <dsp:cNvSpPr/>
      </dsp:nvSpPr>
      <dsp:spPr>
        <a:xfrm>
          <a:off x="7556671" y="148239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Switch to mainnet</a:t>
          </a:r>
        </a:p>
      </dsp:txBody>
      <dsp:txXfrm>
        <a:off x="7556671" y="1482397"/>
        <a:ext cx="2143124" cy="321468"/>
      </dsp:txXfrm>
    </dsp:sp>
    <dsp:sp modelId="{511F41CE-B20A-49AF-B692-8E1110A9E73C}">
      <dsp:nvSpPr>
        <dsp:cNvPr id="0" name=""/>
        <dsp:cNvSpPr/>
      </dsp:nvSpPr>
      <dsp:spPr>
        <a:xfrm>
          <a:off x="7556671" y="1851713"/>
          <a:ext cx="2143124" cy="1170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When </a:t>
          </a:r>
          <a:r>
            <a:rPr lang="en-US" sz="1100" kern="1200"/>
            <a:t>code</a:t>
          </a:r>
          <a:r>
            <a:rPr lang="tr-TR" sz="1100" kern="1200"/>
            <a:t> </a:t>
          </a:r>
          <a:r>
            <a:rPr lang="en-US" sz="1100" kern="1200"/>
            <a:t>works as expected, </a:t>
          </a:r>
          <a:endParaRPr lang="tr-TR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switch to mainnet to deploy it in production.</a:t>
          </a:r>
          <a:endParaRPr lang="tr-TR" sz="1100" kern="1200"/>
        </a:p>
      </dsp:txBody>
      <dsp:txXfrm>
        <a:off x="7556671" y="1851713"/>
        <a:ext cx="2143124" cy="1170105"/>
      </dsp:txXfrm>
    </dsp:sp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342365-8139-44CC-9018-0EC0A6E492F0}">
      <dsp:nvSpPr>
        <dsp:cNvPr id="0" name=""/>
        <dsp:cNvSpPr/>
      </dsp:nvSpPr>
      <dsp:spPr>
        <a:xfrm>
          <a:off x="84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A29564-C127-45C9-84FD-FB0D6745C519}">
      <dsp:nvSpPr>
        <dsp:cNvPr id="0" name=""/>
        <dsp:cNvSpPr/>
      </dsp:nvSpPr>
      <dsp:spPr>
        <a:xfrm>
          <a:off x="84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Your opinion</a:t>
          </a:r>
        </a:p>
      </dsp:txBody>
      <dsp:txXfrm>
        <a:off x="84" y="1422889"/>
        <a:ext cx="1377421" cy="219526"/>
      </dsp:txXfrm>
    </dsp:sp>
    <dsp:sp modelId="{7EDEF049-F1A9-4E28-B579-BFFC13E86FAC}">
      <dsp:nvSpPr>
        <dsp:cNvPr id="0" name=""/>
        <dsp:cNvSpPr/>
      </dsp:nvSpPr>
      <dsp:spPr>
        <a:xfrm>
          <a:off x="84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do you think on this chapter?</a:t>
          </a:r>
          <a:endParaRPr lang="tr-TR" sz="1100" kern="1200"/>
        </a:p>
      </dsp:txBody>
      <dsp:txXfrm>
        <a:off x="84" y="1671181"/>
        <a:ext cx="1377421" cy="646039"/>
      </dsp:txXfrm>
    </dsp:sp>
    <dsp:sp modelId="{5E8F8A7A-9490-44FC-A7E8-40D0F10C7CCC}">
      <dsp:nvSpPr>
        <dsp:cNvPr id="0" name=""/>
        <dsp:cNvSpPr/>
      </dsp:nvSpPr>
      <dsp:spPr>
        <a:xfrm>
          <a:off x="161855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186365-AB58-491B-A0A1-62063495E1FB}">
      <dsp:nvSpPr>
        <dsp:cNvPr id="0" name=""/>
        <dsp:cNvSpPr/>
      </dsp:nvSpPr>
      <dsp:spPr>
        <a:xfrm>
          <a:off x="161855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Challenging</a:t>
          </a:r>
        </a:p>
      </dsp:txBody>
      <dsp:txXfrm>
        <a:off x="1618555" y="1422889"/>
        <a:ext cx="1377421" cy="219526"/>
      </dsp:txXfrm>
    </dsp:sp>
    <dsp:sp modelId="{503F28B4-419F-4189-8EF1-3AAA5AC2C057}">
      <dsp:nvSpPr>
        <dsp:cNvPr id="0" name=""/>
        <dsp:cNvSpPr/>
      </dsp:nvSpPr>
      <dsp:spPr>
        <a:xfrm>
          <a:off x="161855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is the most interesting point?</a:t>
          </a:r>
          <a:endParaRPr lang="tr-TR" sz="1100" kern="1200"/>
        </a:p>
      </dsp:txBody>
      <dsp:txXfrm>
        <a:off x="1618555" y="1671181"/>
        <a:ext cx="1377421" cy="646039"/>
      </dsp:txXfrm>
    </dsp:sp>
    <dsp:sp modelId="{0D1F16E1-001C-4F4B-B5B5-C8F578729E73}">
      <dsp:nvSpPr>
        <dsp:cNvPr id="0" name=""/>
        <dsp:cNvSpPr/>
      </dsp:nvSpPr>
      <dsp:spPr>
        <a:xfrm>
          <a:off x="323702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65F64B-08E0-451E-8E23-DCA274503F61}">
      <dsp:nvSpPr>
        <dsp:cNvPr id="0" name=""/>
        <dsp:cNvSpPr/>
      </dsp:nvSpPr>
      <dsp:spPr>
        <a:xfrm>
          <a:off x="323702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Clarification</a:t>
          </a:r>
        </a:p>
      </dsp:txBody>
      <dsp:txXfrm>
        <a:off x="3237025" y="1422889"/>
        <a:ext cx="1377421" cy="219526"/>
      </dsp:txXfrm>
    </dsp:sp>
    <dsp:sp modelId="{6D129A52-35D1-46AF-B09A-DCBC4FE80DBE}">
      <dsp:nvSpPr>
        <dsp:cNvPr id="0" name=""/>
        <dsp:cNvSpPr/>
      </dsp:nvSpPr>
      <dsp:spPr>
        <a:xfrm>
          <a:off x="323702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are the unclarified points?</a:t>
          </a:r>
          <a:endParaRPr lang="tr-TR" sz="1100" kern="1200"/>
        </a:p>
      </dsp:txBody>
      <dsp:txXfrm>
        <a:off x="3237025" y="1671181"/>
        <a:ext cx="1377421" cy="646039"/>
      </dsp:txXfrm>
    </dsp:sp>
    <dsp:sp modelId="{5C86ECA9-317D-4F01-A593-EB77CE907331}">
      <dsp:nvSpPr>
        <dsp:cNvPr id="0" name=""/>
        <dsp:cNvSpPr/>
      </dsp:nvSpPr>
      <dsp:spPr>
        <a:xfrm>
          <a:off x="4855496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A97F6A-D049-4802-804D-F4BD9FCB5565}">
      <dsp:nvSpPr>
        <dsp:cNvPr id="0" name=""/>
        <dsp:cNvSpPr/>
      </dsp:nvSpPr>
      <dsp:spPr>
        <a:xfrm>
          <a:off x="4855496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Critical issue</a:t>
          </a:r>
        </a:p>
      </dsp:txBody>
      <dsp:txXfrm>
        <a:off x="4855496" y="1422889"/>
        <a:ext cx="1377421" cy="219526"/>
      </dsp:txXfrm>
    </dsp:sp>
    <dsp:sp modelId="{2295EE30-76A9-431A-BE94-B9A9D43B841E}">
      <dsp:nvSpPr>
        <dsp:cNvPr id="0" name=""/>
        <dsp:cNvSpPr/>
      </dsp:nvSpPr>
      <dsp:spPr>
        <a:xfrm>
          <a:off x="4855496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Select and explain a critical </a:t>
          </a:r>
          <a:r>
            <a:rPr lang="en-US" sz="1100" kern="1200" dirty="0" err="1"/>
            <a:t>issu</a:t>
          </a:r>
          <a:r>
            <a:rPr lang="en-US" sz="1100" kern="1200" dirty="0"/>
            <a:t> in this chapter</a:t>
          </a:r>
          <a:endParaRPr lang="tr-TR" sz="1100" kern="1200" dirty="0"/>
        </a:p>
      </dsp:txBody>
      <dsp:txXfrm>
        <a:off x="4855496" y="1671181"/>
        <a:ext cx="1377421" cy="64603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6A620D-E0D7-4B53-8D52-AD352954AB78}" type="datetimeFigureOut">
              <a:rPr lang="tr-TR" smtClean="0"/>
              <a:t>20.12.2024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F5B5F0-2C70-4A25-84A9-E7B04A992215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5749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" y="3177"/>
            <a:ext cx="12198351" cy="6875463"/>
            <a:chOff x="0" y="3175"/>
            <a:chExt cx="12198350" cy="6875463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Freeform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Freeform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73319" y="6442526"/>
            <a:ext cx="2743200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2211" y="6442526"/>
            <a:ext cx="4114800" cy="365125"/>
          </a:xfrm>
        </p:spPr>
        <p:txBody>
          <a:bodyPr/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6432" y="6442526"/>
            <a:ext cx="2755379" cy="365125"/>
          </a:xfrm>
        </p:spPr>
        <p:txBody>
          <a:bodyPr anchor="ctr"/>
          <a:lstStyle>
            <a:lvl1pPr algn="l">
              <a:defRPr sz="12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8" name="Freeform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7320300" y="467786"/>
            <a:ext cx="4875213" cy="5922963"/>
            <a:chOff x="7320300" y="467784"/>
            <a:chExt cx="4875213" cy="5922963"/>
          </a:xfrm>
        </p:grpSpPr>
        <p:sp>
          <p:nvSpPr>
            <p:cNvPr id="231" name="Freeform 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Freeform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Straight Connector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20753" y="1023869"/>
            <a:ext cx="3793679" cy="3349641"/>
          </a:xfrm>
        </p:spPr>
        <p:txBody>
          <a:bodyPr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20753" y="4945377"/>
            <a:ext cx="3793679" cy="1037760"/>
          </a:xfr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177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5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1380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 title="Feather Background"/>
          <p:cNvSpPr>
            <a:spLocks noEditPoints="1"/>
          </p:cNvSpPr>
          <p:nvPr/>
        </p:nvSpPr>
        <p:spPr bwMode="auto">
          <a:xfrm>
            <a:off x="2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2452689" y="1262065"/>
            <a:ext cx="7286625" cy="4333875"/>
            <a:chOff x="2452688" y="1262063"/>
            <a:chExt cx="7286625" cy="4333875"/>
          </a:xfrm>
        </p:grpSpPr>
        <p:sp>
          <p:nvSpPr>
            <p:cNvPr id="175" name="Freeform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Freeform 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Straight Connector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84743" y="6296732"/>
            <a:ext cx="2743200" cy="365125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40911" y="6296732"/>
            <a:ext cx="4114800" cy="365125"/>
          </a:xfrm>
        </p:spPr>
        <p:txBody>
          <a:bodyPr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4077" y="6296732"/>
            <a:ext cx="2781543" cy="365125"/>
          </a:xfrm>
        </p:spPr>
        <p:txBody>
          <a:bodyPr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62302" y="1830581"/>
            <a:ext cx="5859724" cy="1841715"/>
          </a:xfrm>
        </p:spPr>
        <p:txBody>
          <a:bodyPr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814584" y="4176133"/>
            <a:ext cx="4566475" cy="1038807"/>
          </a:xfrm>
        </p:spPr>
        <p:txBody>
          <a:bodyPr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4998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933699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751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44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33699" y="566928"/>
            <a:ext cx="8770573" cy="156362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699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33699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43751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543751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1810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09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13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07"/>
            <a:ext cx="3227715" cy="1687924"/>
          </a:xfrm>
        </p:spPr>
        <p:txBody>
          <a:bodyPr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7731" y="441414"/>
            <a:ext cx="7597040" cy="565458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9" y="3223805"/>
            <a:ext cx="3227715" cy="2872197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556" y="6286502"/>
            <a:ext cx="3227715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86502"/>
            <a:ext cx="759704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9" y="373606"/>
            <a:ext cx="3227715" cy="816481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4294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10"/>
            <a:ext cx="3230625" cy="1687924"/>
          </a:xfrm>
        </p:spPr>
        <p:txBody>
          <a:bodyPr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" y="2"/>
            <a:ext cx="8102651" cy="6857999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8" y="3223806"/>
            <a:ext cx="3227832" cy="2872194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488" y="6291074"/>
            <a:ext cx="3227832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91074"/>
            <a:ext cx="7598664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80504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938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 title="Feather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7" cy="533993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933701" y="524373"/>
            <a:ext cx="5959577" cy="5322596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277966" y="6296617"/>
            <a:ext cx="2505996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12/20/2024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933701" y="6296617"/>
            <a:ext cx="5959577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5400000">
            <a:off x="8734644" y="2853202"/>
            <a:ext cx="5383267" cy="604269"/>
          </a:xfrm>
        </p:spPr>
        <p:txBody>
          <a:bodyPr/>
          <a:lstStyle>
            <a:lvl1pPr algn="l">
              <a:defRPr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 title="Rule Line"/>
          <p:cNvCxnSpPr/>
          <p:nvPr/>
        </p:nvCxnSpPr>
        <p:spPr>
          <a:xfrm>
            <a:off x="9111583" y="571504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46023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701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961071" y="629661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48A87A34-81AB-432B-8DAE-1953F412C126}" type="datetimeFigureOut">
              <a:rPr lang="en-US" smtClean="0"/>
              <a:pPr/>
              <a:t>12/20/2024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933701" y="6296617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12999" y="723330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 title="Rule Line"/>
          <p:cNvCxnSpPr/>
          <p:nvPr/>
        </p:nvCxnSpPr>
        <p:spPr>
          <a:xfrm>
            <a:off x="2933701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879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</p:sldLayoutIdLst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48" userDrawn="1">
          <p15:clr>
            <a:srgbClr val="F26B43"/>
          </p15:clr>
        </p15:guide>
        <p15:guide id="2" orient="horz" pos="3960" userDrawn="1">
          <p15:clr>
            <a:srgbClr val="F26B43"/>
          </p15:clr>
        </p15:guide>
        <p15:guide id="3" orient="horz" pos="1536" userDrawn="1">
          <p15:clr>
            <a:srgbClr val="F26B43"/>
          </p15:clr>
        </p15:guide>
        <p15:guide id="4" orient="horz" pos="3840" userDrawn="1">
          <p15:clr>
            <a:srgbClr val="F26B43"/>
          </p15:clr>
        </p15:guide>
        <p15:guide id="5" pos="4416" userDrawn="1">
          <p15:clr>
            <a:srgbClr val="F26B43"/>
          </p15:clr>
        </p15:guide>
        <p15:guide id="6" pos="4800" userDrawn="1">
          <p15:clr>
            <a:srgbClr val="F26B43"/>
          </p15:clr>
        </p15:guide>
        <p15:guide id="7" orient="horz" pos="360" userDrawn="1">
          <p15:clr>
            <a:srgbClr val="F26B43"/>
          </p15:clr>
        </p15:guide>
        <p15:guide id="8" pos="7368" userDrawn="1">
          <p15:clr>
            <a:srgbClr val="F26B43"/>
          </p15:clr>
        </p15:guide>
        <p15:guide id="9" pos="2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7" Type="http://schemas.openxmlformats.org/officeDocument/2006/relationships/image" Target="../media/image26.png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3" Type="http://schemas.openxmlformats.org/officeDocument/2006/relationships/diagramLayout" Target="../diagrams/layout7.xml"/><Relationship Id="rId7" Type="http://schemas.openxmlformats.org/officeDocument/2006/relationships/hyperlink" Target="https://cryptographics.info/cryptographics/blockchain/hard-soft-forks/" TargetMode="Externa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.xml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7" Type="http://schemas.openxmlformats.org/officeDocument/2006/relationships/image" Target="../media/image60.png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.xml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.xml"/><Relationship Id="rId5" Type="http://schemas.openxmlformats.org/officeDocument/2006/relationships/diagramColors" Target="../diagrams/colors13.xml"/><Relationship Id="rId4" Type="http://schemas.openxmlformats.org/officeDocument/2006/relationships/diagramQuickStyle" Target="../diagrams/quickStyle1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emf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.xml"/><Relationship Id="rId2" Type="http://schemas.openxmlformats.org/officeDocument/2006/relationships/diagramData" Target="../diagrams/data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4.xml"/><Relationship Id="rId5" Type="http://schemas.openxmlformats.org/officeDocument/2006/relationships/diagramColors" Target="../diagrams/colors14.xml"/><Relationship Id="rId4" Type="http://schemas.openxmlformats.org/officeDocument/2006/relationships/diagramQuickStyle" Target="../diagrams/quickStyle1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e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Relationship Id="rId4" Type="http://schemas.openxmlformats.org/officeDocument/2006/relationships/hyperlink" Target="https://www.researchgate.net/publication/337306138_Blockchain_for_Dynamic_Spectrum_Management" TargetMode="Externa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5.xml"/><Relationship Id="rId2" Type="http://schemas.openxmlformats.org/officeDocument/2006/relationships/diagramData" Target="../diagrams/data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5.xml"/><Relationship Id="rId5" Type="http://schemas.openxmlformats.org/officeDocument/2006/relationships/diagramColors" Target="../diagrams/colors15.xml"/><Relationship Id="rId4" Type="http://schemas.openxmlformats.org/officeDocument/2006/relationships/diagramQuickStyle" Target="../diagrams/quickStyle1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6.xml"/><Relationship Id="rId2" Type="http://schemas.openxmlformats.org/officeDocument/2006/relationships/diagramData" Target="../diagrams/data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6.xml"/><Relationship Id="rId5" Type="http://schemas.openxmlformats.org/officeDocument/2006/relationships/diagramColors" Target="../diagrams/colors16.xml"/><Relationship Id="rId4" Type="http://schemas.openxmlformats.org/officeDocument/2006/relationships/diagramQuickStyle" Target="../diagrams/quickStyle16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7.xml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8.xml"/><Relationship Id="rId2" Type="http://schemas.openxmlformats.org/officeDocument/2006/relationships/diagramData" Target="../diagrams/data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8.xml"/><Relationship Id="rId5" Type="http://schemas.openxmlformats.org/officeDocument/2006/relationships/diagramColors" Target="../diagrams/colors18.xml"/><Relationship Id="rId4" Type="http://schemas.openxmlformats.org/officeDocument/2006/relationships/diagramQuickStyle" Target="../diagrams/quickStyle18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9.xml"/><Relationship Id="rId7" Type="http://schemas.openxmlformats.org/officeDocument/2006/relationships/image" Target="../media/image104.png"/><Relationship Id="rId2" Type="http://schemas.openxmlformats.org/officeDocument/2006/relationships/diagramData" Target="../diagrams/data1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9.xml"/><Relationship Id="rId5" Type="http://schemas.openxmlformats.org/officeDocument/2006/relationships/diagramColors" Target="../diagrams/colors19.xml"/><Relationship Id="rId4" Type="http://schemas.openxmlformats.org/officeDocument/2006/relationships/diagramQuickStyle" Target="../diagrams/quickStyle19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0.xml"/><Relationship Id="rId2" Type="http://schemas.openxmlformats.org/officeDocument/2006/relationships/diagramData" Target="../diagrams/data2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0.xml"/><Relationship Id="rId5" Type="http://schemas.openxmlformats.org/officeDocument/2006/relationships/diagramColors" Target="../diagrams/colors20.xml"/><Relationship Id="rId4" Type="http://schemas.openxmlformats.org/officeDocument/2006/relationships/diagramQuickStyle" Target="../diagrams/quickStyle20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2.xml"/><Relationship Id="rId7" Type="http://schemas.openxmlformats.org/officeDocument/2006/relationships/image" Target="../media/image117.png"/><Relationship Id="rId2" Type="http://schemas.openxmlformats.org/officeDocument/2006/relationships/diagramData" Target="../diagrams/data2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2.xml"/><Relationship Id="rId5" Type="http://schemas.openxmlformats.org/officeDocument/2006/relationships/diagramColors" Target="../diagrams/colors22.xml"/><Relationship Id="rId4" Type="http://schemas.openxmlformats.org/officeDocument/2006/relationships/diagramQuickStyle" Target="../diagrams/quickStyle2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3.xml"/><Relationship Id="rId2" Type="http://schemas.openxmlformats.org/officeDocument/2006/relationships/diagramData" Target="../diagrams/data2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3.xml"/><Relationship Id="rId5" Type="http://schemas.openxmlformats.org/officeDocument/2006/relationships/diagramColors" Target="../diagrams/colors23.xml"/><Relationship Id="rId4" Type="http://schemas.openxmlformats.org/officeDocument/2006/relationships/diagramQuickStyle" Target="../diagrams/quickStyle2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4.xml"/><Relationship Id="rId2" Type="http://schemas.openxmlformats.org/officeDocument/2006/relationships/diagramData" Target="../diagrams/data2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4.xml"/><Relationship Id="rId5" Type="http://schemas.openxmlformats.org/officeDocument/2006/relationships/diagramColors" Target="../diagrams/colors24.xml"/><Relationship Id="rId4" Type="http://schemas.openxmlformats.org/officeDocument/2006/relationships/diagramQuickStyle" Target="../diagrams/quickStyle2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5.xml"/><Relationship Id="rId2" Type="http://schemas.openxmlformats.org/officeDocument/2006/relationships/diagramData" Target="../diagrams/data2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5.xml"/><Relationship Id="rId5" Type="http://schemas.openxmlformats.org/officeDocument/2006/relationships/diagramColors" Target="../diagrams/colors25.xml"/><Relationship Id="rId4" Type="http://schemas.openxmlformats.org/officeDocument/2006/relationships/diagramQuickStyle" Target="../diagrams/quickStyle25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hyperlink" Target="https://explorer.bitcoin.com/btc/block/000000000019d6689c085ae165831e934ff763ae46a2a6c172b3f1b60a8ce26f" TargetMode="External"/><Relationship Id="rId2" Type="http://schemas.openxmlformats.org/officeDocument/2006/relationships/image" Target="../media/image135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6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7.jpe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jpeg"/><Relationship Id="rId2" Type="http://schemas.openxmlformats.org/officeDocument/2006/relationships/image" Target="../media/image138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41.png"/><Relationship Id="rId4" Type="http://schemas.openxmlformats.org/officeDocument/2006/relationships/image" Target="../media/image140.jpeg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6.xml"/><Relationship Id="rId2" Type="http://schemas.openxmlformats.org/officeDocument/2006/relationships/diagramData" Target="../diagrams/data2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6.xml"/><Relationship Id="rId5" Type="http://schemas.openxmlformats.org/officeDocument/2006/relationships/diagramColors" Target="../diagrams/colors26.xml"/><Relationship Id="rId4" Type="http://schemas.openxmlformats.org/officeDocument/2006/relationships/diagramQuickStyle" Target="../diagrams/quickStyle26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0.emf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7.xml"/><Relationship Id="rId2" Type="http://schemas.openxmlformats.org/officeDocument/2006/relationships/diagramData" Target="../diagrams/data2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7.xml"/><Relationship Id="rId5" Type="http://schemas.openxmlformats.org/officeDocument/2006/relationships/diagramColors" Target="../diagrams/colors27.xml"/><Relationship Id="rId4" Type="http://schemas.openxmlformats.org/officeDocument/2006/relationships/diagramQuickStyle" Target="../diagrams/quickStyle2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8.xml"/><Relationship Id="rId7" Type="http://schemas.microsoft.com/office/2007/relationships/diagramDrawing" Target="../diagrams/drawing28.xml"/><Relationship Id="rId2" Type="http://schemas.openxmlformats.org/officeDocument/2006/relationships/image" Target="../media/image157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8.xml"/><Relationship Id="rId5" Type="http://schemas.openxmlformats.org/officeDocument/2006/relationships/diagramQuickStyle" Target="../diagrams/quickStyle28.xml"/><Relationship Id="rId4" Type="http://schemas.openxmlformats.org/officeDocument/2006/relationships/diagramLayout" Target="../diagrams/layout28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9.xml"/><Relationship Id="rId2" Type="http://schemas.openxmlformats.org/officeDocument/2006/relationships/diagramData" Target="../diagrams/data2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9.xml"/><Relationship Id="rId5" Type="http://schemas.openxmlformats.org/officeDocument/2006/relationships/diagramColors" Target="../diagrams/colors29.xml"/><Relationship Id="rId4" Type="http://schemas.openxmlformats.org/officeDocument/2006/relationships/diagramQuickStyle" Target="../diagrams/quickStyle2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0.xml"/><Relationship Id="rId2" Type="http://schemas.openxmlformats.org/officeDocument/2006/relationships/diagramData" Target="../diagrams/data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0.xml"/><Relationship Id="rId5" Type="http://schemas.openxmlformats.org/officeDocument/2006/relationships/diagramColors" Target="../diagrams/colors30.xml"/><Relationship Id="rId4" Type="http://schemas.openxmlformats.org/officeDocument/2006/relationships/diagramQuickStyle" Target="../diagrams/quickStyle30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1.xml"/><Relationship Id="rId2" Type="http://schemas.openxmlformats.org/officeDocument/2006/relationships/diagramData" Target="../diagrams/data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1.xml"/><Relationship Id="rId5" Type="http://schemas.openxmlformats.org/officeDocument/2006/relationships/diagramColors" Target="../diagrams/colors31.xml"/><Relationship Id="rId4" Type="http://schemas.openxmlformats.org/officeDocument/2006/relationships/diagramQuickStyle" Target="../diagrams/quickStyle31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2.xml"/><Relationship Id="rId2" Type="http://schemas.openxmlformats.org/officeDocument/2006/relationships/diagramData" Target="../diagrams/data3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2.xml"/><Relationship Id="rId5" Type="http://schemas.openxmlformats.org/officeDocument/2006/relationships/diagramColors" Target="../diagrams/colors32.xml"/><Relationship Id="rId4" Type="http://schemas.openxmlformats.org/officeDocument/2006/relationships/diagramQuickStyle" Target="../diagrams/quickStyle3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3.xml"/><Relationship Id="rId2" Type="http://schemas.openxmlformats.org/officeDocument/2006/relationships/diagramData" Target="../diagrams/data3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3.xml"/><Relationship Id="rId5" Type="http://schemas.openxmlformats.org/officeDocument/2006/relationships/diagramColors" Target="../diagrams/colors33.xml"/><Relationship Id="rId4" Type="http://schemas.openxmlformats.org/officeDocument/2006/relationships/diagramQuickStyle" Target="../diagrams/quickStyle3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4.xml"/><Relationship Id="rId2" Type="http://schemas.openxmlformats.org/officeDocument/2006/relationships/diagramData" Target="../diagrams/data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4.xml"/><Relationship Id="rId5" Type="http://schemas.openxmlformats.org/officeDocument/2006/relationships/diagramColors" Target="../diagrams/colors34.xml"/><Relationship Id="rId4" Type="http://schemas.openxmlformats.org/officeDocument/2006/relationships/diagramQuickStyle" Target="../diagrams/quickStyle34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5.xml"/><Relationship Id="rId2" Type="http://schemas.openxmlformats.org/officeDocument/2006/relationships/diagramData" Target="../diagrams/data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5.xml"/><Relationship Id="rId5" Type="http://schemas.openxmlformats.org/officeDocument/2006/relationships/diagramColors" Target="../diagrams/colors35.xml"/><Relationship Id="rId4" Type="http://schemas.openxmlformats.org/officeDocument/2006/relationships/diagramQuickStyle" Target="../diagrams/quickStyle35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emf"/><Relationship Id="rId2" Type="http://schemas.openxmlformats.org/officeDocument/2006/relationships/slideLayout" Target="../slideLayouts/slideLayout2.xml"/><Relationship Id="rId1" Type="http://schemas.openxmlformats.org/officeDocument/2006/relationships/video" Target="https://www.youtube.com/embed/fB41w3JcR7U?feature=oembed" TargetMode="External"/><Relationship Id="rId6" Type="http://schemas.openxmlformats.org/officeDocument/2006/relationships/hyperlink" Target="https://www.youtube.com/watch?v=fB41w3JcR7U" TargetMode="External"/><Relationship Id="rId5" Type="http://schemas.openxmlformats.org/officeDocument/2006/relationships/image" Target="../media/image187.jpeg"/><Relationship Id="rId4" Type="http://schemas.openxmlformats.org/officeDocument/2006/relationships/image" Target="../media/image186.jpeg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.emf"/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6.xml"/><Relationship Id="rId2" Type="http://schemas.openxmlformats.org/officeDocument/2006/relationships/diagramData" Target="../diagrams/data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6.xml"/><Relationship Id="rId5" Type="http://schemas.openxmlformats.org/officeDocument/2006/relationships/diagramColors" Target="../diagrams/colors36.xml"/><Relationship Id="rId4" Type="http://schemas.openxmlformats.org/officeDocument/2006/relationships/diagramQuickStyle" Target="../diagrams/quickStyle36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7.xml"/><Relationship Id="rId2" Type="http://schemas.openxmlformats.org/officeDocument/2006/relationships/diagramData" Target="../diagrams/data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7.xml"/><Relationship Id="rId5" Type="http://schemas.openxmlformats.org/officeDocument/2006/relationships/diagramColors" Target="../diagrams/colors37.xml"/><Relationship Id="rId4" Type="http://schemas.openxmlformats.org/officeDocument/2006/relationships/diagramQuickStyle" Target="../diagrams/quickStyle3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8.xml"/><Relationship Id="rId2" Type="http://schemas.openxmlformats.org/officeDocument/2006/relationships/diagramData" Target="../diagrams/data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8.xml"/><Relationship Id="rId5" Type="http://schemas.openxmlformats.org/officeDocument/2006/relationships/diagramColors" Target="../diagrams/colors38.xml"/><Relationship Id="rId4" Type="http://schemas.openxmlformats.org/officeDocument/2006/relationships/diagramQuickStyle" Target="../diagrams/quickStyle38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9.xml"/><Relationship Id="rId2" Type="http://schemas.openxmlformats.org/officeDocument/2006/relationships/diagramData" Target="../diagrams/data3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9.xml"/><Relationship Id="rId5" Type="http://schemas.openxmlformats.org/officeDocument/2006/relationships/diagramColors" Target="../diagrams/colors39.xml"/><Relationship Id="rId4" Type="http://schemas.openxmlformats.org/officeDocument/2006/relationships/diagramQuickStyle" Target="../diagrams/quickStyle39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0.xml"/><Relationship Id="rId2" Type="http://schemas.openxmlformats.org/officeDocument/2006/relationships/diagramData" Target="../diagrams/data4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0.xml"/><Relationship Id="rId5" Type="http://schemas.openxmlformats.org/officeDocument/2006/relationships/diagramColors" Target="../diagrams/colors40.xml"/><Relationship Id="rId4" Type="http://schemas.openxmlformats.org/officeDocument/2006/relationships/diagramQuickStyle" Target="../diagrams/quickStyle40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e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6.xml"/><Relationship Id="rId4" Type="http://schemas.openxmlformats.org/officeDocument/2006/relationships/hyperlink" Target="https://code.hnldesign.nl/blockchain/" TargetMode="Externa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1.xml"/><Relationship Id="rId2" Type="http://schemas.openxmlformats.org/officeDocument/2006/relationships/diagramData" Target="../diagrams/data4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1.xml"/><Relationship Id="rId5" Type="http://schemas.openxmlformats.org/officeDocument/2006/relationships/diagramColors" Target="../diagrams/colors41.xml"/><Relationship Id="rId4" Type="http://schemas.openxmlformats.org/officeDocument/2006/relationships/diagramQuickStyle" Target="../diagrams/quickStyle41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2.xml"/><Relationship Id="rId2" Type="http://schemas.openxmlformats.org/officeDocument/2006/relationships/diagramData" Target="../diagrams/data4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2.xml"/><Relationship Id="rId5" Type="http://schemas.openxmlformats.org/officeDocument/2006/relationships/diagramColors" Target="../diagrams/colors42.xml"/><Relationship Id="rId4" Type="http://schemas.openxmlformats.org/officeDocument/2006/relationships/diagramQuickStyle" Target="../diagrams/quickStyle4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3.xml"/><Relationship Id="rId2" Type="http://schemas.openxmlformats.org/officeDocument/2006/relationships/diagramData" Target="../diagrams/data4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3.xml"/><Relationship Id="rId5" Type="http://schemas.openxmlformats.org/officeDocument/2006/relationships/diagramColors" Target="../diagrams/colors43.xml"/><Relationship Id="rId4" Type="http://schemas.openxmlformats.org/officeDocument/2006/relationships/diagramQuickStyle" Target="../diagrams/quickStyle4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4.xml"/><Relationship Id="rId2" Type="http://schemas.openxmlformats.org/officeDocument/2006/relationships/diagramData" Target="../diagrams/data4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4.xml"/><Relationship Id="rId5" Type="http://schemas.openxmlformats.org/officeDocument/2006/relationships/diagramColors" Target="../diagrams/colors44.xml"/><Relationship Id="rId4" Type="http://schemas.openxmlformats.org/officeDocument/2006/relationships/diagramQuickStyle" Target="../diagrams/quickStyle4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5.xml"/><Relationship Id="rId2" Type="http://schemas.openxmlformats.org/officeDocument/2006/relationships/diagramData" Target="../diagrams/data4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5.xml"/><Relationship Id="rId5" Type="http://schemas.openxmlformats.org/officeDocument/2006/relationships/diagramColors" Target="../diagrams/colors45.xml"/><Relationship Id="rId4" Type="http://schemas.openxmlformats.org/officeDocument/2006/relationships/diagramQuickStyle" Target="../diagrams/quickStyle45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6.xml"/><Relationship Id="rId2" Type="http://schemas.openxmlformats.org/officeDocument/2006/relationships/diagramData" Target="../diagrams/data4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6.xml"/><Relationship Id="rId5" Type="http://schemas.openxmlformats.org/officeDocument/2006/relationships/diagramColors" Target="../diagrams/colors46.xml"/><Relationship Id="rId4" Type="http://schemas.openxmlformats.org/officeDocument/2006/relationships/diagramQuickStyle" Target="../diagrams/quickStyle46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7.xml"/><Relationship Id="rId2" Type="http://schemas.openxmlformats.org/officeDocument/2006/relationships/diagramData" Target="../diagrams/data4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7.xml"/><Relationship Id="rId5" Type="http://schemas.openxmlformats.org/officeDocument/2006/relationships/diagramColors" Target="../diagrams/colors47.xml"/><Relationship Id="rId4" Type="http://schemas.openxmlformats.org/officeDocument/2006/relationships/diagramQuickStyle" Target="../diagrams/quickStyle4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8.xml"/><Relationship Id="rId7" Type="http://schemas.microsoft.com/office/2007/relationships/diagramDrawing" Target="../diagrams/drawing48.xml"/><Relationship Id="rId2" Type="http://schemas.openxmlformats.org/officeDocument/2006/relationships/image" Target="../media/image250.png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48.xml"/><Relationship Id="rId5" Type="http://schemas.openxmlformats.org/officeDocument/2006/relationships/diagramQuickStyle" Target="../diagrams/quickStyle48.xml"/><Relationship Id="rId4" Type="http://schemas.openxmlformats.org/officeDocument/2006/relationships/diagramLayout" Target="../diagrams/layout4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D78633-7222-4BD8-9B43-C5A3FE3FB16A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7"/>
            <a:ext cx="12198350" cy="6875463"/>
            <a:chOff x="0" y="3175"/>
            <a:chExt cx="12198350" cy="6875463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4A62ED5-69F8-4A9A-959F-BDFA4CB00620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E1E0581-3B45-45FA-909D-956C5BA8C38D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5474103-4A93-4198-B2FA-45EC74FD528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AD746CED-0567-4DF8-AB5A-955539059A38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90" y="1262065"/>
            <a:ext cx="7286625" cy="4333875"/>
            <a:chOff x="2452688" y="1262063"/>
            <a:chExt cx="7286625" cy="4333875"/>
          </a:xfrm>
        </p:grpSpPr>
        <p:sp useBgFill="1">
          <p:nvSpPr>
            <p:cNvPr id="16" name="Freeform 159">
              <a:extLst>
                <a:ext uri="{FF2B5EF4-FFF2-40B4-BE49-F238E27FC236}">
                  <a16:creationId xmlns:a16="http://schemas.microsoft.com/office/drawing/2014/main" id="{ADA5E076-A7C5-4275-A6C5-D0949C89B1B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164">
              <a:extLst>
                <a:ext uri="{FF2B5EF4-FFF2-40B4-BE49-F238E27FC236}">
                  <a16:creationId xmlns:a16="http://schemas.microsoft.com/office/drawing/2014/main" id="{8DA0B687-0059-4D26-A341-3533C07D86D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3CFF822-5B88-4257-86DB-464E3C755FE2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tx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2033CEE-8C0B-4A02-A8C3-2B214E702A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162303" y="1638301"/>
            <a:ext cx="5860821" cy="2021294"/>
          </a:xfrm>
        </p:spPr>
        <p:txBody>
          <a:bodyPr anchor="ctr"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Chapter 9</a:t>
            </a:r>
            <a:b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</a:b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The Blockchain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E6C8D7C-6313-43D8-910D-51F942EF72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162303" y="3845331"/>
            <a:ext cx="5860821" cy="1560105"/>
          </a:xfrm>
        </p:spPr>
        <p:txBody>
          <a:bodyPr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Course Notes </a:t>
            </a:r>
          </a:p>
          <a:p>
            <a:pPr algn="ctr"/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SEN0401 Special</a:t>
            </a: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 </a:t>
            </a:r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Topics</a:t>
            </a: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 </a:t>
            </a:r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In</a:t>
            </a: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 </a:t>
            </a:r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SW</a:t>
            </a: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 </a:t>
            </a:r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E</a:t>
            </a:r>
            <a:r>
              <a:rPr lang="tr-TR" dirty="0" err="1">
                <a:solidFill>
                  <a:schemeClr val="tx2">
                    <a:lumMod val="75000"/>
                    <a:lumOff val="25000"/>
                  </a:schemeClr>
                </a:solidFill>
              </a:rPr>
              <a:t>ngineering</a:t>
            </a: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 </a:t>
            </a:r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Block</a:t>
            </a: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</a:t>
            </a:r>
            <a:r>
              <a:rPr lang="en-US" dirty="0" err="1">
                <a:solidFill>
                  <a:schemeClr val="tx2">
                    <a:lumMod val="75000"/>
                    <a:lumOff val="25000"/>
                  </a:schemeClr>
                </a:solidFill>
              </a:rPr>
              <a:t>hain</a:t>
            </a:r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 </a:t>
            </a:r>
            <a:endParaRPr lang="tr-TR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Yusuf Altunel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DD30FF-86E3-4F78-B54E-14A9BBBB12AC}"/>
              </a:ext>
            </a:extLst>
          </p:cNvPr>
          <p:cNvSpPr/>
          <p:nvPr/>
        </p:nvSpPr>
        <p:spPr>
          <a:xfrm>
            <a:off x="2452690" y="5857637"/>
            <a:ext cx="69963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Based on </a:t>
            </a:r>
            <a:r>
              <a:rPr lang="en-US" dirty="0"/>
              <a:t>	Mastering Bitcoin 2e; Andreas M. Antonopoulos; O’Reilly, 2017</a:t>
            </a:r>
          </a:p>
        </p:txBody>
      </p:sp>
    </p:spTree>
    <p:extLst>
      <p:ext uri="{BB962C8B-B14F-4D97-AF65-F5344CB8AC3E}">
        <p14:creationId xmlns:p14="http://schemas.microsoft.com/office/powerpoint/2010/main" val="437580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44936263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7626867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1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/>
              <a:t>Content</a:t>
            </a:r>
            <a:endParaRPr lang="tr-TR" sz="3400" dirty="0"/>
          </a:p>
        </p:txBody>
      </p:sp>
      <p:cxnSp>
        <p:nvCxnSpPr>
          <p:cNvPr id="22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67748814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6805896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7">
            <a:extLst>
              <a:ext uri="{FF2B5EF4-FFF2-40B4-BE49-F238E27FC236}">
                <a16:creationId xmlns:a16="http://schemas.microsoft.com/office/drawing/2014/main" id="{E3DB6FEF-2505-46DD-98AA-E6F0013EDD4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8A450A7B-228C-4101-8701-8725F6D48B3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7A601649-7DA5-4AA2-8711-0963D83A11C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4BF06320-21C2-4178-97BE-A72378A8A20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3" name="Rectangle 15">
            <a:extLst>
              <a:ext uri="{FF2B5EF4-FFF2-40B4-BE49-F238E27FC236}">
                <a16:creationId xmlns:a16="http://schemas.microsoft.com/office/drawing/2014/main" id="{78DB0209-038A-4BBB-846F-FF25A7C1688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21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B896C34-214C-4AF6-8B1F-ACB10F0BF0B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140960" y="225751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40962" y="568345"/>
            <a:ext cx="6563311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pic>
        <p:nvPicPr>
          <p:cNvPr id="3074" name="Picture 2" descr="Ä°lgili resim">
            <a:extLst>
              <a:ext uri="{FF2B5EF4-FFF2-40B4-BE49-F238E27FC236}">
                <a16:creationId xmlns:a16="http://schemas.microsoft.com/office/drawing/2014/main" id="{9FC4A2EE-BA99-4C11-9689-94443C9ADD3D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140325" y="2989454"/>
            <a:ext cx="6564313" cy="25491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4285762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5" name="Rectangle 134">
            <a:extLst>
              <a:ext uri="{FF2B5EF4-FFF2-40B4-BE49-F238E27FC236}">
                <a16:creationId xmlns:a16="http://schemas.microsoft.com/office/drawing/2014/main" id="{7D7C26DF-010F-4A6C-982F-93ABB4C0B62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3C2A670-14D9-468A-BBED-1E842E088D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94024" y="225391"/>
            <a:ext cx="4863700" cy="1276904"/>
          </a:xfrm>
        </p:spPr>
        <p:txBody>
          <a:bodyPr anchor="b">
            <a:normAutofit/>
          </a:bodyPr>
          <a:lstStyle/>
          <a:p>
            <a:r>
              <a:rPr lang="tr-TR" sz="3400"/>
              <a:t>Introduction</a:t>
            </a:r>
            <a:endParaRPr lang="tr-TR" sz="3400" dirty="0"/>
          </a:p>
        </p:txBody>
      </p:sp>
      <p:graphicFrame>
        <p:nvGraphicFramePr>
          <p:cNvPr id="75" name="Content Placeholder 2">
            <a:extLst>
              <a:ext uri="{FF2B5EF4-FFF2-40B4-BE49-F238E27FC236}">
                <a16:creationId xmlns:a16="http://schemas.microsoft.com/office/drawing/2014/main" id="{4446FCAD-DCD5-4993-856B-F28FC8C4E4B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37803732"/>
              </p:ext>
            </p:extLst>
          </p:nvPr>
        </p:nvGraphicFramePr>
        <p:xfrm>
          <a:off x="1234440" y="1917031"/>
          <a:ext cx="10716928" cy="434661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628377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9B21811-05FF-4E16-A2D5-249438A7F6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00301" y="126385"/>
            <a:ext cx="8770571" cy="757535"/>
          </a:xfrm>
        </p:spPr>
        <p:txBody>
          <a:bodyPr>
            <a:normAutofit/>
          </a:bodyPr>
          <a:lstStyle/>
          <a:p>
            <a:r>
              <a:rPr lang="tr-TR" dirty="0"/>
              <a:t>Blockchain Data Structure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FE182FB-4CEA-43C2-A72B-B826EF0DE4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8276" y="1203026"/>
            <a:ext cx="10590924" cy="4682472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50FFCDC5-C19C-4AB8-9943-A04B89CB0D0A}"/>
              </a:ext>
            </a:extLst>
          </p:cNvPr>
          <p:cNvSpPr/>
          <p:nvPr/>
        </p:nvSpPr>
        <p:spPr>
          <a:xfrm>
            <a:off x="441960" y="6088856"/>
            <a:ext cx="1175004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200" dirty="0"/>
              <a:t>https://www.researchgate.net/publication/327616607_Using_Blockchain_for_Data_Auditing_in_Cloud_Storage_4th_International_Conference_ICCCS_2018_Haikou_China_June_8-10_2018_Revised_Selected_Papers_Part_III/figures?lo=1&amp;utm_source=google&amp;utm_medium=organic</a:t>
            </a:r>
          </a:p>
        </p:txBody>
      </p:sp>
    </p:spTree>
    <p:extLst>
      <p:ext uri="{BB962C8B-B14F-4D97-AF65-F5344CB8AC3E}">
        <p14:creationId xmlns:p14="http://schemas.microsoft.com/office/powerpoint/2010/main" val="73554396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059F1FE-F7C9-4E6F-A6A8-557A8C7DF5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ED5EEBAB-9CBB-4B33-974B-C8ADF86238F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84693229"/>
              </p:ext>
            </p:extLst>
          </p:nvPr>
        </p:nvGraphicFramePr>
        <p:xfrm>
          <a:off x="365760" y="2164080"/>
          <a:ext cx="5102860" cy="406159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4" name="Picture 3">
            <a:extLst>
              <a:ext uri="{FF2B5EF4-FFF2-40B4-BE49-F238E27FC236}">
                <a16:creationId xmlns:a16="http://schemas.microsoft.com/office/drawing/2014/main" id="{06A63D08-EE4C-4662-835F-3FECCA6FF68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608320" y="2314575"/>
            <a:ext cx="6096000" cy="329565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5A41F011-ECD6-4BAE-A288-ADE7DFB9A662}"/>
              </a:ext>
            </a:extLst>
          </p:cNvPr>
          <p:cNvSpPr/>
          <p:nvPr/>
        </p:nvSpPr>
        <p:spPr>
          <a:xfrm>
            <a:off x="5669280" y="5843230"/>
            <a:ext cx="6096000" cy="46166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r-TR" sz="1200" dirty="0"/>
              <a:t>https://www.researchgate.net/publication/321017113_IoT_Security_Review_Blockchain_Solutions_and_Open_Challenges/figures?lo=1</a:t>
            </a:r>
          </a:p>
        </p:txBody>
      </p:sp>
    </p:spTree>
    <p:extLst>
      <p:ext uri="{BB962C8B-B14F-4D97-AF65-F5344CB8AC3E}">
        <p14:creationId xmlns:p14="http://schemas.microsoft.com/office/powerpoint/2010/main" val="282750743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059F1FE-F7C9-4E6F-A6A8-557A8C7DF5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ED5EEBAB-9CBB-4B33-974B-C8ADF86238F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0659242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297615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C288334-5CF7-4E36-856D-858622C6C3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Fork Problem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FFE272AF-2EAC-4879-8AA5-5840010F6DE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13478495"/>
              </p:ext>
            </p:extLst>
          </p:nvPr>
        </p:nvGraphicFramePr>
        <p:xfrm>
          <a:off x="1071880" y="2620834"/>
          <a:ext cx="10043159" cy="35509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4969595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C288334-5CF7-4E36-856D-858622C6C3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Resolving Fork Problem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FFE272AF-2EAC-4879-8AA5-5840010F6DE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43295037"/>
              </p:ext>
            </p:extLst>
          </p:nvPr>
        </p:nvGraphicFramePr>
        <p:xfrm>
          <a:off x="6477001" y="2514600"/>
          <a:ext cx="5196840" cy="338328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" name="Rectangle 2">
            <a:hlinkClick r:id="rId7"/>
            <a:extLst>
              <a:ext uri="{FF2B5EF4-FFF2-40B4-BE49-F238E27FC236}">
                <a16:creationId xmlns:a16="http://schemas.microsoft.com/office/drawing/2014/main" id="{A763670E-6FDB-4FFE-BAB4-8412DB2F9738}"/>
              </a:ext>
            </a:extLst>
          </p:cNvPr>
          <p:cNvSpPr/>
          <p:nvPr/>
        </p:nvSpPr>
        <p:spPr>
          <a:xfrm>
            <a:off x="2011680" y="6211669"/>
            <a:ext cx="6096000" cy="276999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r-TR" sz="1200" dirty="0"/>
              <a:t>https://cryptographics.info/cryptographics/blockchain/hard-soft-forks/</a:t>
            </a:r>
          </a:p>
        </p:txBody>
      </p:sp>
      <p:pic>
        <p:nvPicPr>
          <p:cNvPr id="8" name="Picture 2" descr="Blockchain Soft Fork">
            <a:extLst>
              <a:ext uri="{FF2B5EF4-FFF2-40B4-BE49-F238E27FC236}">
                <a16:creationId xmlns:a16="http://schemas.microsoft.com/office/drawing/2014/main" id="{68BAB993-235D-42B0-B924-BAB58CB947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25" y="2997207"/>
            <a:ext cx="7051865" cy="26726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4234717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326FF4D-BD8B-4ACD-8315-19AF3AF73D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Immutability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80238E8F-6D00-41BF-BE96-738AA5A5C9F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9351652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5045074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326FF4D-BD8B-4ACD-8315-19AF3AF73D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Immutability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80238E8F-6D00-41BF-BE96-738AA5A5C9F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7562766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9894495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326FF4D-BD8B-4ACD-8315-19AF3AF73D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Immutability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8AEE4304-F1D4-4242-954E-FCE6726D2A6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9824346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0253996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tr-TR" sz="4000" dirty="0"/>
              <a:t>Structure of a Block</a:t>
            </a:r>
            <a:endParaRPr lang="tr-TR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Block as a Data Structure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15955056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ectangle 7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FD9D3A2-3CC5-456B-8899-5F155F06D3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Structure of a Block</a:t>
            </a: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CFAA4318-88CF-42E2-A0BE-00A738C59A0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8980933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5944097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ectangle 7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FD9D3A2-3CC5-456B-8899-5F155F06D3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Structure of a Block</a:t>
            </a: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CFAA4318-88CF-42E2-A0BE-00A738C59A0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08922246"/>
              </p:ext>
            </p:extLst>
          </p:nvPr>
        </p:nvGraphicFramePr>
        <p:xfrm>
          <a:off x="182880" y="2453640"/>
          <a:ext cx="5486400" cy="4191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9" name="Picture 8">
            <a:extLst>
              <a:ext uri="{FF2B5EF4-FFF2-40B4-BE49-F238E27FC236}">
                <a16:creationId xmlns:a16="http://schemas.microsoft.com/office/drawing/2014/main" id="{F720847A-446D-4D02-97ED-DCC0574DB47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6339" y="3322318"/>
            <a:ext cx="6325661" cy="32207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643314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ectangle 7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FD9D3A2-3CC5-456B-8899-5F155F06D3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Structure of a Block</a:t>
            </a: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CFAA4318-88CF-42E2-A0BE-00A738C59A0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91166399"/>
              </p:ext>
            </p:extLst>
          </p:nvPr>
        </p:nvGraphicFramePr>
        <p:xfrm>
          <a:off x="1191260" y="240792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1077000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2DEE72-8D8A-4FDB-9AF7-5F1FDA8DF8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05263" y="568345"/>
            <a:ext cx="9699009" cy="1560716"/>
          </a:xfrm>
        </p:spPr>
        <p:txBody>
          <a:bodyPr/>
          <a:lstStyle/>
          <a:p>
            <a:r>
              <a:rPr lang="en-US" dirty="0"/>
              <a:t>Table 9-1. The structure of a block</a:t>
            </a:r>
            <a:endParaRPr lang="tr-TR" dirty="0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F18105B0-EC63-40D1-A855-6D78D7484AA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133358" y="2955575"/>
            <a:ext cx="10344651" cy="27936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943869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Block Header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Fields of Header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35905283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Rectangle 7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6B6DA21-FBE0-401E-B288-37FBB58EC2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Block Header</a:t>
            </a:r>
          </a:p>
        </p:txBody>
      </p: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Content Placeholder 7">
            <a:extLst>
              <a:ext uri="{FF2B5EF4-FFF2-40B4-BE49-F238E27FC236}">
                <a16:creationId xmlns:a16="http://schemas.microsoft.com/office/drawing/2014/main" id="{E9FD9618-E53B-4F4B-95AF-AF1FA557B08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745042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778363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FF5C4964-2B7E-4B79-997B-3F4FF3B09D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134" name="Freeform 5">
              <a:extLst>
                <a:ext uri="{FF2B5EF4-FFF2-40B4-BE49-F238E27FC236}">
                  <a16:creationId xmlns:a16="http://schemas.microsoft.com/office/drawing/2014/main" id="{41CCC2DF-9B64-4AD5-9D3B-E9165DDD94B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35" name="Freeform 9">
              <a:extLst>
                <a:ext uri="{FF2B5EF4-FFF2-40B4-BE49-F238E27FC236}">
                  <a16:creationId xmlns:a16="http://schemas.microsoft.com/office/drawing/2014/main" id="{A84C4C7F-9B81-4DF4-BFD1-9A4A8988F8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36" name="Freeform 13">
              <a:extLst>
                <a:ext uri="{FF2B5EF4-FFF2-40B4-BE49-F238E27FC236}">
                  <a16:creationId xmlns:a16="http://schemas.microsoft.com/office/drawing/2014/main" id="{3DC49E10-BF5A-413B-B929-A3A2EEA4CD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8" name="Freeform 57">
            <a:extLst>
              <a:ext uri="{FF2B5EF4-FFF2-40B4-BE49-F238E27FC236}">
                <a16:creationId xmlns:a16="http://schemas.microsoft.com/office/drawing/2014/main" id="{4C99D49E-2BAF-489F-A5F6-6B484E23297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1BBE7040-4A1B-4F7D-A576-C1CC7361A2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41" name="Freeform 206">
              <a:extLst>
                <a:ext uri="{FF2B5EF4-FFF2-40B4-BE49-F238E27FC236}">
                  <a16:creationId xmlns:a16="http://schemas.microsoft.com/office/drawing/2014/main" id="{A5C39BD9-8F21-4C56-830A-49B31CA6C4B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42" name="Freeform 211">
              <a:extLst>
                <a:ext uri="{FF2B5EF4-FFF2-40B4-BE49-F238E27FC236}">
                  <a16:creationId xmlns:a16="http://schemas.microsoft.com/office/drawing/2014/main" id="{33D7514E-4DA7-4B17-B932-12DB88EAA8B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43787B3C-7589-4D19-98F6-25F0E6BA81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5" name="Rectangle 144">
            <a:extLst>
              <a:ext uri="{FF2B5EF4-FFF2-40B4-BE49-F238E27FC236}">
                <a16:creationId xmlns:a16="http://schemas.microsoft.com/office/drawing/2014/main" id="{4DA2B227-0A9E-452E-9509-3EF9E198302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7" name="Picture 146">
            <a:extLst>
              <a:ext uri="{FF2B5EF4-FFF2-40B4-BE49-F238E27FC236}">
                <a16:creationId xmlns:a16="http://schemas.microsoft.com/office/drawing/2014/main" id="{B0E836E3-6023-4124-9862-0B67BB9073A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PicPr>
        <p:blipFill>
          <a:blip r:embed="rId2">
            <a:duotone>
              <a:srgbClr val="484A56"/>
              <a:srgbClr val="484A56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68" y="0"/>
            <a:ext cx="12187263" cy="6858000"/>
          </a:xfrm>
          <a:prstGeom prst="rect">
            <a:avLst/>
          </a:prstGeom>
        </p:spPr>
      </p:pic>
      <p:sp>
        <p:nvSpPr>
          <p:cNvPr id="149" name="Rounded Rectangle 7">
            <a:extLst>
              <a:ext uri="{FF2B5EF4-FFF2-40B4-BE49-F238E27FC236}">
                <a16:creationId xmlns:a16="http://schemas.microsoft.com/office/drawing/2014/main" id="{73F4A07A-8AF3-4FA9-A081-924C46CFB5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4609" y="467784"/>
            <a:ext cx="11260976" cy="5922963"/>
          </a:xfrm>
          <a:prstGeom prst="roundRect">
            <a:avLst>
              <a:gd name="adj" fmla="val 522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8">
            <a:extLst>
              <a:ext uri="{FF2B5EF4-FFF2-40B4-BE49-F238E27FC236}">
                <a16:creationId xmlns:a16="http://schemas.microsoft.com/office/drawing/2014/main" id="{06A348BC-8233-4402-96C8-2B6225C0F62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4609" y="474134"/>
            <a:ext cx="11260976" cy="5922963"/>
          </a:xfrm>
          <a:custGeom>
            <a:avLst/>
            <a:gdLst>
              <a:gd name="connsiteX0" fmla="*/ 336522 w 11260976"/>
              <a:gd name="connsiteY0" fmla="*/ 196832 h 5922963"/>
              <a:gd name="connsiteX1" fmla="*/ 209530 w 11260976"/>
              <a:gd name="connsiteY1" fmla="*/ 323824 h 5922963"/>
              <a:gd name="connsiteX2" fmla="*/ 209530 w 11260976"/>
              <a:gd name="connsiteY2" fmla="*/ 5586441 h 5922963"/>
              <a:gd name="connsiteX3" fmla="*/ 336522 w 11260976"/>
              <a:gd name="connsiteY3" fmla="*/ 5713433 h 5922963"/>
              <a:gd name="connsiteX4" fmla="*/ 10938742 w 11260976"/>
              <a:gd name="connsiteY4" fmla="*/ 5713433 h 5922963"/>
              <a:gd name="connsiteX5" fmla="*/ 11065734 w 11260976"/>
              <a:gd name="connsiteY5" fmla="*/ 5586441 h 5922963"/>
              <a:gd name="connsiteX6" fmla="*/ 11065734 w 11260976"/>
              <a:gd name="connsiteY6" fmla="*/ 323824 h 5922963"/>
              <a:gd name="connsiteX7" fmla="*/ 10938742 w 11260976"/>
              <a:gd name="connsiteY7" fmla="*/ 196832 h 5922963"/>
              <a:gd name="connsiteX8" fmla="*/ 309593 w 11260976"/>
              <a:gd name="connsiteY8" fmla="*/ 0 h 5922963"/>
              <a:gd name="connsiteX9" fmla="*/ 10951383 w 11260976"/>
              <a:gd name="connsiteY9" fmla="*/ 0 h 5922963"/>
              <a:gd name="connsiteX10" fmla="*/ 11260976 w 11260976"/>
              <a:gd name="connsiteY10" fmla="*/ 309593 h 5922963"/>
              <a:gd name="connsiteX11" fmla="*/ 11260976 w 11260976"/>
              <a:gd name="connsiteY11" fmla="*/ 5613370 h 5922963"/>
              <a:gd name="connsiteX12" fmla="*/ 10951383 w 11260976"/>
              <a:gd name="connsiteY12" fmla="*/ 5922963 h 5922963"/>
              <a:gd name="connsiteX13" fmla="*/ 309593 w 11260976"/>
              <a:gd name="connsiteY13" fmla="*/ 5922963 h 5922963"/>
              <a:gd name="connsiteX14" fmla="*/ 0 w 11260976"/>
              <a:gd name="connsiteY14" fmla="*/ 5613370 h 5922963"/>
              <a:gd name="connsiteX15" fmla="*/ 0 w 11260976"/>
              <a:gd name="connsiteY15" fmla="*/ 309593 h 5922963"/>
              <a:gd name="connsiteX16" fmla="*/ 309593 w 11260976"/>
              <a:gd name="connsiteY16" fmla="*/ 0 h 5922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260976" h="5922963">
                <a:moveTo>
                  <a:pt x="336522" y="196832"/>
                </a:moveTo>
                <a:cubicBezTo>
                  <a:pt x="266386" y="196832"/>
                  <a:pt x="209530" y="253688"/>
                  <a:pt x="209530" y="323824"/>
                </a:cubicBezTo>
                <a:lnTo>
                  <a:pt x="209530" y="5586441"/>
                </a:lnTo>
                <a:cubicBezTo>
                  <a:pt x="209530" y="5656577"/>
                  <a:pt x="266386" y="5713433"/>
                  <a:pt x="336522" y="5713433"/>
                </a:cubicBezTo>
                <a:lnTo>
                  <a:pt x="10938742" y="5713433"/>
                </a:lnTo>
                <a:cubicBezTo>
                  <a:pt x="11008878" y="5713433"/>
                  <a:pt x="11065734" y="5656577"/>
                  <a:pt x="11065734" y="5586441"/>
                </a:cubicBezTo>
                <a:lnTo>
                  <a:pt x="11065734" y="323824"/>
                </a:lnTo>
                <a:cubicBezTo>
                  <a:pt x="11065734" y="253688"/>
                  <a:pt x="11008878" y="196832"/>
                  <a:pt x="10938742" y="196832"/>
                </a:cubicBezTo>
                <a:close/>
                <a:moveTo>
                  <a:pt x="309593" y="0"/>
                </a:moveTo>
                <a:lnTo>
                  <a:pt x="10951383" y="0"/>
                </a:lnTo>
                <a:cubicBezTo>
                  <a:pt x="11122366" y="0"/>
                  <a:pt x="11260976" y="138610"/>
                  <a:pt x="11260976" y="309593"/>
                </a:cubicBezTo>
                <a:lnTo>
                  <a:pt x="11260976" y="5613370"/>
                </a:lnTo>
                <a:cubicBezTo>
                  <a:pt x="11260976" y="5784353"/>
                  <a:pt x="11122366" y="5922963"/>
                  <a:pt x="10951383" y="5922963"/>
                </a:cubicBezTo>
                <a:lnTo>
                  <a:pt x="309593" y="5922963"/>
                </a:lnTo>
                <a:cubicBezTo>
                  <a:pt x="138610" y="5922963"/>
                  <a:pt x="0" y="5784353"/>
                  <a:pt x="0" y="5613370"/>
                </a:cubicBezTo>
                <a:lnTo>
                  <a:pt x="0" y="309593"/>
                </a:lnTo>
                <a:cubicBezTo>
                  <a:pt x="0" y="138610"/>
                  <a:pt x="138610" y="0"/>
                  <a:pt x="309593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Rounded Rectangle 8">
            <a:extLst>
              <a:ext uri="{FF2B5EF4-FFF2-40B4-BE49-F238E27FC236}">
                <a16:creationId xmlns:a16="http://schemas.microsoft.com/office/drawing/2014/main" id="{D1AC53E0-F941-45BB-B6C8-0F3B24D713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70964" y="670965"/>
            <a:ext cx="10856204" cy="5516602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C2F34FC5-9EA5-4432-A98B-F80A5782B6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6498" y="4584759"/>
            <a:ext cx="9524916" cy="838383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105000"/>
              </a:lnSpc>
            </a:pPr>
            <a:r>
              <a:rPr lang="en-US" sz="3900" dirty="0"/>
              <a:t>The structure of a Blockchain</a:t>
            </a:r>
          </a:p>
        </p:txBody>
      </p:sp>
      <p:sp>
        <p:nvSpPr>
          <p:cNvPr id="155" name="Rounded Rectangle 20">
            <a:extLst>
              <a:ext uri="{FF2B5EF4-FFF2-40B4-BE49-F238E27FC236}">
                <a16:creationId xmlns:a16="http://schemas.microsoft.com/office/drawing/2014/main" id="{338081BD-54A3-4C57-B1DE-F1BDE073AA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66995" y="693372"/>
            <a:ext cx="10856204" cy="5494195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7" name="Rounded Rectangle 26">
            <a:extLst>
              <a:ext uri="{FF2B5EF4-FFF2-40B4-BE49-F238E27FC236}">
                <a16:creationId xmlns:a16="http://schemas.microsoft.com/office/drawing/2014/main" id="{70C2DB18-78DF-438F-A3B7-609B7835EA2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326357" y="1171654"/>
            <a:ext cx="9537481" cy="3079833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7D7979CD-2CFA-4B9B-A440-41AC00ED937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00277" y="1343542"/>
            <a:ext cx="8873437" cy="2736056"/>
          </a:xfrm>
          <a:prstGeom prst="rect">
            <a:avLst/>
          </a:prstGeom>
        </p:spPr>
      </p:pic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3DC73FDF-9BA1-4DBB-93B7-D4837FCC672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416770" y="5494961"/>
            <a:ext cx="694944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Dikdörtgen 4">
            <a:hlinkClick r:id="rId4"/>
            <a:extLst>
              <a:ext uri="{FF2B5EF4-FFF2-40B4-BE49-F238E27FC236}">
                <a16:creationId xmlns:a16="http://schemas.microsoft.com/office/drawing/2014/main" id="{6E625E70-9443-4CD3-8F11-41BB910BADC2}"/>
              </a:ext>
            </a:extLst>
          </p:cNvPr>
          <p:cNvSpPr/>
          <p:nvPr/>
        </p:nvSpPr>
        <p:spPr>
          <a:xfrm>
            <a:off x="2888995" y="5433248"/>
            <a:ext cx="581934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 err="1"/>
              <a:t>Taken</a:t>
            </a:r>
            <a:r>
              <a:rPr lang="tr-TR" dirty="0"/>
              <a:t> </a:t>
            </a:r>
            <a:r>
              <a:rPr lang="tr-TR" dirty="0" err="1"/>
              <a:t>from</a:t>
            </a:r>
            <a:r>
              <a:rPr lang="tr-TR" dirty="0"/>
              <a:t> </a:t>
            </a:r>
            <a:r>
              <a:rPr lang="tr-TR" dirty="0" err="1"/>
              <a:t>Blockchain</a:t>
            </a:r>
            <a:r>
              <a:rPr lang="tr-TR" dirty="0"/>
              <a:t> </a:t>
            </a:r>
            <a:r>
              <a:rPr lang="tr-TR" dirty="0" err="1"/>
              <a:t>for</a:t>
            </a:r>
            <a:r>
              <a:rPr lang="tr-TR" dirty="0"/>
              <a:t> </a:t>
            </a:r>
            <a:r>
              <a:rPr lang="tr-TR" dirty="0" err="1"/>
              <a:t>Dynamic</a:t>
            </a:r>
            <a:r>
              <a:rPr lang="tr-TR" dirty="0"/>
              <a:t> </a:t>
            </a:r>
            <a:r>
              <a:rPr lang="tr-TR" dirty="0" err="1"/>
              <a:t>Spectrum</a:t>
            </a:r>
            <a:r>
              <a:rPr lang="tr-TR" dirty="0"/>
              <a:t> Management</a:t>
            </a:r>
          </a:p>
        </p:txBody>
      </p:sp>
    </p:spTree>
    <p:extLst>
      <p:ext uri="{BB962C8B-B14F-4D97-AF65-F5344CB8AC3E}">
        <p14:creationId xmlns:p14="http://schemas.microsoft.com/office/powerpoint/2010/main" val="243153414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80DB3B-0D54-4ECD-8AC8-8CC6E727E7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53441" y="568345"/>
            <a:ext cx="10850832" cy="1560716"/>
          </a:xfrm>
        </p:spPr>
        <p:txBody>
          <a:bodyPr>
            <a:normAutofit/>
          </a:bodyPr>
          <a:lstStyle/>
          <a:p>
            <a:r>
              <a:rPr lang="en-US" sz="4000" i="1" dirty="0"/>
              <a:t>Table 9-2. The structure of the block header</a:t>
            </a:r>
            <a:endParaRPr lang="tr-TR" sz="4000" dirty="0"/>
          </a:p>
        </p:txBody>
      </p:sp>
      <p:graphicFrame>
        <p:nvGraphicFramePr>
          <p:cNvPr id="7" name="Table 4">
            <a:extLst>
              <a:ext uri="{FF2B5EF4-FFF2-40B4-BE49-F238E27FC236}">
                <a16:creationId xmlns:a16="http://schemas.microsoft.com/office/drawing/2014/main" id="{FE55D54E-5D26-4C48-A2D5-AA3D3C41E94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24732041"/>
              </p:ext>
            </p:extLst>
          </p:nvPr>
        </p:nvGraphicFramePr>
        <p:xfrm>
          <a:off x="551544" y="2605548"/>
          <a:ext cx="11241219" cy="2595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22287">
                  <a:extLst>
                    <a:ext uri="{9D8B030D-6E8A-4147-A177-3AD203B41FA5}">
                      <a16:colId xmlns:a16="http://schemas.microsoft.com/office/drawing/2014/main" val="373888731"/>
                    </a:ext>
                  </a:extLst>
                </a:gridCol>
                <a:gridCol w="2091690">
                  <a:extLst>
                    <a:ext uri="{9D8B030D-6E8A-4147-A177-3AD203B41FA5}">
                      <a16:colId xmlns:a16="http://schemas.microsoft.com/office/drawing/2014/main" val="153529933"/>
                    </a:ext>
                  </a:extLst>
                </a:gridCol>
                <a:gridCol w="8127242">
                  <a:extLst>
                    <a:ext uri="{9D8B030D-6E8A-4147-A177-3AD203B41FA5}">
                      <a16:colId xmlns:a16="http://schemas.microsoft.com/office/drawing/2014/main" val="370246545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r-TR" dirty="0"/>
                        <a:t>Size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dirty="0" err="1"/>
                        <a:t>Field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dirty="0" err="1"/>
                        <a:t>Description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3616819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r-TR" dirty="0"/>
                        <a:t>4 </a:t>
                      </a:r>
                      <a:r>
                        <a:rPr lang="tr-TR" dirty="0" err="1"/>
                        <a:t>Bytes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b="1" dirty="0" err="1"/>
                        <a:t>Version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dirty="0"/>
                        <a:t>A </a:t>
                      </a:r>
                      <a:r>
                        <a:rPr lang="tr-TR" dirty="0" err="1"/>
                        <a:t>version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number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to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track</a:t>
                      </a:r>
                      <a:r>
                        <a:rPr lang="tr-TR" dirty="0"/>
                        <a:t> software </a:t>
                      </a:r>
                      <a:r>
                        <a:rPr lang="tr-TR" dirty="0" err="1"/>
                        <a:t>upgrades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848166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r-TR" dirty="0"/>
                        <a:t>32 </a:t>
                      </a:r>
                      <a:r>
                        <a:rPr lang="tr-TR" dirty="0" err="1"/>
                        <a:t>Bytes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b="1" dirty="0" err="1"/>
                        <a:t>Previous</a:t>
                      </a:r>
                      <a:r>
                        <a:rPr lang="tr-TR" b="1" dirty="0"/>
                        <a:t> </a:t>
                      </a:r>
                      <a:r>
                        <a:rPr lang="tr-TR" b="1" dirty="0" err="1"/>
                        <a:t>Block</a:t>
                      </a:r>
                      <a:r>
                        <a:rPr lang="tr-TR" b="1" dirty="0"/>
                        <a:t> </a:t>
                      </a:r>
                      <a:r>
                        <a:rPr lang="tr-TR" b="1" dirty="0" err="1"/>
                        <a:t>Hash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dirty="0"/>
                        <a:t>A </a:t>
                      </a:r>
                      <a:r>
                        <a:rPr lang="tr-TR" dirty="0" err="1"/>
                        <a:t>reference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to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the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hash</a:t>
                      </a:r>
                      <a:r>
                        <a:rPr lang="tr-TR" dirty="0"/>
                        <a:t> of </a:t>
                      </a:r>
                      <a:r>
                        <a:rPr lang="tr-TR" dirty="0" err="1"/>
                        <a:t>the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previous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block</a:t>
                      </a:r>
                      <a:r>
                        <a:rPr lang="tr-TR" dirty="0"/>
                        <a:t> in </a:t>
                      </a:r>
                      <a:r>
                        <a:rPr lang="tr-TR" dirty="0" err="1"/>
                        <a:t>the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chain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308737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r-TR" dirty="0"/>
                        <a:t>32 </a:t>
                      </a:r>
                      <a:r>
                        <a:rPr lang="tr-TR" dirty="0" err="1"/>
                        <a:t>Bytes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b="1" dirty="0" err="1"/>
                        <a:t>Merkle</a:t>
                      </a:r>
                      <a:r>
                        <a:rPr lang="tr-TR" b="1" dirty="0"/>
                        <a:t> </a:t>
                      </a:r>
                      <a:r>
                        <a:rPr lang="tr-TR" b="1" dirty="0" err="1"/>
                        <a:t>Root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dirty="0"/>
                        <a:t>A </a:t>
                      </a:r>
                      <a:r>
                        <a:rPr lang="tr-TR" dirty="0" err="1"/>
                        <a:t>hash</a:t>
                      </a:r>
                      <a:r>
                        <a:rPr lang="tr-TR" dirty="0"/>
                        <a:t> of </a:t>
                      </a:r>
                      <a:r>
                        <a:rPr lang="tr-TR" dirty="0" err="1"/>
                        <a:t>the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merkle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tree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root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043447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r-TR" dirty="0"/>
                        <a:t>4 </a:t>
                      </a:r>
                      <a:r>
                        <a:rPr lang="tr-TR" dirty="0" err="1"/>
                        <a:t>Bytes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b="1" dirty="0" err="1"/>
                        <a:t>Timestamp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dirty="0" err="1"/>
                        <a:t>Approximate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creation</a:t>
                      </a:r>
                      <a:r>
                        <a:rPr lang="tr-TR" dirty="0"/>
                        <a:t> time of </a:t>
                      </a:r>
                      <a:r>
                        <a:rPr lang="tr-TR" dirty="0" err="1"/>
                        <a:t>the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block</a:t>
                      </a:r>
                      <a:r>
                        <a:rPr lang="tr-TR" dirty="0"/>
                        <a:t> in </a:t>
                      </a:r>
                      <a:r>
                        <a:rPr lang="tr-TR" dirty="0" err="1"/>
                        <a:t>seconds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from</a:t>
                      </a:r>
                      <a:r>
                        <a:rPr lang="tr-TR" dirty="0"/>
                        <a:t> UNIX </a:t>
                      </a:r>
                      <a:r>
                        <a:rPr lang="tr-TR" dirty="0" err="1"/>
                        <a:t>Epoch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175937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r-TR" dirty="0"/>
                        <a:t>4 </a:t>
                      </a:r>
                      <a:r>
                        <a:rPr lang="tr-TR" dirty="0" err="1"/>
                        <a:t>Bytes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b="1" dirty="0" err="1"/>
                        <a:t>Difficulty</a:t>
                      </a:r>
                      <a:r>
                        <a:rPr lang="tr-TR" b="1" dirty="0"/>
                        <a:t> </a:t>
                      </a:r>
                      <a:r>
                        <a:rPr lang="tr-TR" b="1" dirty="0" err="1"/>
                        <a:t>Target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dirty="0" err="1"/>
                        <a:t>The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Proof</a:t>
                      </a:r>
                      <a:r>
                        <a:rPr lang="tr-TR" dirty="0"/>
                        <a:t>-Of-</a:t>
                      </a:r>
                      <a:r>
                        <a:rPr lang="tr-TR" dirty="0" err="1"/>
                        <a:t>Work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algorithm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difficulty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target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for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this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block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8327891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r-TR" dirty="0"/>
                        <a:t>4 </a:t>
                      </a:r>
                      <a:r>
                        <a:rPr lang="tr-TR" dirty="0" err="1"/>
                        <a:t>Bytes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b="1" dirty="0" err="1"/>
                        <a:t>Nonce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tr-TR" dirty="0"/>
                        <a:t>A </a:t>
                      </a:r>
                      <a:r>
                        <a:rPr lang="tr-TR" dirty="0" err="1"/>
                        <a:t>variable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used</a:t>
                      </a:r>
                      <a:r>
                        <a:rPr lang="tr-TR" dirty="0"/>
                        <a:t> in </a:t>
                      </a:r>
                      <a:r>
                        <a:rPr lang="tr-TR" dirty="0" err="1"/>
                        <a:t>finding</a:t>
                      </a:r>
                      <a:r>
                        <a:rPr lang="tr-TR" dirty="0"/>
                        <a:t> a </a:t>
                      </a:r>
                      <a:r>
                        <a:rPr lang="tr-TR" dirty="0" err="1"/>
                        <a:t>proper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block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hash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value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matching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with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Difficulty</a:t>
                      </a:r>
                      <a:r>
                        <a:rPr lang="tr-TR" dirty="0"/>
                        <a:t> </a:t>
                      </a:r>
                      <a:r>
                        <a:rPr lang="tr-TR" dirty="0" err="1"/>
                        <a:t>Target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178034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603573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Block Identifiers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Block Header Hash and Block Height</a:t>
            </a:r>
          </a:p>
        </p:txBody>
      </p:sp>
    </p:spTree>
    <p:extLst>
      <p:ext uri="{BB962C8B-B14F-4D97-AF65-F5344CB8AC3E}">
        <p14:creationId xmlns:p14="http://schemas.microsoft.com/office/powerpoint/2010/main" val="140926532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56D96C6-293E-4544-8E2D-E5F4B10EEC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 Header Hash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84E2EFE2-1485-446C-96EA-E0D54E72ED6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0074695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1970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6D96C6-293E-4544-8E2D-E5F4B10EEC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Block Header Hash</a:t>
            </a:r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84E2EFE2-1485-446C-96EA-E0D54E72ED6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85569280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3642160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09D4C-2147-4F57-B77D-7AF293A1B3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 Hash: No Part of Block’s Data Structure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CAF47451-0C40-460D-9A57-06F1D6E67D9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268047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3667792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09D4C-2147-4F57-B77D-7AF293A1B3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 Hash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CAF47451-0C40-460D-9A57-06F1D6E67D9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7189491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1669275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A518454-B0BB-4285-B140-C5964EED69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Identifying a Block by its Position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8741A059-2AFA-4DF1-8C13-CFA7632C6A4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87657758"/>
              </p:ext>
            </p:extLst>
          </p:nvPr>
        </p:nvGraphicFramePr>
        <p:xfrm>
          <a:off x="3157221" y="2468880"/>
          <a:ext cx="8394699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6" name="Picture 5">
            <a:extLst>
              <a:ext uri="{FF2B5EF4-FFF2-40B4-BE49-F238E27FC236}">
                <a16:creationId xmlns:a16="http://schemas.microsoft.com/office/drawing/2014/main" id="{8C6068D1-5318-49F0-A908-23BD74AE08E1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517298"/>
            <a:ext cx="3004144" cy="53407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47809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26BF0AE-4DC4-4030-B180-508129D451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Properties of Block Height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" name="Content Placeholder 5">
            <a:extLst>
              <a:ext uri="{FF2B5EF4-FFF2-40B4-BE49-F238E27FC236}">
                <a16:creationId xmlns:a16="http://schemas.microsoft.com/office/drawing/2014/main" id="{36F89591-B77B-445F-BEC3-55E8758649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40462863"/>
              </p:ext>
            </p:extLst>
          </p:nvPr>
        </p:nvGraphicFramePr>
        <p:xfrm>
          <a:off x="2319021" y="2575560"/>
          <a:ext cx="8150860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0816876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The Genesis Block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Hidden Message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82561570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5BF37A3-1FEF-4361-8B05-A7DF83C21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Genesis Block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4B433424-397C-47FD-93A7-C75CCE7D7F1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49962002"/>
              </p:ext>
            </p:extLst>
          </p:nvPr>
        </p:nvGraphicFramePr>
        <p:xfrm>
          <a:off x="853440" y="2438400"/>
          <a:ext cx="10710333" cy="3810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7755479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5BF37A3-1FEF-4361-8B05-A7DF83C21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Genesis Block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4B433424-397C-47FD-93A7-C75CCE7D7F1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05305932"/>
              </p:ext>
            </p:extLst>
          </p:nvPr>
        </p:nvGraphicFramePr>
        <p:xfrm>
          <a:off x="853440" y="2438400"/>
          <a:ext cx="10710333" cy="181356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1026" name="Picture 2" descr="Looking back at Genesis Block - the first block in the Bitcoin ...">
            <a:extLst>
              <a:ext uri="{FF2B5EF4-FFF2-40B4-BE49-F238E27FC236}">
                <a16:creationId xmlns:a16="http://schemas.microsoft.com/office/drawing/2014/main" id="{C8747735-C815-40FD-BED2-3DBCB43D2E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980373" y="4676775"/>
            <a:ext cx="6657975" cy="18002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8584628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033961-164C-4185-AC45-F8B38C709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Genesis Block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354AC09-8B56-4A49-A88D-A7B36FDE08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302846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4962042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033961-164C-4185-AC45-F8B38C709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Genesis Block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354AC09-8B56-4A49-A88D-A7B36FDE08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6386463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6858390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Rectangle 77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F80873E-2F10-4DD7-BE28-E8AF03CE41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Hidden Message</a:t>
            </a:r>
          </a:p>
        </p:txBody>
      </p: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4F17676C-B661-4A1D-AFEA-888B45995C3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9616345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4548900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1" name="Rectangle 70">
            <a:extLst>
              <a:ext uri="{FF2B5EF4-FFF2-40B4-BE49-F238E27FC236}">
                <a16:creationId xmlns:a16="http://schemas.microsoft.com/office/drawing/2014/main" id="{D1B1BB61-A160-4262-BD99-8D05C92B339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3" name="Straight Connector 72" title="Rule Line">
            <a:extLst>
              <a:ext uri="{FF2B5EF4-FFF2-40B4-BE49-F238E27FC236}">
                <a16:creationId xmlns:a16="http://schemas.microsoft.com/office/drawing/2014/main" id="{2E7CBBCD-BED8-4C4C-8F45-F9CEE9F58834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949072" y="2176009"/>
            <a:ext cx="6755199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170" name="Picture 2" descr="bitcoin genesis block ile ilgili gÃ¶rsel sonucu">
            <a:extLst>
              <a:ext uri="{FF2B5EF4-FFF2-40B4-BE49-F238E27FC236}">
                <a16:creationId xmlns:a16="http://schemas.microsoft.com/office/drawing/2014/main" id="{CCB7E8BC-0F0A-45B4-A5A4-B1BDB50B9A0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107" b="2"/>
          <a:stretch/>
        </p:blipFill>
        <p:spPr bwMode="auto">
          <a:xfrm>
            <a:off x="6705601" y="26932"/>
            <a:ext cx="5117914" cy="68310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80873E-2F10-4DD7-BE28-E8AF03CE41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472" y="431185"/>
            <a:ext cx="4972167" cy="1260455"/>
          </a:xfrm>
        </p:spPr>
        <p:txBody>
          <a:bodyPr>
            <a:normAutofit/>
          </a:bodyPr>
          <a:lstStyle/>
          <a:p>
            <a:r>
              <a:rPr lang="tr-TR" dirty="0"/>
              <a:t>Hidden Message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C930766-BD74-4AEE-9E55-7311AF4C3BCC}"/>
              </a:ext>
            </a:extLst>
          </p:cNvPr>
          <p:cNvSpPr/>
          <p:nvPr/>
        </p:nvSpPr>
        <p:spPr>
          <a:xfrm>
            <a:off x="1706492" y="1628894"/>
            <a:ext cx="237821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dirty="0"/>
              <a:t>The Times 03/Jan/2009</a:t>
            </a:r>
            <a:endParaRPr lang="tr-TR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2BCD584-3E13-4246-93B2-3C1BB7C3716E}"/>
              </a:ext>
            </a:extLst>
          </p:cNvPr>
          <p:cNvSpPr/>
          <p:nvPr/>
        </p:nvSpPr>
        <p:spPr>
          <a:xfrm>
            <a:off x="834610" y="2451854"/>
            <a:ext cx="460966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dirty="0"/>
              <a:t>Chancellor on brink of second bailout</a:t>
            </a:r>
            <a:r>
              <a:rPr lang="tr-TR" dirty="0"/>
              <a:t> for banks</a:t>
            </a:r>
          </a:p>
        </p:txBody>
      </p:sp>
      <p:pic>
        <p:nvPicPr>
          <p:cNvPr id="9" name="Picture 8">
            <a:hlinkClick r:id="rId3"/>
            <a:extLst>
              <a:ext uri="{FF2B5EF4-FFF2-40B4-BE49-F238E27FC236}">
                <a16:creationId xmlns:a16="http://schemas.microsoft.com/office/drawing/2014/main" id="{FBC9A25B-0693-4E54-BD2A-9F3CA8207086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7637" y="3108960"/>
            <a:ext cx="6485011" cy="3246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287160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8" name="Picture 6" descr="bitcoin genesis block ile ilgili gÃ¶rsel sonucu">
            <a:extLst>
              <a:ext uri="{FF2B5EF4-FFF2-40B4-BE49-F238E27FC236}">
                <a16:creationId xmlns:a16="http://schemas.microsoft.com/office/drawing/2014/main" id="{84654CD2-39A3-41CE-AC90-85E542CD46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12519" y="209516"/>
            <a:ext cx="9022081" cy="64234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5543048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Rectangle 76">
            <a:extLst>
              <a:ext uri="{FF2B5EF4-FFF2-40B4-BE49-F238E27FC236}">
                <a16:creationId xmlns:a16="http://schemas.microsoft.com/office/drawing/2014/main" id="{E1750109-3B91-4506-B997-0CD8E35A148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543D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E72D8D1B-59F6-4FF3-8547-9BBB6129F2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1331" y="480060"/>
            <a:ext cx="3442553" cy="2788074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E63136C-FC9C-43E4-8A64-71E25FE0898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22549" y="850986"/>
            <a:ext cx="3122143" cy="2060614"/>
          </a:xfrm>
          <a:prstGeom prst="rect">
            <a:avLst/>
          </a:prstGeom>
        </p:spPr>
      </p:pic>
      <p:sp>
        <p:nvSpPr>
          <p:cNvPr id="81" name="Rectangle 80">
            <a:extLst>
              <a:ext uri="{FF2B5EF4-FFF2-40B4-BE49-F238E27FC236}">
                <a16:creationId xmlns:a16="http://schemas.microsoft.com/office/drawing/2014/main" id="{8FC8C21F-9484-4A71-ABFA-6C10682FAC3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1331" y="3603670"/>
            <a:ext cx="3442553" cy="2788074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194" name="Picture 2" descr="bitcoin genesis block ile ilgili gÃ¶rsel sonucu">
            <a:extLst>
              <a:ext uri="{FF2B5EF4-FFF2-40B4-BE49-F238E27FC236}">
                <a16:creationId xmlns:a16="http://schemas.microsoft.com/office/drawing/2014/main" id="{60706F02-EDB6-4A0C-B53D-8A3832C06A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auto">
          <a:xfrm>
            <a:off x="939205" y="3748194"/>
            <a:ext cx="2471631" cy="2471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3" name="Rectangle 82">
            <a:extLst>
              <a:ext uri="{FF2B5EF4-FFF2-40B4-BE49-F238E27FC236}">
                <a16:creationId xmlns:a16="http://schemas.microsoft.com/office/drawing/2014/main" id="{2C444748-5A8D-4B53-89FE-42B455DFA2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225618" y="487090"/>
            <a:ext cx="3588171" cy="5897880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200" name="Picture 8" descr="bitcoin genesis block mug ile ilgili gÃ¶rsel sonucu">
            <a:extLst>
              <a:ext uri="{FF2B5EF4-FFF2-40B4-BE49-F238E27FC236}">
                <a16:creationId xmlns:a16="http://schemas.microsoft.com/office/drawing/2014/main" id="{58F90643-03C6-42D7-8EE0-AAED8CB511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auto">
          <a:xfrm>
            <a:off x="4381676" y="1464574"/>
            <a:ext cx="3252903" cy="39429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5" name="Rectangle 84">
            <a:extLst>
              <a:ext uri="{FF2B5EF4-FFF2-40B4-BE49-F238E27FC236}">
                <a16:creationId xmlns:a16="http://schemas.microsoft.com/office/drawing/2014/main" id="{14044C96-7CFD-44DB-A579-D77B0D37C6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135524" y="487090"/>
            <a:ext cx="3588174" cy="5897880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C245B037-AB7B-4515-A97B-F64FFF151AAD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313518" y="1809578"/>
            <a:ext cx="3252903" cy="32529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276673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Linking Blocks in the Blockchain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Making Blockchain Stable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92617991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326E64A-02C8-4878-B1A1-51F93FFDF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Linking Incoming Nodes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A9671D9B-C2A1-44D9-9AE7-130C9029070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029372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8346606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42A89D-A57A-4909-AAC7-4720A11DD2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7728" y="745198"/>
            <a:ext cx="11542347" cy="650855"/>
          </a:xfrm>
        </p:spPr>
        <p:txBody>
          <a:bodyPr>
            <a:noAutofit/>
          </a:bodyPr>
          <a:lstStyle/>
          <a:p>
            <a:r>
              <a:rPr lang="en-US" sz="2400" i="1" dirty="0">
                <a:latin typeface="MinionPro-It"/>
              </a:rPr>
              <a:t>Figure 9-1. Blocks linked in a chain by reference to the previous block header hash</a:t>
            </a:r>
            <a:endParaRPr lang="tr-TR" sz="2400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2B5C1C3-4C67-44A9-AAE6-0ACE5F915B1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744199" y="3347220"/>
            <a:ext cx="5285876" cy="3024929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D1AA5DC6-CC1E-40B5-975B-23FBF26B247D}"/>
              </a:ext>
            </a:extLst>
          </p:cNvPr>
          <p:cNvSpPr/>
          <p:nvPr/>
        </p:nvSpPr>
        <p:spPr>
          <a:xfrm>
            <a:off x="161925" y="2300150"/>
            <a:ext cx="729615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dirty="0">
                <a:latin typeface="MinionPro-Regular"/>
              </a:rPr>
              <a:t>The last block the node knows about is block 277,314, with a block</a:t>
            </a:r>
            <a:r>
              <a:rPr lang="tr-TR" sz="1600" dirty="0">
                <a:latin typeface="MinionPro-Regular"/>
              </a:rPr>
              <a:t> header hash of:</a:t>
            </a:r>
          </a:p>
          <a:p>
            <a:r>
              <a:rPr lang="tr-TR" sz="1600" b="1" dirty="0">
                <a:latin typeface="UbuntuMono-Regular"/>
              </a:rPr>
              <a:t>00000000000000027e7ba6fe7bad39faf3b5a83daed765f05f7d1b71a1632249</a:t>
            </a:r>
            <a:endParaRPr lang="tr-TR" sz="1600" b="1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5EA1969-87CF-4AE1-91E5-EA594127CB8A}"/>
              </a:ext>
            </a:extLst>
          </p:cNvPr>
          <p:cNvSpPr/>
          <p:nvPr/>
        </p:nvSpPr>
        <p:spPr>
          <a:xfrm>
            <a:off x="7458075" y="2859298"/>
            <a:ext cx="335938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dirty="0">
                <a:latin typeface="MinionPro-Regular"/>
              </a:rPr>
              <a:t>new block </a:t>
            </a:r>
            <a:r>
              <a:rPr lang="tr-TR" sz="1600" dirty="0">
                <a:latin typeface="MinionPro-Regular"/>
              </a:rPr>
              <a:t>received </a:t>
            </a:r>
            <a:r>
              <a:rPr lang="en-US" sz="1600" dirty="0">
                <a:latin typeface="MinionPro-Regular"/>
              </a:rPr>
              <a:t>from the network</a:t>
            </a:r>
            <a:r>
              <a:rPr lang="tr-TR" sz="1600" dirty="0">
                <a:latin typeface="MinionPro-Regular"/>
              </a:rPr>
              <a:t>:</a:t>
            </a:r>
            <a:endParaRPr lang="tr-TR" sz="3600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9474934-5142-4B50-83A6-AEA6D18A898B}"/>
              </a:ext>
            </a:extLst>
          </p:cNvPr>
          <p:cNvSpPr/>
          <p:nvPr/>
        </p:nvSpPr>
        <p:spPr>
          <a:xfrm>
            <a:off x="161925" y="3510780"/>
            <a:ext cx="66800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1600" dirty="0">
                <a:latin typeface="UbuntuMono-Regular"/>
              </a:rPr>
              <a:t>previousblockhash </a:t>
            </a:r>
            <a:r>
              <a:rPr lang="tr-TR" sz="1600" dirty="0">
                <a:latin typeface="MinionPro-Regular"/>
              </a:rPr>
              <a:t>field</a:t>
            </a:r>
          </a:p>
          <a:p>
            <a:pPr lvl="0"/>
            <a:r>
              <a:rPr lang="tr-TR" sz="1600" b="1" dirty="0">
                <a:solidFill>
                  <a:prstClr val="black"/>
                </a:solidFill>
                <a:latin typeface="UbuntuMono-Regular"/>
              </a:rPr>
              <a:t>00000000000000027e7ba6fe7bad39faf3b5a83daed765f05f7d1b71a1632249</a:t>
            </a:r>
            <a:endParaRPr lang="tr-TR" sz="1600" b="1" dirty="0">
              <a:solidFill>
                <a:prstClr val="black"/>
              </a:solidFill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4037583-F10F-415C-93E7-E92F72840CC6}"/>
              </a:ext>
            </a:extLst>
          </p:cNvPr>
          <p:cNvSpPr/>
          <p:nvPr/>
        </p:nvSpPr>
        <p:spPr>
          <a:xfrm>
            <a:off x="372745" y="5787374"/>
            <a:ext cx="5399408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dirty="0">
                <a:latin typeface="MinionPro-Regular"/>
              </a:rPr>
              <a:t>The node adds this new block to the</a:t>
            </a:r>
            <a:r>
              <a:rPr lang="tr-TR" sz="1600" dirty="0">
                <a:latin typeface="MinionPro-Regular"/>
              </a:rPr>
              <a:t> </a:t>
            </a:r>
            <a:r>
              <a:rPr lang="en-US" sz="1600" dirty="0">
                <a:latin typeface="MinionPro-Regular"/>
              </a:rPr>
              <a:t>end of the chain, </a:t>
            </a:r>
            <a:endParaRPr lang="tr-TR" sz="1600" dirty="0">
              <a:latin typeface="MinionPro-Regular"/>
            </a:endParaRPr>
          </a:p>
          <a:p>
            <a:r>
              <a:rPr lang="en-US" sz="1600" dirty="0">
                <a:latin typeface="MinionPro-Regular"/>
              </a:rPr>
              <a:t>making the blockchain longer with a new height of 277,315</a:t>
            </a:r>
            <a:endParaRPr lang="tr-TR" sz="3600" dirty="0"/>
          </a:p>
        </p:txBody>
      </p:sp>
    </p:spTree>
    <p:extLst>
      <p:ext uri="{BB962C8B-B14F-4D97-AF65-F5344CB8AC3E}">
        <p14:creationId xmlns:p14="http://schemas.microsoft.com/office/powerpoint/2010/main" val="65944748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Merkle Trees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Construction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63711908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A9E1789-F7D3-494B-AB68-BBE4C334F1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Merkle Trees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6F23E4C-575B-482B-BA0A-F7B7DCBDA2D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4503296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3982111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4FE7055-DFAB-4229-9A9A-AB831F2727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2528" y="568345"/>
            <a:ext cx="3851743" cy="1560716"/>
          </a:xfrm>
        </p:spPr>
        <p:txBody>
          <a:bodyPr>
            <a:normAutofit/>
          </a:bodyPr>
          <a:lstStyle/>
          <a:p>
            <a:r>
              <a:rPr lang="tr-TR" dirty="0"/>
              <a:t>Merkle Trees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E5022D0-816D-4E5C-AFBC-23D11995D202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74920" y="2329357"/>
            <a:ext cx="5928308" cy="2943683"/>
          </a:xfrm>
          <a:prstGeom prst="rect">
            <a:avLst/>
          </a:prstGeom>
        </p:spPr>
      </p:pic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07F8834E-46D0-4712-A581-7137F4AF60B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85853361"/>
              </p:ext>
            </p:extLst>
          </p:nvPr>
        </p:nvGraphicFramePr>
        <p:xfrm>
          <a:off x="6720840" y="2468879"/>
          <a:ext cx="5135831" cy="368808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29945503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4FE7055-DFAB-4229-9A9A-AB831F2727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2528" y="568345"/>
            <a:ext cx="3851743" cy="1560716"/>
          </a:xfrm>
        </p:spPr>
        <p:txBody>
          <a:bodyPr>
            <a:normAutofit/>
          </a:bodyPr>
          <a:lstStyle/>
          <a:p>
            <a:r>
              <a:rPr lang="tr-TR" dirty="0"/>
              <a:t>Merkle Trees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07F8834E-46D0-4712-A581-7137F4AF60B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47359051"/>
              </p:ext>
            </p:extLst>
          </p:nvPr>
        </p:nvGraphicFramePr>
        <p:xfrm>
          <a:off x="1569721" y="2606039"/>
          <a:ext cx="9479280" cy="35814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8975706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7D706C9-95EF-44F2-8805-C727311E4F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of Merkle Tree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04C40FEC-6236-4A5B-9387-28F1522FB3B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56609816"/>
              </p:ext>
            </p:extLst>
          </p:nvPr>
        </p:nvGraphicFramePr>
        <p:xfrm>
          <a:off x="1463041" y="2438400"/>
          <a:ext cx="9829800" cy="38557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2035946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7D706C9-95EF-44F2-8805-C727311E4F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of Merkle Tree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04C40FEC-6236-4A5B-9387-28F1522FB3B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1542918"/>
              </p:ext>
            </p:extLst>
          </p:nvPr>
        </p:nvGraphicFramePr>
        <p:xfrm>
          <a:off x="457200" y="2438400"/>
          <a:ext cx="11091333" cy="38557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5650787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C1922D-E0C3-41BD-A54E-99E862111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Example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E1C22875-8010-4671-9663-E07FC8FA5F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0349145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2984016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C1922D-E0C3-41BD-A54E-99E862111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Example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E1C22875-8010-4671-9663-E07FC8FA5F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29533953"/>
              </p:ext>
            </p:extLst>
          </p:nvPr>
        </p:nvGraphicFramePr>
        <p:xfrm>
          <a:off x="1557020" y="242316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7737370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C1922D-E0C3-41BD-A54E-99E862111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Example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D5345087-3552-40DF-BD2D-BCB6CA75CC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87437012"/>
              </p:ext>
            </p:extLst>
          </p:nvPr>
        </p:nvGraphicFramePr>
        <p:xfrm>
          <a:off x="1846580" y="2438400"/>
          <a:ext cx="9701953" cy="391668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0275920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C1922D-E0C3-41BD-A54E-99E862111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Example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D5345087-3552-40DF-BD2D-BCB6CA75CC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63495593"/>
              </p:ext>
            </p:extLst>
          </p:nvPr>
        </p:nvGraphicFramePr>
        <p:xfrm>
          <a:off x="1846580" y="2438400"/>
          <a:ext cx="9701953" cy="391668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4950478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C1922D-E0C3-41BD-A54E-99E862111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24200" y="568345"/>
            <a:ext cx="8580071" cy="1560716"/>
          </a:xfrm>
        </p:spPr>
        <p:txBody>
          <a:bodyPr>
            <a:normAutofit/>
          </a:bodyPr>
          <a:lstStyle/>
          <a:p>
            <a:r>
              <a:rPr lang="tr-TR"/>
              <a:t>Construction Example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>
            <a:extLst>
              <a:ext uri="{FF2B5EF4-FFF2-40B4-BE49-F238E27FC236}">
                <a16:creationId xmlns:a16="http://schemas.microsoft.com/office/drawing/2014/main" id="{4E0E5616-2E9B-429D-AA37-1C6CADF79953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4511" y="2697406"/>
            <a:ext cx="6898017" cy="3425189"/>
          </a:xfrm>
          <a:prstGeom prst="rect">
            <a:avLst/>
          </a:prstGeom>
        </p:spPr>
      </p:pic>
      <p:pic>
        <p:nvPicPr>
          <p:cNvPr id="3" name="Çevrimiçi Medya 2" title="Merkle Tree | Merkle Root | Blockchain">
            <a:hlinkClick r:id="" action="ppaction://media"/>
            <a:extLst>
              <a:ext uri="{FF2B5EF4-FFF2-40B4-BE49-F238E27FC236}">
                <a16:creationId xmlns:a16="http://schemas.microsoft.com/office/drawing/2014/main" id="{B94D3450-06AE-4B42-93C9-435D0E46E635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4"/>
          <a:stretch>
            <a:fillRect/>
          </a:stretch>
        </p:blipFill>
        <p:spPr>
          <a:xfrm>
            <a:off x="8216597" y="2241361"/>
            <a:ext cx="3487674" cy="1970536"/>
          </a:xfrm>
          <a:prstGeom prst="rect">
            <a:avLst/>
          </a:prstGeom>
        </p:spPr>
      </p:pic>
      <p:pic>
        <p:nvPicPr>
          <p:cNvPr id="5122" name="Picture 2">
            <a:extLst>
              <a:ext uri="{FF2B5EF4-FFF2-40B4-BE49-F238E27FC236}">
                <a16:creationId xmlns:a16="http://schemas.microsoft.com/office/drawing/2014/main" id="{16575531-1C0E-4521-9E7E-B9140ACA63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16597" y="4453391"/>
            <a:ext cx="45720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Dikdörtgen 3">
            <a:hlinkClick r:id="rId6"/>
            <a:extLst>
              <a:ext uri="{FF2B5EF4-FFF2-40B4-BE49-F238E27FC236}">
                <a16:creationId xmlns:a16="http://schemas.microsoft.com/office/drawing/2014/main" id="{45246F59-A5DE-4F13-A3C7-2BEA9D4EC887}"/>
              </a:ext>
            </a:extLst>
          </p:cNvPr>
          <p:cNvSpPr/>
          <p:nvPr/>
        </p:nvSpPr>
        <p:spPr>
          <a:xfrm>
            <a:off x="8807039" y="4528102"/>
            <a:ext cx="3191921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400" dirty="0" err="1"/>
              <a:t>Merkle</a:t>
            </a:r>
            <a:r>
              <a:rPr lang="tr-TR" sz="1400" dirty="0"/>
              <a:t> </a:t>
            </a:r>
            <a:r>
              <a:rPr lang="tr-TR" sz="1400" dirty="0" err="1"/>
              <a:t>Tree</a:t>
            </a:r>
            <a:r>
              <a:rPr lang="tr-TR" sz="1400" dirty="0"/>
              <a:t> | </a:t>
            </a:r>
            <a:r>
              <a:rPr lang="tr-TR" sz="1400" dirty="0" err="1"/>
              <a:t>Merkle</a:t>
            </a:r>
            <a:r>
              <a:rPr lang="tr-TR" sz="1400" dirty="0"/>
              <a:t> </a:t>
            </a:r>
            <a:r>
              <a:rPr lang="tr-TR" sz="1400" dirty="0" err="1"/>
              <a:t>Root</a:t>
            </a:r>
            <a:r>
              <a:rPr lang="tr-TR" sz="1400" dirty="0"/>
              <a:t> | </a:t>
            </a:r>
            <a:r>
              <a:rPr lang="tr-TR" sz="1400" dirty="0" err="1"/>
              <a:t>Blockchain</a:t>
            </a:r>
            <a:endParaRPr lang="tr-TR" sz="1400" dirty="0"/>
          </a:p>
        </p:txBody>
      </p:sp>
      <p:sp>
        <p:nvSpPr>
          <p:cNvPr id="5" name="Dikdörtgen 4">
            <a:extLst>
              <a:ext uri="{FF2B5EF4-FFF2-40B4-BE49-F238E27FC236}">
                <a16:creationId xmlns:a16="http://schemas.microsoft.com/office/drawing/2014/main" id="{6A53A7C6-771A-4F35-838C-1A33144AE636}"/>
              </a:ext>
            </a:extLst>
          </p:cNvPr>
          <p:cNvSpPr/>
          <p:nvPr/>
        </p:nvSpPr>
        <p:spPr>
          <a:xfrm>
            <a:off x="8216597" y="4989620"/>
            <a:ext cx="3880293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1400" dirty="0"/>
              <a:t>https://www.youtube.com/watch?v=fB41w3JcR7U</a:t>
            </a:r>
          </a:p>
        </p:txBody>
      </p:sp>
    </p:spTree>
    <p:extLst>
      <p:ext uri="{BB962C8B-B14F-4D97-AF65-F5344CB8AC3E}">
        <p14:creationId xmlns:p14="http://schemas.microsoft.com/office/powerpoint/2010/main" val="4113120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9757E8-05C6-4838-AD70-E1E62564C4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Table 9-3. Merkle tree efficiency</a:t>
            </a:r>
            <a:endParaRPr lang="tr-TR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5E3357F-548C-4DE4-82FC-2BCD7ED0C1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34181" y="2782277"/>
            <a:ext cx="10370091" cy="28666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40180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Merkle Trees and Simplified Payment Verification (SPV)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Efficiency Gain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10146702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8F7720D-40FA-471E-A1DF-402FC36B44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Merkle Trees and Simplified Payment Verification (SPV)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3028A9B7-310D-40B6-ACA0-1212A8372F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4895367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0702372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8F7720D-40FA-471E-A1DF-402FC36B44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Merkle Trees and Simplified Payment Verification (SPV)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3028A9B7-310D-40B6-ACA0-1212A8372F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1885172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6430084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66339CC-F878-49A7-AB6C-C1CAACE6D7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Work of SPV with Merkle Trees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5AB9C7F8-D94A-4999-B01B-7F54974AB47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1777912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8071476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66339CC-F878-49A7-AB6C-C1CAACE6D7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Work of SPV with Merkle Trees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5AB9C7F8-D94A-4999-B01B-7F54974AB47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0369015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6318909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FF5E248-763D-4BAF-8AD4-C145C733A2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Gain of Efficiency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879F0D14-6F5C-4043-A7D7-DA47AA93E9D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62569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9190917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 err="1"/>
              <a:t>Blockchain</a:t>
            </a:r>
            <a:r>
              <a:rPr lang="tr-TR" sz="3600" dirty="0"/>
              <a:t> Simulator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dirty="0" err="1"/>
              <a:t>Blockchain</a:t>
            </a:r>
            <a:r>
              <a:rPr lang="tr-TR" dirty="0"/>
              <a:t> Sim - v0.2 (beta)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84133050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FF5C4964-2B7E-4B79-997B-3F4FF3B09D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41CCC2DF-9B64-4AD5-9D3B-E9165DDD94B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84C4C7F-9B81-4DF4-BFD1-9A4A8988F8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3DC49E10-BF5A-413B-B929-A3A2EEA4CD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4C99D49E-2BAF-489F-A5F6-6B484E23297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BBE7040-4A1B-4F7D-A576-C1CC7361A2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A5C39BD9-8F21-4C56-830A-49B31CA6C4B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33D7514E-4DA7-4B17-B932-12DB88EAA8B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3787B3C-7589-4D19-98F6-25F0E6BA81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5009FF49-0A5B-4A97-9570-80819F049B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AA02B770-9771-497D-81B8-A54511BAC6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PicPr>
        <p:blipFill>
          <a:blip r:embed="rId2">
            <a:duotone>
              <a:srgbClr val="484A56"/>
              <a:srgbClr val="484A56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68" y="0"/>
            <a:ext cx="12187263" cy="6858000"/>
          </a:xfrm>
          <a:prstGeom prst="rect">
            <a:avLst/>
          </a:prstGeom>
        </p:spPr>
      </p:pic>
      <p:sp>
        <p:nvSpPr>
          <p:cNvPr id="24" name="Rounded Rectangle 7">
            <a:extLst>
              <a:ext uri="{FF2B5EF4-FFF2-40B4-BE49-F238E27FC236}">
                <a16:creationId xmlns:a16="http://schemas.microsoft.com/office/drawing/2014/main" id="{EEA2F279-5550-4D0A-B23F-C9FF80DC8AC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7784" y="467784"/>
            <a:ext cx="11260976" cy="5922963"/>
          </a:xfrm>
          <a:prstGeom prst="roundRect">
            <a:avLst>
              <a:gd name="adj" fmla="val 522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Freeform 18">
            <a:extLst>
              <a:ext uri="{FF2B5EF4-FFF2-40B4-BE49-F238E27FC236}">
                <a16:creationId xmlns:a16="http://schemas.microsoft.com/office/drawing/2014/main" id="{671DC7B2-0476-4F6B-936F-E6B48993736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1434" y="474134"/>
            <a:ext cx="11260976" cy="5922963"/>
          </a:xfrm>
          <a:custGeom>
            <a:avLst/>
            <a:gdLst>
              <a:gd name="connsiteX0" fmla="*/ 336522 w 11260976"/>
              <a:gd name="connsiteY0" fmla="*/ 196832 h 5922963"/>
              <a:gd name="connsiteX1" fmla="*/ 209530 w 11260976"/>
              <a:gd name="connsiteY1" fmla="*/ 323824 h 5922963"/>
              <a:gd name="connsiteX2" fmla="*/ 209530 w 11260976"/>
              <a:gd name="connsiteY2" fmla="*/ 5586441 h 5922963"/>
              <a:gd name="connsiteX3" fmla="*/ 336522 w 11260976"/>
              <a:gd name="connsiteY3" fmla="*/ 5713433 h 5922963"/>
              <a:gd name="connsiteX4" fmla="*/ 10938742 w 11260976"/>
              <a:gd name="connsiteY4" fmla="*/ 5713433 h 5922963"/>
              <a:gd name="connsiteX5" fmla="*/ 11065734 w 11260976"/>
              <a:gd name="connsiteY5" fmla="*/ 5586441 h 5922963"/>
              <a:gd name="connsiteX6" fmla="*/ 11065734 w 11260976"/>
              <a:gd name="connsiteY6" fmla="*/ 323824 h 5922963"/>
              <a:gd name="connsiteX7" fmla="*/ 10938742 w 11260976"/>
              <a:gd name="connsiteY7" fmla="*/ 196832 h 5922963"/>
              <a:gd name="connsiteX8" fmla="*/ 309593 w 11260976"/>
              <a:gd name="connsiteY8" fmla="*/ 0 h 5922963"/>
              <a:gd name="connsiteX9" fmla="*/ 10951383 w 11260976"/>
              <a:gd name="connsiteY9" fmla="*/ 0 h 5922963"/>
              <a:gd name="connsiteX10" fmla="*/ 11260976 w 11260976"/>
              <a:gd name="connsiteY10" fmla="*/ 309593 h 5922963"/>
              <a:gd name="connsiteX11" fmla="*/ 11260976 w 11260976"/>
              <a:gd name="connsiteY11" fmla="*/ 5613370 h 5922963"/>
              <a:gd name="connsiteX12" fmla="*/ 10951383 w 11260976"/>
              <a:gd name="connsiteY12" fmla="*/ 5922963 h 5922963"/>
              <a:gd name="connsiteX13" fmla="*/ 309593 w 11260976"/>
              <a:gd name="connsiteY13" fmla="*/ 5922963 h 5922963"/>
              <a:gd name="connsiteX14" fmla="*/ 0 w 11260976"/>
              <a:gd name="connsiteY14" fmla="*/ 5613370 h 5922963"/>
              <a:gd name="connsiteX15" fmla="*/ 0 w 11260976"/>
              <a:gd name="connsiteY15" fmla="*/ 309593 h 5922963"/>
              <a:gd name="connsiteX16" fmla="*/ 309593 w 11260976"/>
              <a:gd name="connsiteY16" fmla="*/ 0 h 5922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260976" h="5922963">
                <a:moveTo>
                  <a:pt x="336522" y="196832"/>
                </a:moveTo>
                <a:cubicBezTo>
                  <a:pt x="266386" y="196832"/>
                  <a:pt x="209530" y="253688"/>
                  <a:pt x="209530" y="323824"/>
                </a:cubicBezTo>
                <a:lnTo>
                  <a:pt x="209530" y="5586441"/>
                </a:lnTo>
                <a:cubicBezTo>
                  <a:pt x="209530" y="5656577"/>
                  <a:pt x="266386" y="5713433"/>
                  <a:pt x="336522" y="5713433"/>
                </a:cubicBezTo>
                <a:lnTo>
                  <a:pt x="10938742" y="5713433"/>
                </a:lnTo>
                <a:cubicBezTo>
                  <a:pt x="11008878" y="5713433"/>
                  <a:pt x="11065734" y="5656577"/>
                  <a:pt x="11065734" y="5586441"/>
                </a:cubicBezTo>
                <a:lnTo>
                  <a:pt x="11065734" y="323824"/>
                </a:lnTo>
                <a:cubicBezTo>
                  <a:pt x="11065734" y="253688"/>
                  <a:pt x="11008878" y="196832"/>
                  <a:pt x="10938742" y="196832"/>
                </a:cubicBezTo>
                <a:close/>
                <a:moveTo>
                  <a:pt x="309593" y="0"/>
                </a:moveTo>
                <a:lnTo>
                  <a:pt x="10951383" y="0"/>
                </a:lnTo>
                <a:cubicBezTo>
                  <a:pt x="11122366" y="0"/>
                  <a:pt x="11260976" y="138610"/>
                  <a:pt x="11260976" y="309593"/>
                </a:cubicBezTo>
                <a:lnTo>
                  <a:pt x="11260976" y="5613370"/>
                </a:lnTo>
                <a:cubicBezTo>
                  <a:pt x="11260976" y="5784353"/>
                  <a:pt x="11122366" y="5922963"/>
                  <a:pt x="10951383" y="5922963"/>
                </a:cubicBezTo>
                <a:lnTo>
                  <a:pt x="309593" y="5922963"/>
                </a:lnTo>
                <a:cubicBezTo>
                  <a:pt x="138610" y="5922963"/>
                  <a:pt x="0" y="5784353"/>
                  <a:pt x="0" y="5613370"/>
                </a:cubicBezTo>
                <a:lnTo>
                  <a:pt x="0" y="309593"/>
                </a:lnTo>
                <a:cubicBezTo>
                  <a:pt x="0" y="138610"/>
                  <a:pt x="138610" y="0"/>
                  <a:pt x="309593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Rounded Rectangle 8">
            <a:extLst>
              <a:ext uri="{FF2B5EF4-FFF2-40B4-BE49-F238E27FC236}">
                <a16:creationId xmlns:a16="http://schemas.microsoft.com/office/drawing/2014/main" id="{AF49FAC0-B423-489D-A400-D7A0DA9C9E8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70964" y="670965"/>
            <a:ext cx="10856204" cy="5516602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7185169D-81BB-4BBC-8569-68DBB89288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8236" y="1023867"/>
            <a:ext cx="3241382" cy="3349641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105000"/>
              </a:lnSpc>
            </a:pPr>
            <a:r>
              <a:rPr lang="en-US" sz="3900"/>
              <a:t>JavaScript Blockchain Simulator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1D18B8AB-3E5D-493E-9149-78DD1C844B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181100" y="4629095"/>
            <a:ext cx="694944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Round Same Side Corner Rectangle 16">
            <a:extLst>
              <a:ext uri="{FF2B5EF4-FFF2-40B4-BE49-F238E27FC236}">
                <a16:creationId xmlns:a16="http://schemas.microsoft.com/office/drawing/2014/main" id="{5D4452DD-E351-4ABD-B05D-06C696A7A19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5337665" y="-8283"/>
            <a:ext cx="5494196" cy="6897510"/>
          </a:xfrm>
          <a:prstGeom prst="round2SameRect">
            <a:avLst>
              <a:gd name="adj1" fmla="val 2412"/>
              <a:gd name="adj2" fmla="val 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Rounded Rectangle 20">
            <a:extLst>
              <a:ext uri="{FF2B5EF4-FFF2-40B4-BE49-F238E27FC236}">
                <a16:creationId xmlns:a16="http://schemas.microsoft.com/office/drawing/2014/main" id="{F359EA4A-9DB6-4F93-8250-297086F1F9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63820" y="693372"/>
            <a:ext cx="10856204" cy="5494195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ounded Rectangle 26">
            <a:extLst>
              <a:ext uri="{FF2B5EF4-FFF2-40B4-BE49-F238E27FC236}">
                <a16:creationId xmlns:a16="http://schemas.microsoft.com/office/drawing/2014/main" id="{0D95FAA7-0A17-4C50-AA21-4F7B44C3FC3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281823" y="1308487"/>
            <a:ext cx="5632801" cy="4285867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" name="Resim 2">
            <a:extLst>
              <a:ext uri="{FF2B5EF4-FFF2-40B4-BE49-F238E27FC236}">
                <a16:creationId xmlns:a16="http://schemas.microsoft.com/office/drawing/2014/main" id="{44F9D332-8C6F-4412-AE29-C11DEA9D2E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33084" y="1653186"/>
            <a:ext cx="4918576" cy="3610339"/>
          </a:xfrm>
          <a:prstGeom prst="rect">
            <a:avLst/>
          </a:prstGeom>
        </p:spPr>
      </p:pic>
      <p:sp>
        <p:nvSpPr>
          <p:cNvPr id="23" name="Dikdörtgen 22">
            <a:hlinkClick r:id="rId4"/>
            <a:extLst>
              <a:ext uri="{FF2B5EF4-FFF2-40B4-BE49-F238E27FC236}">
                <a16:creationId xmlns:a16="http://schemas.microsoft.com/office/drawing/2014/main" id="{626B3106-A3E3-405B-AEB8-619E745A9D69}"/>
              </a:ext>
            </a:extLst>
          </p:cNvPr>
          <p:cNvSpPr/>
          <p:nvPr/>
        </p:nvSpPr>
        <p:spPr>
          <a:xfrm>
            <a:off x="759769" y="5409688"/>
            <a:ext cx="373333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https://code.hnldesign.nl/blockchain/</a:t>
            </a:r>
          </a:p>
        </p:txBody>
      </p:sp>
    </p:spTree>
    <p:extLst>
      <p:ext uri="{BB962C8B-B14F-4D97-AF65-F5344CB8AC3E}">
        <p14:creationId xmlns:p14="http://schemas.microsoft.com/office/powerpoint/2010/main" val="245777961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Bitcoin’s Test Blockchains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dirty="0"/>
              <a:t>Testnet—Bitcoin’s Testing Playground</a:t>
            </a:r>
          </a:p>
          <a:p>
            <a:pPr algn="l">
              <a:spcBef>
                <a:spcPts val="930"/>
              </a:spcBef>
            </a:pPr>
            <a:r>
              <a:rPr lang="en-US" dirty="0" err="1"/>
              <a:t>Segnet</a:t>
            </a:r>
            <a:r>
              <a:rPr lang="en-US" dirty="0"/>
              <a:t>—The Segregated Witness </a:t>
            </a:r>
            <a:r>
              <a:rPr lang="en-US" dirty="0" err="1"/>
              <a:t>Testnet</a:t>
            </a:r>
            <a:endParaRPr lang="tr-TR" dirty="0"/>
          </a:p>
          <a:p>
            <a:pPr algn="l">
              <a:spcBef>
                <a:spcPts val="930"/>
              </a:spcBef>
            </a:pPr>
            <a:r>
              <a:rPr lang="tr-TR" dirty="0"/>
              <a:t>Regtest—The Local Blockchain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55590239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F537736-3C4E-4A7E-A49D-2D45BA6E9E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More than One Bitcoin Blockchain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3A95F36-15E5-4F06-97A8-16FDA411BA6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4446229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4624017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8A098C2-F1A4-48C1-8E53-1264E98A1F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Testnet—Bitcoin’s Testing Playground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0EDE732E-3F6A-4C61-AA51-70D453BC0FA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646996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0755820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8A098C2-F1A4-48C1-8E53-1264E98A1F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Testnet—Bitcoin’s Testing Playground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0EDE732E-3F6A-4C61-AA51-70D453BC0FA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0348838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8588023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306B94B-7348-4462-8B49-03730A0768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testnet3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18687F1C-D9AC-46DB-B19C-13E96BD761D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8309204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9000544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A6FC55-858B-446F-9B11-606A4C266D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 err="1"/>
              <a:t>Segnet</a:t>
            </a:r>
            <a:r>
              <a:rPr lang="en-US" dirty="0"/>
              <a:t>—The Segregated Witness </a:t>
            </a:r>
            <a:r>
              <a:rPr lang="en-US" dirty="0" err="1"/>
              <a:t>Testnet</a:t>
            </a:r>
            <a:endParaRPr lang="tr-TR" dirty="0"/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4C5CADEC-1700-4E37-8685-3E971B98EA5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63023863"/>
              </p:ext>
            </p:extLst>
          </p:nvPr>
        </p:nvGraphicFramePr>
        <p:xfrm>
          <a:off x="2933701" y="2438399"/>
          <a:ext cx="8770571" cy="412282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791179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A46B65-B700-4483-802A-935EBCAB8E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Regtest—The Local Blockchain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5F6066A5-144B-4D2A-BE63-BB518B8A37A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9707731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5064890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Using Test Blockchains for Development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/>
              <a:t>Development Pipeline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86005322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4890A73-3A50-4617-A28F-C6C2EE9E56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Using the Test Blockchains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6FE6D916-3648-46C5-87DD-986DB24D205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6804708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7993370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oup 31">
            <a:extLst>
              <a:ext uri="{FF2B5EF4-FFF2-40B4-BE49-F238E27FC236}">
                <a16:creationId xmlns:a16="http://schemas.microsoft.com/office/drawing/2014/main" id="{39BCE03C-B7E6-4AC4-97BD-6C046CA21F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33" name="Freeform 5">
              <a:extLst>
                <a:ext uri="{FF2B5EF4-FFF2-40B4-BE49-F238E27FC236}">
                  <a16:creationId xmlns:a16="http://schemas.microsoft.com/office/drawing/2014/main" id="{6C0200D4-F036-449F-93FC-DF7D9EEF29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34" name="Freeform 15">
              <a:extLst>
                <a:ext uri="{FF2B5EF4-FFF2-40B4-BE49-F238E27FC236}">
                  <a16:creationId xmlns:a16="http://schemas.microsoft.com/office/drawing/2014/main" id="{3CBAE784-2730-4857-9CB0-338381F538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C8328FE1-BD1A-401B-8AA8-71857B2CC1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2933700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Picture 4" descr="A close up of a necklace&#10;&#10;Description generated with high confidence">
            <a:extLst>
              <a:ext uri="{FF2B5EF4-FFF2-40B4-BE49-F238E27FC236}">
                <a16:creationId xmlns:a16="http://schemas.microsoft.com/office/drawing/2014/main" id="{44705BF3-91A6-4CB6-9A5A-14F3DAB2AD1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86" b="16801"/>
          <a:stretch/>
        </p:blipFill>
        <p:spPr>
          <a:xfrm>
            <a:off x="-231" y="10"/>
            <a:ext cx="12192000" cy="6862703"/>
          </a:xfrm>
          <a:prstGeom prst="rect">
            <a:avLst/>
          </a:prstGeom>
        </p:spPr>
      </p:pic>
      <p:sp>
        <p:nvSpPr>
          <p:cNvPr id="38" name="Rounded Rectangle 17">
            <a:extLst>
              <a:ext uri="{FF2B5EF4-FFF2-40B4-BE49-F238E27FC236}">
                <a16:creationId xmlns:a16="http://schemas.microsoft.com/office/drawing/2014/main" id="{19738FD9-60D1-4D66-A0E4-3CABDD6551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7784" y="467784"/>
            <a:ext cx="7418915" cy="5922963"/>
          </a:xfrm>
          <a:prstGeom prst="roundRect">
            <a:avLst>
              <a:gd name="adj" fmla="val 522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5C6FBE0-F071-449F-82EC-4CC1A7FD8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9849" y="985785"/>
            <a:ext cx="6233004" cy="1560716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9000"/>
              </a:lnSpc>
            </a:pPr>
            <a:r>
              <a:rPr lang="en-US" sz="4400"/>
              <a:t>Discussions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D455BEA-6E29-435D-A5DB-88C5853E56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069848" y="2593449"/>
            <a:ext cx="6224118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ounded Rectangle 18">
            <a:extLst>
              <a:ext uri="{FF2B5EF4-FFF2-40B4-BE49-F238E27FC236}">
                <a16:creationId xmlns:a16="http://schemas.microsoft.com/office/drawing/2014/main" id="{C0279480-9DCB-4A52-99D2-EF55FEE1F7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70964" y="670965"/>
            <a:ext cx="7012862" cy="5516602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9" name="Diagram 2">
            <a:extLst>
              <a:ext uri="{FF2B5EF4-FFF2-40B4-BE49-F238E27FC236}">
                <a16:creationId xmlns:a16="http://schemas.microsoft.com/office/drawing/2014/main" id="{8197B85D-A410-479F-A086-95CD6AEEF0F8}"/>
              </a:ext>
            </a:extLst>
          </p:cNvPr>
          <p:cNvGraphicFramePr/>
          <p:nvPr/>
        </p:nvGraphicFramePr>
        <p:xfrm>
          <a:off x="1069849" y="2855840"/>
          <a:ext cx="6233003" cy="31961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403429795"/>
      </p:ext>
    </p:extLst>
  </p:cSld>
  <p:clrMapOvr>
    <a:masterClrMapping/>
  </p:clrMapOvr>
</p:sld>
</file>

<file path=ppt/theme/theme1.xml><?xml version="1.0" encoding="utf-8"?>
<a:theme xmlns:a="http://schemas.openxmlformats.org/drawingml/2006/main" name="Feathered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 panose="02040604050505020304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eathered" id="{EEC9B30E-2747-4D42-BCBE-A02BDEEEA114}" vid="{AACE42CE-5C67-4514-8A89-3472F564E146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1982</TotalTime>
  <Words>2044</Words>
  <Application>Microsoft Office PowerPoint</Application>
  <PresentationFormat>Widescreen</PresentationFormat>
  <Paragraphs>504</Paragraphs>
  <Slides>71</Slides>
  <Notes>0</Notes>
  <HiddenSlides>0</HiddenSlides>
  <MMClips>1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71</vt:i4>
      </vt:variant>
    </vt:vector>
  </HeadingPairs>
  <TitlesOfParts>
    <vt:vector size="78" baseType="lpstr">
      <vt:lpstr>Calibri</vt:lpstr>
      <vt:lpstr>Century Schoolbook</vt:lpstr>
      <vt:lpstr>Corbel</vt:lpstr>
      <vt:lpstr>MinionPro-It</vt:lpstr>
      <vt:lpstr>MinionPro-Regular</vt:lpstr>
      <vt:lpstr>UbuntuMono-Regular</vt:lpstr>
      <vt:lpstr>Feathered</vt:lpstr>
      <vt:lpstr>Chapter 9 The Blockchain</vt:lpstr>
      <vt:lpstr>Content</vt:lpstr>
      <vt:lpstr>Content</vt:lpstr>
      <vt:lpstr>Introduction</vt:lpstr>
      <vt:lpstr>Introduction</vt:lpstr>
      <vt:lpstr>Blockchain Data Structure</vt:lpstr>
      <vt:lpstr>Introduction</vt:lpstr>
      <vt:lpstr>Introduction</vt:lpstr>
      <vt:lpstr>Fork Problem</vt:lpstr>
      <vt:lpstr>Resolving Fork Problem</vt:lpstr>
      <vt:lpstr>Immutability</vt:lpstr>
      <vt:lpstr>Immutability</vt:lpstr>
      <vt:lpstr>Immutability</vt:lpstr>
      <vt:lpstr>Structure of a Block</vt:lpstr>
      <vt:lpstr>Structure of a Block</vt:lpstr>
      <vt:lpstr>Structure of a Block</vt:lpstr>
      <vt:lpstr>Structure of a Block</vt:lpstr>
      <vt:lpstr>Table 9-1. The structure of a block</vt:lpstr>
      <vt:lpstr>Block Header</vt:lpstr>
      <vt:lpstr>Block Header</vt:lpstr>
      <vt:lpstr>The structure of a Blockchain</vt:lpstr>
      <vt:lpstr>Table 9-2. The structure of the block header</vt:lpstr>
      <vt:lpstr>Block Identifiers</vt:lpstr>
      <vt:lpstr>Block Header Hash</vt:lpstr>
      <vt:lpstr>Block Header Hash</vt:lpstr>
      <vt:lpstr>Block Hash: No Part of Block’s Data Structure</vt:lpstr>
      <vt:lpstr>Block Hash</vt:lpstr>
      <vt:lpstr>Identifying a Block by its Position</vt:lpstr>
      <vt:lpstr>Properties of Block Height</vt:lpstr>
      <vt:lpstr>The Genesis Block</vt:lpstr>
      <vt:lpstr>Genesis Block</vt:lpstr>
      <vt:lpstr>Genesis Block</vt:lpstr>
      <vt:lpstr>Genesis Block</vt:lpstr>
      <vt:lpstr>Genesis Block</vt:lpstr>
      <vt:lpstr>Hidden Message</vt:lpstr>
      <vt:lpstr>Hidden Message</vt:lpstr>
      <vt:lpstr>PowerPoint Presentation</vt:lpstr>
      <vt:lpstr>PowerPoint Presentation</vt:lpstr>
      <vt:lpstr>Linking Blocks in the Blockchain</vt:lpstr>
      <vt:lpstr>Linking Incoming Nodes</vt:lpstr>
      <vt:lpstr>Figure 9-1. Blocks linked in a chain by reference to the previous block header hash</vt:lpstr>
      <vt:lpstr>Merkle Trees</vt:lpstr>
      <vt:lpstr>Merkle Trees</vt:lpstr>
      <vt:lpstr>Merkle Trees</vt:lpstr>
      <vt:lpstr>Merkle Trees</vt:lpstr>
      <vt:lpstr>Construction of Merkle Tree</vt:lpstr>
      <vt:lpstr>Construction of Merkle Tree</vt:lpstr>
      <vt:lpstr>Construction Example</vt:lpstr>
      <vt:lpstr>Construction Example</vt:lpstr>
      <vt:lpstr>Construction Example</vt:lpstr>
      <vt:lpstr>Construction Example</vt:lpstr>
      <vt:lpstr>Construction Example</vt:lpstr>
      <vt:lpstr>Table 9-3. Merkle tree efficiency</vt:lpstr>
      <vt:lpstr>Merkle Trees and Simplified Payment Verification (SPV)</vt:lpstr>
      <vt:lpstr>Merkle Trees and Simplified Payment Verification (SPV)</vt:lpstr>
      <vt:lpstr>Merkle Trees and Simplified Payment Verification (SPV)</vt:lpstr>
      <vt:lpstr>Work of SPV with Merkle Trees</vt:lpstr>
      <vt:lpstr>Work of SPV with Merkle Trees</vt:lpstr>
      <vt:lpstr>Gain of Efficiency</vt:lpstr>
      <vt:lpstr>Blockchain Simulator</vt:lpstr>
      <vt:lpstr>JavaScript Blockchain Simulator</vt:lpstr>
      <vt:lpstr>Bitcoin’s Test Blockchains</vt:lpstr>
      <vt:lpstr>More than One Bitcoin Blockchain</vt:lpstr>
      <vt:lpstr>Testnet—Bitcoin’s Testing Playground</vt:lpstr>
      <vt:lpstr>Testnet—Bitcoin’s Testing Playground</vt:lpstr>
      <vt:lpstr>testnet3</vt:lpstr>
      <vt:lpstr>Segnet—The Segregated Witness Testnet</vt:lpstr>
      <vt:lpstr>Regtest—The Local Blockchain</vt:lpstr>
      <vt:lpstr>Using Test Blockchains for Development</vt:lpstr>
      <vt:lpstr>Using the Test Blockchains</vt:lpstr>
      <vt:lpstr>Discussions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Chapter 9 The Blockchain</dc:title>
  <dc:creator>YUSUF ALTUNEL</dc:creator>
  <cp:lastModifiedBy>YUSUF ALTUNEL</cp:lastModifiedBy>
  <cp:revision>6</cp:revision>
  <dcterms:created xsi:type="dcterms:W3CDTF">2021-05-08T09:26:55Z</dcterms:created>
  <dcterms:modified xsi:type="dcterms:W3CDTF">2024-12-21T11:57:34Z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66f6488-6f7b-4340-b880-828136ff7811_Enabled">
    <vt:lpwstr>true</vt:lpwstr>
  </property>
  <property fmtid="{D5CDD505-2E9C-101B-9397-08002B2CF9AE}" pid="3" name="MSIP_Label_c66f6488-6f7b-4340-b880-828136ff7811_SetDate">
    <vt:lpwstr>2021-05-08T10:21:36Z</vt:lpwstr>
  </property>
  <property fmtid="{D5CDD505-2E9C-101B-9397-08002B2CF9AE}" pid="4" name="MSIP_Label_c66f6488-6f7b-4340-b880-828136ff7811_Method">
    <vt:lpwstr>Privileged</vt:lpwstr>
  </property>
  <property fmtid="{D5CDD505-2E9C-101B-9397-08002B2CF9AE}" pid="5" name="MSIP_Label_c66f6488-6f7b-4340-b880-828136ff7811_Name">
    <vt:lpwstr>c66f6488-6f7b-4340-b880-828136ff7811</vt:lpwstr>
  </property>
  <property fmtid="{D5CDD505-2E9C-101B-9397-08002B2CF9AE}" pid="6" name="MSIP_Label_c66f6488-6f7b-4340-b880-828136ff7811_SiteId">
    <vt:lpwstr>832c1bc9-1e43-4f93-a086-708d36b0c95d</vt:lpwstr>
  </property>
  <property fmtid="{D5CDD505-2E9C-101B-9397-08002B2CF9AE}" pid="7" name="MSIP_Label_c66f6488-6f7b-4340-b880-828136ff7811_ActionId">
    <vt:lpwstr>5fb670f8-97cf-4802-b713-ccb10f8159c4</vt:lpwstr>
  </property>
  <property fmtid="{D5CDD505-2E9C-101B-9397-08002B2CF9AE}" pid="8" name="MSIP_Label_c66f6488-6f7b-4340-b880-828136ff7811_ContentBits">
    <vt:lpwstr>0</vt:lpwstr>
  </property>
</Properties>
</file>